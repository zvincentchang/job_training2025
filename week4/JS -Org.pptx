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rels" ContentType="application/vnd.openxmlformats-package.relationships+xml"/>
  <Default Extension="xml" ContentType="application/xml"/>
  <Default Extension="vml" ContentType="application/vnd.openxmlformats-officedocument.vmlDrawing"/>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 id="2147483650" r:id="rId2"/>
  </p:sldMasterIdLst>
  <p:notesMasterIdLst>
    <p:notesMasterId r:id="rId137"/>
  </p:notesMasterIdLst>
  <p:handoutMasterIdLst>
    <p:handoutMasterId r:id="rId138"/>
  </p:handoutMasterIdLst>
  <p:sldIdLst>
    <p:sldId id="540" r:id="rId3"/>
    <p:sldId id="1917" r:id="rId4"/>
    <p:sldId id="2019" r:id="rId5"/>
    <p:sldId id="2020" r:id="rId6"/>
    <p:sldId id="2022" r:id="rId7"/>
    <p:sldId id="2024" r:id="rId8"/>
    <p:sldId id="2023" r:id="rId9"/>
    <p:sldId id="2025" r:id="rId10"/>
    <p:sldId id="2026" r:id="rId11"/>
    <p:sldId id="2021" r:id="rId12"/>
    <p:sldId id="2028" r:id="rId13"/>
    <p:sldId id="2027" r:id="rId14"/>
    <p:sldId id="2018" r:id="rId15"/>
    <p:sldId id="2029" r:id="rId16"/>
    <p:sldId id="2030" r:id="rId17"/>
    <p:sldId id="2031" r:id="rId18"/>
    <p:sldId id="2032" r:id="rId19"/>
    <p:sldId id="2048" r:id="rId20"/>
    <p:sldId id="2033" r:id="rId21"/>
    <p:sldId id="2034" r:id="rId22"/>
    <p:sldId id="2035" r:id="rId23"/>
    <p:sldId id="2037" r:id="rId24"/>
    <p:sldId id="418" r:id="rId25"/>
    <p:sldId id="2036" r:id="rId26"/>
    <p:sldId id="2038" r:id="rId27"/>
    <p:sldId id="2057" r:id="rId28"/>
    <p:sldId id="2047" r:id="rId29"/>
    <p:sldId id="2039" r:id="rId30"/>
    <p:sldId id="2040" r:id="rId31"/>
    <p:sldId id="2042" r:id="rId32"/>
    <p:sldId id="2041" r:id="rId33"/>
    <p:sldId id="2043" r:id="rId34"/>
    <p:sldId id="2044" r:id="rId35"/>
    <p:sldId id="2045" r:id="rId36"/>
    <p:sldId id="2046" r:id="rId37"/>
    <p:sldId id="2049" r:id="rId38"/>
    <p:sldId id="2050" r:id="rId39"/>
    <p:sldId id="2051" r:id="rId40"/>
    <p:sldId id="2052" r:id="rId41"/>
    <p:sldId id="2053" r:id="rId42"/>
    <p:sldId id="2054" r:id="rId43"/>
    <p:sldId id="2055" r:id="rId44"/>
    <p:sldId id="2056" r:id="rId45"/>
    <p:sldId id="2011" r:id="rId46"/>
    <p:sldId id="2014" r:id="rId47"/>
    <p:sldId id="2017" r:id="rId48"/>
    <p:sldId id="2058" r:id="rId49"/>
    <p:sldId id="2059" r:id="rId50"/>
    <p:sldId id="2060" r:id="rId51"/>
    <p:sldId id="2061" r:id="rId52"/>
    <p:sldId id="2062" r:id="rId53"/>
    <p:sldId id="2063" r:id="rId54"/>
    <p:sldId id="2064" r:id="rId55"/>
    <p:sldId id="2065" r:id="rId56"/>
    <p:sldId id="2066" r:id="rId57"/>
    <p:sldId id="2067" r:id="rId58"/>
    <p:sldId id="449" r:id="rId59"/>
    <p:sldId id="2068" r:id="rId60"/>
    <p:sldId id="2069" r:id="rId61"/>
    <p:sldId id="2070" r:id="rId62"/>
    <p:sldId id="2071" r:id="rId63"/>
    <p:sldId id="2072" r:id="rId64"/>
    <p:sldId id="2073" r:id="rId65"/>
    <p:sldId id="2074" r:id="rId66"/>
    <p:sldId id="2075" r:id="rId67"/>
    <p:sldId id="2076" r:id="rId68"/>
    <p:sldId id="2077" r:id="rId69"/>
    <p:sldId id="2078" r:id="rId70"/>
    <p:sldId id="2080" r:id="rId71"/>
    <p:sldId id="2079" r:id="rId72"/>
    <p:sldId id="2081" r:id="rId73"/>
    <p:sldId id="2084" r:id="rId74"/>
    <p:sldId id="2082" r:id="rId75"/>
    <p:sldId id="2083" r:id="rId76"/>
    <p:sldId id="468" r:id="rId77"/>
    <p:sldId id="288" r:id="rId78"/>
    <p:sldId id="290" r:id="rId79"/>
    <p:sldId id="378" r:id="rId80"/>
    <p:sldId id="387" r:id="rId81"/>
    <p:sldId id="303" r:id="rId82"/>
    <p:sldId id="312" r:id="rId83"/>
    <p:sldId id="2117" r:id="rId84"/>
    <p:sldId id="2118" r:id="rId85"/>
    <p:sldId id="2085" r:id="rId86"/>
    <p:sldId id="1924" r:id="rId87"/>
    <p:sldId id="2086" r:id="rId88"/>
    <p:sldId id="2087" r:id="rId89"/>
    <p:sldId id="2088" r:id="rId90"/>
    <p:sldId id="2090" r:id="rId91"/>
    <p:sldId id="2089" r:id="rId92"/>
    <p:sldId id="1927" r:id="rId93"/>
    <p:sldId id="335" r:id="rId94"/>
    <p:sldId id="342" r:id="rId95"/>
    <p:sldId id="359" r:id="rId96"/>
    <p:sldId id="363" r:id="rId97"/>
    <p:sldId id="2119" r:id="rId98"/>
    <p:sldId id="2091" r:id="rId99"/>
    <p:sldId id="2092" r:id="rId100"/>
    <p:sldId id="2093" r:id="rId101"/>
    <p:sldId id="2094" r:id="rId102"/>
    <p:sldId id="2095" r:id="rId103"/>
    <p:sldId id="2096" r:id="rId104"/>
    <p:sldId id="2097" r:id="rId105"/>
    <p:sldId id="2098" r:id="rId106"/>
    <p:sldId id="2099" r:id="rId107"/>
    <p:sldId id="2100" r:id="rId108"/>
    <p:sldId id="2101" r:id="rId109"/>
    <p:sldId id="2102" r:id="rId110"/>
    <p:sldId id="2103" r:id="rId111"/>
    <p:sldId id="2104" r:id="rId112"/>
    <p:sldId id="2105" r:id="rId113"/>
    <p:sldId id="2112" r:id="rId114"/>
    <p:sldId id="2106" r:id="rId115"/>
    <p:sldId id="2107" r:id="rId116"/>
    <p:sldId id="2108" r:id="rId117"/>
    <p:sldId id="2109" r:id="rId118"/>
    <p:sldId id="2110" r:id="rId119"/>
    <p:sldId id="2111" r:id="rId120"/>
    <p:sldId id="1931" r:id="rId121"/>
    <p:sldId id="2113" r:id="rId122"/>
    <p:sldId id="1942" r:id="rId123"/>
    <p:sldId id="1945" r:id="rId124"/>
    <p:sldId id="1954" r:id="rId125"/>
    <p:sldId id="2115" r:id="rId126"/>
    <p:sldId id="2114" r:id="rId127"/>
    <p:sldId id="1964" r:id="rId128"/>
    <p:sldId id="1970" r:id="rId129"/>
    <p:sldId id="1982" r:id="rId130"/>
    <p:sldId id="442" r:id="rId131"/>
    <p:sldId id="488" r:id="rId132"/>
    <p:sldId id="2116" r:id="rId133"/>
    <p:sldId id="2120" r:id="rId134"/>
    <p:sldId id="349" r:id="rId135"/>
    <p:sldId id="1951" r:id="rId136"/>
  </p:sldIdLst>
  <p:sldSz cx="9144000" cy="6858000" type="screen4x3"/>
  <p:notesSz cx="7099300" cy="10234613"/>
  <p:defaultTextStyle>
    <a:defPPr>
      <a:defRPr lang="zh-TW"/>
    </a:defPPr>
    <a:lvl1pPr algn="l" rtl="0" fontAlgn="base">
      <a:spcBef>
        <a:spcPct val="0"/>
      </a:spcBef>
      <a:spcAft>
        <a:spcPct val="0"/>
      </a:spcAft>
      <a:defRPr kumimoji="1" sz="1600" kern="1200">
        <a:solidFill>
          <a:schemeClr val="tx1"/>
        </a:solidFill>
        <a:latin typeface="Arial" charset="0"/>
        <a:ea typeface="新細明體" charset="0"/>
        <a:cs typeface="新細明體" charset="0"/>
      </a:defRPr>
    </a:lvl1pPr>
    <a:lvl2pPr marL="457200" algn="l" rtl="0" fontAlgn="base">
      <a:spcBef>
        <a:spcPct val="0"/>
      </a:spcBef>
      <a:spcAft>
        <a:spcPct val="0"/>
      </a:spcAft>
      <a:defRPr kumimoji="1" sz="1600" kern="1200">
        <a:solidFill>
          <a:schemeClr val="tx1"/>
        </a:solidFill>
        <a:latin typeface="Arial" charset="0"/>
        <a:ea typeface="新細明體" charset="0"/>
        <a:cs typeface="新細明體" charset="0"/>
      </a:defRPr>
    </a:lvl2pPr>
    <a:lvl3pPr marL="914400" algn="l" rtl="0" fontAlgn="base">
      <a:spcBef>
        <a:spcPct val="0"/>
      </a:spcBef>
      <a:spcAft>
        <a:spcPct val="0"/>
      </a:spcAft>
      <a:defRPr kumimoji="1" sz="1600" kern="1200">
        <a:solidFill>
          <a:schemeClr val="tx1"/>
        </a:solidFill>
        <a:latin typeface="Arial" charset="0"/>
        <a:ea typeface="新細明體" charset="0"/>
        <a:cs typeface="新細明體" charset="0"/>
      </a:defRPr>
    </a:lvl3pPr>
    <a:lvl4pPr marL="1371600" algn="l" rtl="0" fontAlgn="base">
      <a:spcBef>
        <a:spcPct val="0"/>
      </a:spcBef>
      <a:spcAft>
        <a:spcPct val="0"/>
      </a:spcAft>
      <a:defRPr kumimoji="1" sz="1600" kern="1200">
        <a:solidFill>
          <a:schemeClr val="tx1"/>
        </a:solidFill>
        <a:latin typeface="Arial" charset="0"/>
        <a:ea typeface="新細明體" charset="0"/>
        <a:cs typeface="新細明體" charset="0"/>
      </a:defRPr>
    </a:lvl4pPr>
    <a:lvl5pPr marL="1828800" algn="l" rtl="0" fontAlgn="base">
      <a:spcBef>
        <a:spcPct val="0"/>
      </a:spcBef>
      <a:spcAft>
        <a:spcPct val="0"/>
      </a:spcAft>
      <a:defRPr kumimoji="1" sz="1600" kern="1200">
        <a:solidFill>
          <a:schemeClr val="tx1"/>
        </a:solidFill>
        <a:latin typeface="Arial" charset="0"/>
        <a:ea typeface="新細明體" charset="0"/>
        <a:cs typeface="新細明體" charset="0"/>
      </a:defRPr>
    </a:lvl5pPr>
    <a:lvl6pPr marL="2286000" algn="l" defTabSz="457200" rtl="0" eaLnBrk="1" latinLnBrk="0" hangingPunct="1">
      <a:defRPr kumimoji="1" sz="1600" kern="1200">
        <a:solidFill>
          <a:schemeClr val="tx1"/>
        </a:solidFill>
        <a:latin typeface="Arial" charset="0"/>
        <a:ea typeface="新細明體" charset="0"/>
        <a:cs typeface="新細明體" charset="0"/>
      </a:defRPr>
    </a:lvl6pPr>
    <a:lvl7pPr marL="2743200" algn="l" defTabSz="457200" rtl="0" eaLnBrk="1" latinLnBrk="0" hangingPunct="1">
      <a:defRPr kumimoji="1" sz="1600" kern="1200">
        <a:solidFill>
          <a:schemeClr val="tx1"/>
        </a:solidFill>
        <a:latin typeface="Arial" charset="0"/>
        <a:ea typeface="新細明體" charset="0"/>
        <a:cs typeface="新細明體" charset="0"/>
      </a:defRPr>
    </a:lvl7pPr>
    <a:lvl8pPr marL="3200400" algn="l" defTabSz="457200" rtl="0" eaLnBrk="1" latinLnBrk="0" hangingPunct="1">
      <a:defRPr kumimoji="1" sz="1600" kern="1200">
        <a:solidFill>
          <a:schemeClr val="tx1"/>
        </a:solidFill>
        <a:latin typeface="Arial" charset="0"/>
        <a:ea typeface="新細明體" charset="0"/>
        <a:cs typeface="新細明體" charset="0"/>
      </a:defRPr>
    </a:lvl8pPr>
    <a:lvl9pPr marL="3657600" algn="l" defTabSz="457200" rtl="0" eaLnBrk="1" latinLnBrk="0" hangingPunct="1">
      <a:defRPr kumimoji="1" sz="1600" kern="1200">
        <a:solidFill>
          <a:schemeClr val="tx1"/>
        </a:solidFill>
        <a:latin typeface="Arial" charset="0"/>
        <a:ea typeface="新細明體" charset="0"/>
        <a:cs typeface="新細明體"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224">
          <p15:clr>
            <a:srgbClr val="A4A3A4"/>
          </p15:clr>
        </p15:guide>
        <p15:guide id="2" pos="2236">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CC0000"/>
    <a:srgbClr val="000099"/>
    <a:srgbClr val="FF0000"/>
    <a:srgbClr val="008000"/>
    <a:srgbClr val="CC66FF"/>
    <a:srgbClr val="FFFF00"/>
    <a:srgbClr val="FFCC66"/>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等深淺樣式 2 - 輔色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539" autoAdjust="0"/>
    <p:restoredTop sz="95865" autoAdjust="0"/>
  </p:normalViewPr>
  <p:slideViewPr>
    <p:cSldViewPr>
      <p:cViewPr varScale="1">
        <p:scale>
          <a:sx n="99" d="100"/>
          <a:sy n="99" d="100"/>
        </p:scale>
        <p:origin x="1138" y="82"/>
      </p:cViewPr>
      <p:guideLst>
        <p:guide orient="horz" pos="2160"/>
        <p:guide pos="2880"/>
      </p:guideLst>
    </p:cSldViewPr>
  </p:slideViewPr>
  <p:notesTextViewPr>
    <p:cViewPr>
      <p:scale>
        <a:sx n="100" d="100"/>
        <a:sy n="100" d="100"/>
      </p:scale>
      <p:origin x="0" y="0"/>
    </p:cViewPr>
  </p:notesTextViewPr>
  <p:sorterViewPr>
    <p:cViewPr>
      <p:scale>
        <a:sx n="66" d="100"/>
        <a:sy n="66" d="100"/>
      </p:scale>
      <p:origin x="0" y="5694"/>
    </p:cViewPr>
  </p:sorterViewPr>
  <p:notesViewPr>
    <p:cSldViewPr>
      <p:cViewPr varScale="1">
        <p:scale>
          <a:sx n="53" d="100"/>
          <a:sy n="53" d="100"/>
        </p:scale>
        <p:origin x="-1248" y="-102"/>
      </p:cViewPr>
      <p:guideLst>
        <p:guide orient="horz" pos="3224"/>
        <p:guide pos="2236"/>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63" Type="http://schemas.openxmlformats.org/officeDocument/2006/relationships/slide" Target="slides/slide61.xml"/><Relationship Id="rId84" Type="http://schemas.openxmlformats.org/officeDocument/2006/relationships/slide" Target="slides/slide82.xml"/><Relationship Id="rId138" Type="http://schemas.openxmlformats.org/officeDocument/2006/relationships/handoutMaster" Target="handoutMasters/handoutMaster1.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28" Type="http://schemas.openxmlformats.org/officeDocument/2006/relationships/slide" Target="slides/slide126.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113" Type="http://schemas.openxmlformats.org/officeDocument/2006/relationships/slide" Target="slides/slide111.xml"/><Relationship Id="rId118" Type="http://schemas.openxmlformats.org/officeDocument/2006/relationships/slide" Target="slides/slide116.xml"/><Relationship Id="rId134" Type="http://schemas.openxmlformats.org/officeDocument/2006/relationships/slide" Target="slides/slide132.xml"/><Relationship Id="rId139" Type="http://schemas.openxmlformats.org/officeDocument/2006/relationships/presProps" Target="presProps.xml"/><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08" Type="http://schemas.openxmlformats.org/officeDocument/2006/relationships/slide" Target="slides/slide106.xml"/><Relationship Id="rId124" Type="http://schemas.openxmlformats.org/officeDocument/2006/relationships/slide" Target="slides/slide122.xml"/><Relationship Id="rId129" Type="http://schemas.openxmlformats.org/officeDocument/2006/relationships/slide" Target="slides/slide127.xml"/><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4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23" Type="http://schemas.openxmlformats.org/officeDocument/2006/relationships/slide" Target="slides/slide2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119" Type="http://schemas.openxmlformats.org/officeDocument/2006/relationships/slide" Target="slides/slide117.xml"/><Relationship Id="rId44" Type="http://schemas.openxmlformats.org/officeDocument/2006/relationships/slide" Target="slides/slide42.xml"/><Relationship Id="rId60" Type="http://schemas.openxmlformats.org/officeDocument/2006/relationships/slide" Target="slides/slide58.xml"/><Relationship Id="rId65" Type="http://schemas.openxmlformats.org/officeDocument/2006/relationships/slide" Target="slides/slide63.xml"/><Relationship Id="rId81" Type="http://schemas.openxmlformats.org/officeDocument/2006/relationships/slide" Target="slides/slide79.xml"/><Relationship Id="rId86" Type="http://schemas.openxmlformats.org/officeDocument/2006/relationships/slide" Target="slides/slide84.xml"/><Relationship Id="rId130" Type="http://schemas.openxmlformats.org/officeDocument/2006/relationships/slide" Target="slides/slide128.xml"/><Relationship Id="rId135" Type="http://schemas.openxmlformats.org/officeDocument/2006/relationships/slide" Target="slides/slide133.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slide" Target="slides/slide118.xml"/><Relationship Id="rId125" Type="http://schemas.openxmlformats.org/officeDocument/2006/relationships/slide" Target="slides/slide123.xml"/><Relationship Id="rId141" Type="http://schemas.openxmlformats.org/officeDocument/2006/relationships/theme" Target="theme/theme1.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131" Type="http://schemas.openxmlformats.org/officeDocument/2006/relationships/slide" Target="slides/slide129.xml"/><Relationship Id="rId136" Type="http://schemas.openxmlformats.org/officeDocument/2006/relationships/slide" Target="slides/slide134.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26" Type="http://schemas.openxmlformats.org/officeDocument/2006/relationships/slide" Target="slides/slide124.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142" Type="http://schemas.openxmlformats.org/officeDocument/2006/relationships/tableStyles" Target="tableStyles.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slide" Target="slides/slide114.xml"/><Relationship Id="rId137" Type="http://schemas.openxmlformats.org/officeDocument/2006/relationships/notesMaster" Target="notesMasters/notesMaster1.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32" Type="http://schemas.openxmlformats.org/officeDocument/2006/relationships/slide" Target="slides/slide130.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 Id="rId127" Type="http://schemas.openxmlformats.org/officeDocument/2006/relationships/slide" Target="slides/slide125.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4" Type="http://schemas.openxmlformats.org/officeDocument/2006/relationships/slide" Target="slides/slide2.xml"/><Relationship Id="rId9" Type="http://schemas.openxmlformats.org/officeDocument/2006/relationships/slide" Target="slides/slide7.xml"/><Relationship Id="rId26" Type="http://schemas.openxmlformats.org/officeDocument/2006/relationships/slide" Target="slides/slide24.xml"/><Relationship Id="rId47" Type="http://schemas.openxmlformats.org/officeDocument/2006/relationships/slide" Target="slides/slide45.xml"/><Relationship Id="rId68" Type="http://schemas.openxmlformats.org/officeDocument/2006/relationships/slide" Target="slides/slide66.xml"/><Relationship Id="rId89" Type="http://schemas.openxmlformats.org/officeDocument/2006/relationships/slide" Target="slides/slide87.xml"/><Relationship Id="rId112" Type="http://schemas.openxmlformats.org/officeDocument/2006/relationships/slide" Target="slides/slide110.xml"/><Relationship Id="rId133" Type="http://schemas.openxmlformats.org/officeDocument/2006/relationships/slide" Target="slides/slide131.xml"/><Relationship Id="rId16" Type="http://schemas.openxmlformats.org/officeDocument/2006/relationships/slide" Target="slides/slide14.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image" Target="../media/image1.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8.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8354" name="Rectangle 2"/>
          <p:cNvSpPr>
            <a:spLocks noGrp="1" noChangeArrowheads="1"/>
          </p:cNvSpPr>
          <p:nvPr>
            <p:ph type="hdr" sz="quarter"/>
          </p:nvPr>
        </p:nvSpPr>
        <p:spPr bwMode="auto">
          <a:xfrm>
            <a:off x="0" y="0"/>
            <a:ext cx="3076575" cy="511175"/>
          </a:xfrm>
          <a:prstGeom prst="rect">
            <a:avLst/>
          </a:prstGeom>
          <a:noFill/>
          <a:ln w="9525">
            <a:noFill/>
            <a:miter lim="800000"/>
            <a:headEnd/>
            <a:tailEnd/>
          </a:ln>
          <a:effectLst/>
        </p:spPr>
        <p:txBody>
          <a:bodyPr vert="horz" wrap="square" lIns="95628" tIns="47814" rIns="95628" bIns="47814" numCol="1" anchor="t" anchorCtr="0" compatLnSpc="1">
            <a:prstTxWarp prst="textNoShape">
              <a:avLst/>
            </a:prstTxWarp>
          </a:bodyPr>
          <a:lstStyle>
            <a:lvl1pPr defTabSz="955675">
              <a:defRPr sz="1300">
                <a:ea typeface="新細明體" pitchFamily="18" charset="-120"/>
                <a:cs typeface="+mn-cs"/>
              </a:defRPr>
            </a:lvl1pPr>
          </a:lstStyle>
          <a:p>
            <a:pPr>
              <a:defRPr/>
            </a:pPr>
            <a:endParaRPr lang="en-US" altLang="zh-TW"/>
          </a:p>
        </p:txBody>
      </p:sp>
      <p:sp>
        <p:nvSpPr>
          <p:cNvPr id="228355" name="Rectangle 3"/>
          <p:cNvSpPr>
            <a:spLocks noGrp="1" noChangeArrowheads="1"/>
          </p:cNvSpPr>
          <p:nvPr>
            <p:ph type="dt" sz="quarter" idx="1"/>
          </p:nvPr>
        </p:nvSpPr>
        <p:spPr bwMode="auto">
          <a:xfrm>
            <a:off x="4021138" y="0"/>
            <a:ext cx="3076575" cy="511175"/>
          </a:xfrm>
          <a:prstGeom prst="rect">
            <a:avLst/>
          </a:prstGeom>
          <a:noFill/>
          <a:ln w="9525">
            <a:noFill/>
            <a:miter lim="800000"/>
            <a:headEnd/>
            <a:tailEnd/>
          </a:ln>
          <a:effectLst/>
        </p:spPr>
        <p:txBody>
          <a:bodyPr vert="horz" wrap="square" lIns="95628" tIns="47814" rIns="95628" bIns="47814" numCol="1" anchor="t" anchorCtr="0" compatLnSpc="1">
            <a:prstTxWarp prst="textNoShape">
              <a:avLst/>
            </a:prstTxWarp>
          </a:bodyPr>
          <a:lstStyle>
            <a:lvl1pPr algn="r" defTabSz="955675">
              <a:defRPr sz="1300">
                <a:ea typeface="新細明體" pitchFamily="18" charset="-120"/>
                <a:cs typeface="+mn-cs"/>
              </a:defRPr>
            </a:lvl1pPr>
          </a:lstStyle>
          <a:p>
            <a:pPr>
              <a:defRPr/>
            </a:pPr>
            <a:endParaRPr lang="en-US" altLang="zh-TW"/>
          </a:p>
        </p:txBody>
      </p:sp>
      <p:sp>
        <p:nvSpPr>
          <p:cNvPr id="228356" name="Rectangle 4"/>
          <p:cNvSpPr>
            <a:spLocks noGrp="1" noChangeArrowheads="1"/>
          </p:cNvSpPr>
          <p:nvPr>
            <p:ph type="ftr" sz="quarter" idx="2"/>
          </p:nvPr>
        </p:nvSpPr>
        <p:spPr bwMode="auto">
          <a:xfrm>
            <a:off x="0" y="9721850"/>
            <a:ext cx="3076575" cy="511175"/>
          </a:xfrm>
          <a:prstGeom prst="rect">
            <a:avLst/>
          </a:prstGeom>
          <a:noFill/>
          <a:ln w="9525">
            <a:noFill/>
            <a:miter lim="800000"/>
            <a:headEnd/>
            <a:tailEnd/>
          </a:ln>
          <a:effectLst/>
        </p:spPr>
        <p:txBody>
          <a:bodyPr vert="horz" wrap="square" lIns="95628" tIns="47814" rIns="95628" bIns="47814" numCol="1" anchor="b" anchorCtr="0" compatLnSpc="1">
            <a:prstTxWarp prst="textNoShape">
              <a:avLst/>
            </a:prstTxWarp>
          </a:bodyPr>
          <a:lstStyle>
            <a:lvl1pPr defTabSz="955675">
              <a:defRPr sz="1300">
                <a:ea typeface="新細明體" pitchFamily="18" charset="-120"/>
                <a:cs typeface="+mn-cs"/>
              </a:defRPr>
            </a:lvl1pPr>
          </a:lstStyle>
          <a:p>
            <a:pPr>
              <a:defRPr/>
            </a:pPr>
            <a:endParaRPr lang="en-US" altLang="zh-TW"/>
          </a:p>
        </p:txBody>
      </p:sp>
      <p:sp>
        <p:nvSpPr>
          <p:cNvPr id="228357" name="Rectangle 5"/>
          <p:cNvSpPr>
            <a:spLocks noGrp="1" noChangeArrowheads="1"/>
          </p:cNvSpPr>
          <p:nvPr>
            <p:ph type="sldNum" sz="quarter" idx="3"/>
          </p:nvPr>
        </p:nvSpPr>
        <p:spPr bwMode="auto">
          <a:xfrm>
            <a:off x="4021138" y="9721850"/>
            <a:ext cx="3076575" cy="511175"/>
          </a:xfrm>
          <a:prstGeom prst="rect">
            <a:avLst/>
          </a:prstGeom>
          <a:noFill/>
          <a:ln w="9525">
            <a:noFill/>
            <a:miter lim="800000"/>
            <a:headEnd/>
            <a:tailEnd/>
          </a:ln>
          <a:effectLst/>
        </p:spPr>
        <p:txBody>
          <a:bodyPr vert="horz" wrap="square" lIns="95628" tIns="47814" rIns="95628" bIns="47814" numCol="1" anchor="b" anchorCtr="0" compatLnSpc="1">
            <a:prstTxWarp prst="textNoShape">
              <a:avLst/>
            </a:prstTxWarp>
          </a:bodyPr>
          <a:lstStyle>
            <a:lvl1pPr algn="r" defTabSz="955675">
              <a:defRPr sz="1300"/>
            </a:lvl1pPr>
          </a:lstStyle>
          <a:p>
            <a:pPr>
              <a:defRPr/>
            </a:pPr>
            <a:fld id="{F80743A9-0E68-A84E-8B5B-982B98AFD15B}" type="slidenum">
              <a:rPr lang="en-US" altLang="zh-TW"/>
              <a:pPr>
                <a:defRPr/>
              </a:pPr>
              <a:t>‹#›</a:t>
            </a:fld>
            <a:endParaRPr lang="en-US" altLang="zh-TW"/>
          </a:p>
        </p:txBody>
      </p:sp>
    </p:spTree>
    <p:extLst>
      <p:ext uri="{BB962C8B-B14F-4D97-AF65-F5344CB8AC3E}">
        <p14:creationId xmlns:p14="http://schemas.microsoft.com/office/powerpoint/2010/main" val="14146733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290" name="Rectangle 2"/>
          <p:cNvSpPr>
            <a:spLocks noGrp="1" noChangeArrowheads="1"/>
          </p:cNvSpPr>
          <p:nvPr>
            <p:ph type="hdr" sz="quarter"/>
          </p:nvPr>
        </p:nvSpPr>
        <p:spPr bwMode="auto">
          <a:xfrm>
            <a:off x="0" y="0"/>
            <a:ext cx="3076575" cy="511175"/>
          </a:xfrm>
          <a:prstGeom prst="rect">
            <a:avLst/>
          </a:prstGeom>
          <a:noFill/>
          <a:ln w="9525">
            <a:noFill/>
            <a:miter lim="800000"/>
            <a:headEnd/>
            <a:tailEnd/>
          </a:ln>
          <a:effectLst/>
        </p:spPr>
        <p:txBody>
          <a:bodyPr vert="horz" wrap="square" lIns="95628" tIns="47814" rIns="95628" bIns="47814" numCol="1" anchor="t" anchorCtr="0" compatLnSpc="1">
            <a:prstTxWarp prst="textNoShape">
              <a:avLst/>
            </a:prstTxWarp>
          </a:bodyPr>
          <a:lstStyle>
            <a:lvl1pPr defTabSz="955675">
              <a:defRPr sz="1300">
                <a:ea typeface="新細明體" pitchFamily="18" charset="-120"/>
                <a:cs typeface="+mn-cs"/>
              </a:defRPr>
            </a:lvl1pPr>
          </a:lstStyle>
          <a:p>
            <a:pPr>
              <a:defRPr/>
            </a:pPr>
            <a:endParaRPr lang="en-US" altLang="zh-TW"/>
          </a:p>
        </p:txBody>
      </p:sp>
      <p:sp>
        <p:nvSpPr>
          <p:cNvPr id="12291" name="Rectangle 3"/>
          <p:cNvSpPr>
            <a:spLocks noGrp="1" noChangeArrowheads="1"/>
          </p:cNvSpPr>
          <p:nvPr>
            <p:ph type="dt" idx="1"/>
          </p:nvPr>
        </p:nvSpPr>
        <p:spPr bwMode="auto">
          <a:xfrm>
            <a:off x="4021138" y="0"/>
            <a:ext cx="3076575" cy="511175"/>
          </a:xfrm>
          <a:prstGeom prst="rect">
            <a:avLst/>
          </a:prstGeom>
          <a:noFill/>
          <a:ln w="9525">
            <a:noFill/>
            <a:miter lim="800000"/>
            <a:headEnd/>
            <a:tailEnd/>
          </a:ln>
          <a:effectLst/>
        </p:spPr>
        <p:txBody>
          <a:bodyPr vert="horz" wrap="square" lIns="95628" tIns="47814" rIns="95628" bIns="47814" numCol="1" anchor="t" anchorCtr="0" compatLnSpc="1">
            <a:prstTxWarp prst="textNoShape">
              <a:avLst/>
            </a:prstTxWarp>
          </a:bodyPr>
          <a:lstStyle>
            <a:lvl1pPr algn="r" defTabSz="955675">
              <a:defRPr sz="1300">
                <a:ea typeface="新細明體" pitchFamily="18" charset="-120"/>
                <a:cs typeface="+mn-cs"/>
              </a:defRPr>
            </a:lvl1pPr>
          </a:lstStyle>
          <a:p>
            <a:pPr>
              <a:defRPr/>
            </a:pPr>
            <a:endParaRPr lang="en-US" altLang="zh-TW"/>
          </a:p>
        </p:txBody>
      </p:sp>
      <p:sp>
        <p:nvSpPr>
          <p:cNvPr id="26628" name="Rectangle 4"/>
          <p:cNvSpPr>
            <a:spLocks noGrp="1" noRot="1" noChangeAspect="1" noChangeArrowheads="1" noTextEdit="1"/>
          </p:cNvSpPr>
          <p:nvPr>
            <p:ph type="sldImg" idx="2"/>
          </p:nvPr>
        </p:nvSpPr>
        <p:spPr bwMode="auto">
          <a:xfrm>
            <a:off x="990600" y="768350"/>
            <a:ext cx="5118100" cy="3838575"/>
          </a:xfrm>
          <a:prstGeom prst="rect">
            <a:avLst/>
          </a:prstGeom>
          <a:noFill/>
          <a:ln w="9525">
            <a:solidFill>
              <a:srgbClr val="000000"/>
            </a:solidFill>
            <a:miter lim="800000"/>
            <a:headEnd/>
            <a:tailEnd/>
          </a:ln>
          <a:extLst>
            <a:ext uri="{909E8E84-426E-40dd-AFC4-6F175D3DCCD1}">
              <a14:hiddenFill xmlns=""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12293" name="Rectangle 5"/>
          <p:cNvSpPr>
            <a:spLocks noGrp="1" noChangeArrowheads="1"/>
          </p:cNvSpPr>
          <p:nvPr>
            <p:ph type="body" sz="quarter" idx="3"/>
          </p:nvPr>
        </p:nvSpPr>
        <p:spPr bwMode="auto">
          <a:xfrm>
            <a:off x="709613" y="4862513"/>
            <a:ext cx="5680075" cy="4603750"/>
          </a:xfrm>
          <a:prstGeom prst="rect">
            <a:avLst/>
          </a:prstGeom>
          <a:noFill/>
          <a:ln w="9525">
            <a:noFill/>
            <a:miter lim="800000"/>
            <a:headEnd/>
            <a:tailEnd/>
          </a:ln>
          <a:effectLst/>
        </p:spPr>
        <p:txBody>
          <a:bodyPr vert="horz" wrap="square" lIns="95628" tIns="47814" rIns="95628" bIns="47814" numCol="1" anchor="t" anchorCtr="0" compatLnSpc="1">
            <a:prstTxWarp prst="textNoShape">
              <a:avLst/>
            </a:prstTxWarp>
          </a:bodyPr>
          <a:lstStyle/>
          <a:p>
            <a:pPr lvl="0"/>
            <a:r>
              <a:rPr lang="zh-TW" altLang="en-US" noProof="0"/>
              <a:t>按一下以編輯母片</a:t>
            </a:r>
          </a:p>
          <a:p>
            <a:pPr lvl="1"/>
            <a:r>
              <a:rPr lang="zh-TW" altLang="en-US" noProof="0"/>
              <a:t>第二層</a:t>
            </a:r>
          </a:p>
          <a:p>
            <a:pPr lvl="2"/>
            <a:r>
              <a:rPr lang="zh-TW" altLang="en-US" noProof="0"/>
              <a:t>第三層</a:t>
            </a:r>
          </a:p>
          <a:p>
            <a:pPr lvl="3"/>
            <a:r>
              <a:rPr lang="zh-TW" altLang="en-US" noProof="0"/>
              <a:t>第四層</a:t>
            </a:r>
          </a:p>
          <a:p>
            <a:pPr lvl="4"/>
            <a:r>
              <a:rPr lang="zh-TW" altLang="en-US" noProof="0"/>
              <a:t>第五層</a:t>
            </a:r>
          </a:p>
        </p:txBody>
      </p:sp>
      <p:sp>
        <p:nvSpPr>
          <p:cNvPr id="12294" name="Rectangle 6"/>
          <p:cNvSpPr>
            <a:spLocks noGrp="1" noChangeArrowheads="1"/>
          </p:cNvSpPr>
          <p:nvPr>
            <p:ph type="ftr" sz="quarter" idx="4"/>
          </p:nvPr>
        </p:nvSpPr>
        <p:spPr bwMode="auto">
          <a:xfrm>
            <a:off x="0" y="9721850"/>
            <a:ext cx="3076575" cy="511175"/>
          </a:xfrm>
          <a:prstGeom prst="rect">
            <a:avLst/>
          </a:prstGeom>
          <a:noFill/>
          <a:ln w="9525">
            <a:noFill/>
            <a:miter lim="800000"/>
            <a:headEnd/>
            <a:tailEnd/>
          </a:ln>
          <a:effectLst/>
        </p:spPr>
        <p:txBody>
          <a:bodyPr vert="horz" wrap="square" lIns="95628" tIns="47814" rIns="95628" bIns="47814" numCol="1" anchor="b" anchorCtr="0" compatLnSpc="1">
            <a:prstTxWarp prst="textNoShape">
              <a:avLst/>
            </a:prstTxWarp>
          </a:bodyPr>
          <a:lstStyle>
            <a:lvl1pPr defTabSz="955675">
              <a:defRPr sz="1300">
                <a:ea typeface="新細明體" pitchFamily="18" charset="-120"/>
                <a:cs typeface="+mn-cs"/>
              </a:defRPr>
            </a:lvl1pPr>
          </a:lstStyle>
          <a:p>
            <a:pPr>
              <a:defRPr/>
            </a:pPr>
            <a:endParaRPr lang="en-US" altLang="zh-TW"/>
          </a:p>
        </p:txBody>
      </p:sp>
      <p:sp>
        <p:nvSpPr>
          <p:cNvPr id="12295" name="Rectangle 7"/>
          <p:cNvSpPr>
            <a:spLocks noGrp="1" noChangeArrowheads="1"/>
          </p:cNvSpPr>
          <p:nvPr>
            <p:ph type="sldNum" sz="quarter" idx="5"/>
          </p:nvPr>
        </p:nvSpPr>
        <p:spPr bwMode="auto">
          <a:xfrm>
            <a:off x="4021138" y="9721850"/>
            <a:ext cx="3076575" cy="511175"/>
          </a:xfrm>
          <a:prstGeom prst="rect">
            <a:avLst/>
          </a:prstGeom>
          <a:noFill/>
          <a:ln w="9525">
            <a:noFill/>
            <a:miter lim="800000"/>
            <a:headEnd/>
            <a:tailEnd/>
          </a:ln>
          <a:effectLst/>
        </p:spPr>
        <p:txBody>
          <a:bodyPr vert="horz" wrap="square" lIns="95628" tIns="47814" rIns="95628" bIns="47814" numCol="1" anchor="b" anchorCtr="0" compatLnSpc="1">
            <a:prstTxWarp prst="textNoShape">
              <a:avLst/>
            </a:prstTxWarp>
          </a:bodyPr>
          <a:lstStyle>
            <a:lvl1pPr algn="r" defTabSz="955675">
              <a:defRPr sz="1300"/>
            </a:lvl1pPr>
          </a:lstStyle>
          <a:p>
            <a:pPr>
              <a:defRPr/>
            </a:pPr>
            <a:fld id="{D715DAB4-2617-344A-8A4E-35068C8BFF94}" type="slidenum">
              <a:rPr lang="en-US" altLang="zh-TW"/>
              <a:pPr>
                <a:defRPr/>
              </a:pPr>
              <a:t>‹#›</a:t>
            </a:fld>
            <a:endParaRPr lang="en-US" altLang="zh-TW"/>
          </a:p>
        </p:txBody>
      </p:sp>
    </p:spTree>
    <p:extLst>
      <p:ext uri="{BB962C8B-B14F-4D97-AF65-F5344CB8AC3E}">
        <p14:creationId xmlns:p14="http://schemas.microsoft.com/office/powerpoint/2010/main" val="275841536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Arial" charset="0"/>
        <a:ea typeface="新細明體" pitchFamily="18" charset="-120"/>
        <a:cs typeface="新細明體" charset="0"/>
      </a:defRPr>
    </a:lvl1pPr>
    <a:lvl2pPr marL="457200" algn="l" rtl="0" eaLnBrk="0" fontAlgn="base" hangingPunct="0">
      <a:spcBef>
        <a:spcPct val="30000"/>
      </a:spcBef>
      <a:spcAft>
        <a:spcPct val="0"/>
      </a:spcAft>
      <a:defRPr kumimoji="1" sz="1200" kern="1200">
        <a:solidFill>
          <a:schemeClr val="tx1"/>
        </a:solidFill>
        <a:latin typeface="Arial" charset="0"/>
        <a:ea typeface="新細明體" pitchFamily="18" charset="-120"/>
        <a:cs typeface="+mn-cs"/>
      </a:defRPr>
    </a:lvl2pPr>
    <a:lvl3pPr marL="914400" algn="l" rtl="0" eaLnBrk="0" fontAlgn="base" hangingPunct="0">
      <a:spcBef>
        <a:spcPct val="30000"/>
      </a:spcBef>
      <a:spcAft>
        <a:spcPct val="0"/>
      </a:spcAft>
      <a:defRPr kumimoji="1" sz="1200" kern="1200">
        <a:solidFill>
          <a:schemeClr val="tx1"/>
        </a:solidFill>
        <a:latin typeface="Arial" charset="0"/>
        <a:ea typeface="新細明體" pitchFamily="18" charset="-120"/>
        <a:cs typeface="+mn-cs"/>
      </a:defRPr>
    </a:lvl3pPr>
    <a:lvl4pPr marL="1371600" algn="l" rtl="0" eaLnBrk="0" fontAlgn="base" hangingPunct="0">
      <a:spcBef>
        <a:spcPct val="30000"/>
      </a:spcBef>
      <a:spcAft>
        <a:spcPct val="0"/>
      </a:spcAft>
      <a:defRPr kumimoji="1" sz="1200" kern="1200">
        <a:solidFill>
          <a:schemeClr val="tx1"/>
        </a:solidFill>
        <a:latin typeface="Arial" charset="0"/>
        <a:ea typeface="新細明體" pitchFamily="18" charset="-120"/>
        <a:cs typeface="+mn-cs"/>
      </a:defRPr>
    </a:lvl4pPr>
    <a:lvl5pPr marL="1828800" algn="l" rtl="0" eaLnBrk="0" fontAlgn="base" hangingPunct="0">
      <a:spcBef>
        <a:spcPct val="30000"/>
      </a:spcBef>
      <a:spcAft>
        <a:spcPct val="0"/>
      </a:spcAft>
      <a:defRPr kumimoji="1" sz="1200" kern="1200">
        <a:solidFill>
          <a:schemeClr val="tx1"/>
        </a:solidFill>
        <a:latin typeface="Arial" charset="0"/>
        <a:ea typeface="新細明體" pitchFamily="18" charset="-12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55675">
              <a:defRPr kumimoji="1" sz="1600">
                <a:solidFill>
                  <a:schemeClr val="tx1"/>
                </a:solidFill>
                <a:latin typeface="Arial" charset="0"/>
                <a:ea typeface="新細明體" charset="0"/>
                <a:cs typeface="新細明體" charset="0"/>
              </a:defRPr>
            </a:lvl1pPr>
            <a:lvl2pPr marL="742950" indent="-285750" defTabSz="955675">
              <a:defRPr kumimoji="1" sz="1600">
                <a:solidFill>
                  <a:schemeClr val="tx1"/>
                </a:solidFill>
                <a:latin typeface="Arial" charset="0"/>
                <a:ea typeface="新細明體" charset="0"/>
              </a:defRPr>
            </a:lvl2pPr>
            <a:lvl3pPr marL="1143000" indent="-228600" defTabSz="955675">
              <a:defRPr kumimoji="1" sz="1600">
                <a:solidFill>
                  <a:schemeClr val="tx1"/>
                </a:solidFill>
                <a:latin typeface="Arial" charset="0"/>
                <a:ea typeface="新細明體" charset="0"/>
              </a:defRPr>
            </a:lvl3pPr>
            <a:lvl4pPr marL="1600200" indent="-228600" defTabSz="955675">
              <a:defRPr kumimoji="1" sz="1600">
                <a:solidFill>
                  <a:schemeClr val="tx1"/>
                </a:solidFill>
                <a:latin typeface="Arial" charset="0"/>
                <a:ea typeface="新細明體" charset="0"/>
              </a:defRPr>
            </a:lvl4pPr>
            <a:lvl5pPr marL="2057400" indent="-228600" defTabSz="955675">
              <a:defRPr kumimoji="1" sz="1600">
                <a:solidFill>
                  <a:schemeClr val="tx1"/>
                </a:solidFill>
                <a:latin typeface="Arial" charset="0"/>
                <a:ea typeface="新細明體" charset="0"/>
              </a:defRPr>
            </a:lvl5pPr>
            <a:lvl6pPr marL="2514600" indent="-228600" defTabSz="955675" fontAlgn="base">
              <a:spcBef>
                <a:spcPct val="0"/>
              </a:spcBef>
              <a:spcAft>
                <a:spcPct val="0"/>
              </a:spcAft>
              <a:defRPr kumimoji="1" sz="1600">
                <a:solidFill>
                  <a:schemeClr val="tx1"/>
                </a:solidFill>
                <a:latin typeface="Arial" charset="0"/>
                <a:ea typeface="新細明體" charset="0"/>
              </a:defRPr>
            </a:lvl6pPr>
            <a:lvl7pPr marL="2971800" indent="-228600" defTabSz="955675" fontAlgn="base">
              <a:spcBef>
                <a:spcPct val="0"/>
              </a:spcBef>
              <a:spcAft>
                <a:spcPct val="0"/>
              </a:spcAft>
              <a:defRPr kumimoji="1" sz="1600">
                <a:solidFill>
                  <a:schemeClr val="tx1"/>
                </a:solidFill>
                <a:latin typeface="Arial" charset="0"/>
                <a:ea typeface="新細明體" charset="0"/>
              </a:defRPr>
            </a:lvl7pPr>
            <a:lvl8pPr marL="3429000" indent="-228600" defTabSz="955675" fontAlgn="base">
              <a:spcBef>
                <a:spcPct val="0"/>
              </a:spcBef>
              <a:spcAft>
                <a:spcPct val="0"/>
              </a:spcAft>
              <a:defRPr kumimoji="1" sz="1600">
                <a:solidFill>
                  <a:schemeClr val="tx1"/>
                </a:solidFill>
                <a:latin typeface="Arial" charset="0"/>
                <a:ea typeface="新細明體" charset="0"/>
              </a:defRPr>
            </a:lvl8pPr>
            <a:lvl9pPr marL="3886200" indent="-228600" defTabSz="955675" fontAlgn="base">
              <a:spcBef>
                <a:spcPct val="0"/>
              </a:spcBef>
              <a:spcAft>
                <a:spcPct val="0"/>
              </a:spcAft>
              <a:defRPr kumimoji="1" sz="1600">
                <a:solidFill>
                  <a:schemeClr val="tx1"/>
                </a:solidFill>
                <a:latin typeface="Arial" charset="0"/>
                <a:ea typeface="新細明體" charset="0"/>
              </a:defRPr>
            </a:lvl9pPr>
          </a:lstStyle>
          <a:p>
            <a:fld id="{FDD596E0-5A3B-FC47-BD54-D3CC432C2C25}" type="slidenum">
              <a:rPr lang="en-US" altLang="zh-TW" sz="1300"/>
              <a:pPr/>
              <a:t>1</a:t>
            </a:fld>
            <a:endParaRPr lang="en-US" altLang="zh-TW" sz="1300"/>
          </a:p>
        </p:txBody>
      </p:sp>
      <p:sp>
        <p:nvSpPr>
          <p:cNvPr id="28674" name="Rectangle 2"/>
          <p:cNvSpPr>
            <a:spLocks noGrp="1" noRot="1" noChangeAspect="1" noChangeArrowheads="1" noTextEdit="1"/>
          </p:cNvSpPr>
          <p:nvPr>
            <p:ph type="sldImg"/>
          </p:nvPr>
        </p:nvSpPr>
        <p:spPr>
          <a:ln/>
        </p:spPr>
      </p:sp>
      <p:sp>
        <p:nvSpPr>
          <p:cNvPr id="28675"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zh-TW" altLang="en-US">
              <a:ea typeface="新細明體" charset="0"/>
            </a:endParaRPr>
          </a:p>
        </p:txBody>
      </p:sp>
    </p:spTree>
    <p:extLst>
      <p:ext uri="{BB962C8B-B14F-4D97-AF65-F5344CB8AC3E}">
        <p14:creationId xmlns:p14="http://schemas.microsoft.com/office/powerpoint/2010/main" val="32653629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Lesson 1: JavaScript </a:t>
            </a:r>
            <a:r>
              <a:rPr lang="zh-TW" altLang="en-US" dirty="0"/>
              <a:t>基本語法</a:t>
            </a:r>
          </a:p>
          <a:p>
            <a:r>
              <a:rPr lang="zh-TW" altLang="en-US" dirty="0"/>
              <a:t>型別、變數與運算子</a:t>
            </a:r>
          </a:p>
          <a:p>
            <a:r>
              <a:rPr lang="zh-TW" altLang="en-US" dirty="0"/>
              <a:t>認識流程控制</a:t>
            </a:r>
          </a:p>
          <a:p>
            <a:r>
              <a:rPr lang="zh-TW" altLang="en-US" dirty="0"/>
              <a:t>認識函式</a:t>
            </a:r>
          </a:p>
          <a:p>
            <a:r>
              <a:rPr lang="zh-TW" altLang="en-US" dirty="0"/>
              <a:t>使用者自訂函式</a:t>
            </a:r>
          </a:p>
          <a:p>
            <a:r>
              <a:rPr lang="zh-TW" altLang="en-US" dirty="0"/>
              <a:t>區域變數</a:t>
            </a:r>
            <a:r>
              <a:rPr lang="en-US" altLang="zh-TW" dirty="0"/>
              <a:t>V.S. </a:t>
            </a:r>
            <a:r>
              <a:rPr lang="zh-TW" altLang="en-US" dirty="0"/>
              <a:t>全域變數</a:t>
            </a:r>
          </a:p>
          <a:p>
            <a:r>
              <a:rPr lang="en-US" altLang="zh-TW" dirty="0"/>
              <a:t>JavaScript </a:t>
            </a:r>
            <a:r>
              <a:rPr lang="zh-TW" altLang="en-US" dirty="0"/>
              <a:t>內建函式</a:t>
            </a:r>
          </a:p>
          <a:p>
            <a:r>
              <a:rPr lang="en-US" altLang="zh-TW" dirty="0"/>
              <a:t>Lesson 2: </a:t>
            </a:r>
            <a:r>
              <a:rPr lang="zh-TW" altLang="en-US" dirty="0"/>
              <a:t>認識物件</a:t>
            </a:r>
          </a:p>
          <a:p>
            <a:r>
              <a:rPr lang="en-US" altLang="zh-TW" dirty="0"/>
              <a:t>window </a:t>
            </a:r>
            <a:r>
              <a:rPr lang="zh-TW" altLang="en-US" dirty="0"/>
              <a:t>物件</a:t>
            </a:r>
          </a:p>
          <a:p>
            <a:r>
              <a:rPr lang="zh-TW" altLang="en-US" dirty="0"/>
              <a:t>核心物件</a:t>
            </a:r>
          </a:p>
          <a:p>
            <a:r>
              <a:rPr lang="zh-TW" altLang="en-US" dirty="0"/>
              <a:t>環境物件</a:t>
            </a:r>
          </a:p>
          <a:p>
            <a:r>
              <a:rPr lang="en-US" altLang="zh-TW" dirty="0"/>
              <a:t>document </a:t>
            </a:r>
            <a:r>
              <a:rPr lang="zh-TW" altLang="en-US" dirty="0"/>
              <a:t>物件</a:t>
            </a:r>
          </a:p>
          <a:p>
            <a:r>
              <a:rPr lang="en-US" altLang="zh-TW" dirty="0"/>
              <a:t>element </a:t>
            </a:r>
            <a:r>
              <a:rPr lang="zh-TW" altLang="en-US" dirty="0"/>
              <a:t>物件</a:t>
            </a:r>
          </a:p>
          <a:p>
            <a:r>
              <a:rPr lang="en-US" altLang="zh-TW" dirty="0"/>
              <a:t>Lesson 3: </a:t>
            </a:r>
            <a:r>
              <a:rPr lang="zh-TW" altLang="en-US" dirty="0"/>
              <a:t>事件驅動</a:t>
            </a:r>
          </a:p>
          <a:p>
            <a:r>
              <a:rPr lang="zh-TW" altLang="en-US" dirty="0"/>
              <a:t>事件驅動模式</a:t>
            </a:r>
          </a:p>
          <a:p>
            <a:r>
              <a:rPr lang="zh-TW" altLang="en-US" dirty="0"/>
              <a:t>事件的類型</a:t>
            </a:r>
          </a:p>
          <a:p>
            <a:r>
              <a:rPr lang="zh-TW" altLang="en-US" dirty="0"/>
              <a:t>事件處理程式</a:t>
            </a:r>
          </a:p>
          <a:p>
            <a:r>
              <a:rPr lang="en-US" altLang="zh-TW" dirty="0"/>
              <a:t>Lesson 4: </a:t>
            </a:r>
            <a:r>
              <a:rPr lang="en-US" altLang="zh-TW" dirty="0" err="1"/>
              <a:t>Javascript</a:t>
            </a:r>
            <a:r>
              <a:rPr lang="en-US" altLang="zh-TW" dirty="0"/>
              <a:t> form</a:t>
            </a:r>
          </a:p>
          <a:p>
            <a:r>
              <a:rPr lang="zh-TW" altLang="en-US" dirty="0"/>
              <a:t>表單及其屬性與性質</a:t>
            </a:r>
          </a:p>
          <a:p>
            <a:r>
              <a:rPr lang="zh-TW" altLang="en-US" dirty="0"/>
              <a:t>表單元素及其相關物件</a:t>
            </a:r>
          </a:p>
          <a:p>
            <a:r>
              <a:rPr lang="zh-TW" altLang="en-US" dirty="0"/>
              <a:t>動態下拉式選單</a:t>
            </a:r>
          </a:p>
          <a:p>
            <a:r>
              <a:rPr lang="zh-TW" altLang="en-US" dirty="0"/>
              <a:t>簡易表單資料驗證</a:t>
            </a:r>
          </a:p>
          <a:p>
            <a:r>
              <a:rPr lang="en-US" altLang="zh-TW" dirty="0"/>
              <a:t>Lesson 5: jQuery </a:t>
            </a:r>
            <a:r>
              <a:rPr lang="zh-TW" altLang="en-US" dirty="0"/>
              <a:t>框架</a:t>
            </a:r>
          </a:p>
          <a:p>
            <a:r>
              <a:rPr lang="zh-TW" altLang="en-US" dirty="0"/>
              <a:t>什麼是</a:t>
            </a:r>
            <a:r>
              <a:rPr lang="en-US" altLang="zh-TW" dirty="0"/>
              <a:t>jQuery</a:t>
            </a:r>
          </a:p>
          <a:p>
            <a:r>
              <a:rPr lang="en-US" altLang="zh-TW" dirty="0"/>
              <a:t>jQuery</a:t>
            </a:r>
            <a:r>
              <a:rPr lang="zh-TW" altLang="en-US" dirty="0"/>
              <a:t>基本設計觀念</a:t>
            </a:r>
          </a:p>
          <a:p>
            <a:r>
              <a:rPr lang="en-US" altLang="zh-TW" dirty="0" err="1"/>
              <a:t>jQuery+CSS</a:t>
            </a:r>
            <a:endParaRPr lang="en-US" altLang="zh-TW" dirty="0"/>
          </a:p>
          <a:p>
            <a:r>
              <a:rPr lang="en-US" altLang="zh-TW" dirty="0"/>
              <a:t>jQuery Ajax</a:t>
            </a:r>
            <a:r>
              <a:rPr lang="zh-TW" altLang="en-US" dirty="0"/>
              <a:t>運用</a:t>
            </a:r>
          </a:p>
        </p:txBody>
      </p:sp>
      <p:sp>
        <p:nvSpPr>
          <p:cNvPr id="4" name="投影片編號版面配置區 3"/>
          <p:cNvSpPr>
            <a:spLocks noGrp="1"/>
          </p:cNvSpPr>
          <p:nvPr>
            <p:ph type="sldNum" sz="quarter" idx="5"/>
          </p:nvPr>
        </p:nvSpPr>
        <p:spPr/>
        <p:txBody>
          <a:bodyPr/>
          <a:lstStyle/>
          <a:p>
            <a:pPr>
              <a:defRPr/>
            </a:pPr>
            <a:fld id="{D715DAB4-2617-344A-8A4E-35068C8BFF94}" type="slidenum">
              <a:rPr lang="en-US" altLang="zh-TW" smtClean="0"/>
              <a:pPr>
                <a:defRPr/>
              </a:pPr>
              <a:t>2</a:t>
            </a:fld>
            <a:endParaRPr lang="en-US" altLang="zh-TW"/>
          </a:p>
        </p:txBody>
      </p:sp>
    </p:spTree>
    <p:extLst>
      <p:ext uri="{BB962C8B-B14F-4D97-AF65-F5344CB8AC3E}">
        <p14:creationId xmlns:p14="http://schemas.microsoft.com/office/powerpoint/2010/main" val="3169014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smtClean="0"/>
              <a:t>function </a:t>
            </a:r>
            <a:r>
              <a:rPr lang="en-US" altLang="zh-TW" dirty="0" err="1" smtClean="0"/>
              <a:t>fruitsArray</a:t>
            </a:r>
            <a:r>
              <a:rPr lang="en-US" altLang="zh-TW" dirty="0" smtClean="0"/>
              <a:t>() {</a:t>
            </a:r>
          </a:p>
          <a:p>
            <a:r>
              <a:rPr lang="en-US" altLang="zh-TW" dirty="0" smtClean="0"/>
              <a:t>            </a:t>
            </a:r>
            <a:r>
              <a:rPr lang="en-US" altLang="zh-TW" dirty="0" err="1" smtClean="0"/>
              <a:t>var</a:t>
            </a:r>
            <a:r>
              <a:rPr lang="en-US" altLang="zh-TW" dirty="0" smtClean="0"/>
              <a:t> </a:t>
            </a:r>
            <a:r>
              <a:rPr lang="en-US" altLang="zh-TW" dirty="0" err="1" smtClean="0"/>
              <a:t>fruitsArray</a:t>
            </a:r>
            <a:r>
              <a:rPr lang="en-US" altLang="zh-TW" dirty="0" smtClean="0"/>
              <a:t> = [{ "fruit": "Apple", "Price": 60, "Place": "USA" }, { "fruit": "Cherry", "Price": 260, "Place": "Canada" }];</a:t>
            </a:r>
          </a:p>
          <a:p>
            <a:r>
              <a:rPr lang="en-US" altLang="zh-TW" dirty="0" smtClean="0"/>
              <a:t>            </a:t>
            </a:r>
            <a:r>
              <a:rPr lang="en-US" altLang="zh-TW" dirty="0" err="1" smtClean="0"/>
              <a:t>fruitsArray.forEach</a:t>
            </a:r>
            <a:r>
              <a:rPr lang="en-US" altLang="zh-TW" dirty="0" smtClean="0"/>
              <a:t>(function (</a:t>
            </a:r>
            <a:r>
              <a:rPr lang="en-US" altLang="zh-TW" dirty="0" err="1" smtClean="0"/>
              <a:t>value,index</a:t>
            </a:r>
            <a:r>
              <a:rPr lang="en-US" altLang="zh-TW" dirty="0" smtClean="0"/>
              <a:t>) {</a:t>
            </a:r>
          </a:p>
          <a:p>
            <a:r>
              <a:rPr lang="en-US" altLang="zh-TW" dirty="0" smtClean="0"/>
              <a:t>                console.log("Index:"+index);</a:t>
            </a:r>
          </a:p>
          <a:p>
            <a:r>
              <a:rPr lang="en-US" altLang="zh-TW" dirty="0" smtClean="0"/>
              <a:t>                console.log("name:"+</a:t>
            </a:r>
            <a:r>
              <a:rPr lang="en-US" altLang="zh-TW" dirty="0" err="1" smtClean="0"/>
              <a:t>value.fruit</a:t>
            </a:r>
            <a:r>
              <a:rPr lang="en-US" altLang="zh-TW" dirty="0" smtClean="0"/>
              <a:t>);</a:t>
            </a:r>
          </a:p>
          <a:p>
            <a:r>
              <a:rPr lang="en-US" altLang="zh-TW" dirty="0" smtClean="0"/>
              <a:t>                console.log("price:"+</a:t>
            </a:r>
            <a:r>
              <a:rPr lang="en-US" altLang="zh-TW" dirty="0" err="1" smtClean="0"/>
              <a:t>value.Price</a:t>
            </a:r>
            <a:r>
              <a:rPr lang="en-US" altLang="zh-TW" dirty="0" smtClean="0"/>
              <a:t>);</a:t>
            </a:r>
          </a:p>
          <a:p>
            <a:r>
              <a:rPr lang="en-US" altLang="zh-TW" dirty="0" smtClean="0"/>
              <a:t>                console.log("place:"+</a:t>
            </a:r>
            <a:r>
              <a:rPr lang="en-US" altLang="zh-TW" dirty="0" err="1" smtClean="0"/>
              <a:t>value.Place</a:t>
            </a:r>
            <a:r>
              <a:rPr lang="en-US" altLang="zh-TW" dirty="0" smtClean="0"/>
              <a:t>);</a:t>
            </a:r>
          </a:p>
          <a:p>
            <a:r>
              <a:rPr lang="en-US" altLang="zh-TW" dirty="0" smtClean="0"/>
              <a:t>                console.log("=====================");</a:t>
            </a:r>
          </a:p>
          <a:p>
            <a:r>
              <a:rPr lang="en-US" altLang="zh-TW" dirty="0" smtClean="0"/>
              <a:t>            });</a:t>
            </a:r>
          </a:p>
          <a:p>
            <a:r>
              <a:rPr lang="en-US" altLang="zh-TW" dirty="0" smtClean="0"/>
              <a:t>}</a:t>
            </a:r>
            <a:endParaRPr lang="zh-TW" altLang="en-US" dirty="0"/>
          </a:p>
        </p:txBody>
      </p:sp>
      <p:sp>
        <p:nvSpPr>
          <p:cNvPr id="4" name="投影片編號版面配置區 3"/>
          <p:cNvSpPr>
            <a:spLocks noGrp="1"/>
          </p:cNvSpPr>
          <p:nvPr>
            <p:ph type="sldNum" sz="quarter" idx="10"/>
          </p:nvPr>
        </p:nvSpPr>
        <p:spPr/>
        <p:txBody>
          <a:bodyPr/>
          <a:lstStyle/>
          <a:p>
            <a:pPr>
              <a:defRPr/>
            </a:pPr>
            <a:fld id="{D715DAB4-2617-344A-8A4E-35068C8BFF94}" type="slidenum">
              <a:rPr lang="en-US" altLang="zh-TW" smtClean="0"/>
              <a:pPr>
                <a:defRPr/>
              </a:pPr>
              <a:t>36</a:t>
            </a:fld>
            <a:endParaRPr lang="en-US" altLang="zh-TW"/>
          </a:p>
        </p:txBody>
      </p:sp>
    </p:spTree>
    <p:extLst>
      <p:ext uri="{BB962C8B-B14F-4D97-AF65-F5344CB8AC3E}">
        <p14:creationId xmlns:p14="http://schemas.microsoft.com/office/powerpoint/2010/main" val="35090341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89" name="Slide Image Placeholder 1"/>
          <p:cNvSpPr>
            <a:spLocks noGrp="1" noRot="1" noChangeAspect="1"/>
          </p:cNvSpPr>
          <p:nvPr>
            <p:ph type="sldImg"/>
          </p:nvPr>
        </p:nvSpPr>
        <p:spPr bwMode="auto">
          <a:xfrm>
            <a:off x="4325938" y="73025"/>
            <a:ext cx="2466975" cy="1851025"/>
          </a:xfrm>
          <a:noFill/>
          <a:ln>
            <a:solidFill>
              <a:srgbClr val="000000"/>
            </a:solidFill>
            <a:miter lim="800000"/>
            <a:headEnd/>
            <a:tailEnd/>
          </a:ln>
        </p:spPr>
      </p:sp>
      <p:sp>
        <p:nvSpPr>
          <p:cNvPr id="242690"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lnSpc>
                <a:spcPct val="115000"/>
              </a:lnSpc>
              <a:spcBef>
                <a:spcPct val="0"/>
              </a:spcBef>
              <a:spcAft>
                <a:spcPts val="1000"/>
              </a:spcAft>
            </a:pPr>
            <a:r>
              <a:rPr lang="en-US" altLang="zh-TW" sz="1000">
                <a:latin typeface="Arial" charset="0"/>
                <a:ea typeface="Calibri" pitchFamily="34" charset="0"/>
                <a:cs typeface="Segoe UI" pitchFamily="34" charset="0"/>
              </a:rPr>
              <a:t>Highlight how JSON uses object literal notation to define an array of objects. Also mention the </a:t>
            </a:r>
            <a:r>
              <a:rPr lang="en-US" altLang="zh-TW" sz="1000" b="1">
                <a:latin typeface="Arial" charset="0"/>
                <a:ea typeface="Calibri" pitchFamily="34" charset="0"/>
                <a:cs typeface="Times New Roman" pitchFamily="18" charset="0"/>
              </a:rPr>
              <a:t>JSON.parse()</a:t>
            </a:r>
            <a:r>
              <a:rPr lang="en-US" altLang="zh-TW" sz="1000">
                <a:latin typeface="Arial" charset="0"/>
                <a:ea typeface="Calibri" pitchFamily="34" charset="0"/>
                <a:cs typeface="Segoe UI" pitchFamily="34" charset="0"/>
              </a:rPr>
              <a:t> and </a:t>
            </a:r>
            <a:r>
              <a:rPr lang="en-US" altLang="zh-TW" sz="1000" b="1">
                <a:latin typeface="Arial" charset="0"/>
                <a:ea typeface="Calibri" pitchFamily="34" charset="0"/>
                <a:cs typeface="Times New Roman" pitchFamily="18" charset="0"/>
              </a:rPr>
              <a:t>JSON.stringify()</a:t>
            </a:r>
            <a:r>
              <a:rPr lang="en-US" altLang="zh-TW" sz="1000">
                <a:latin typeface="Arial" charset="0"/>
                <a:ea typeface="Calibri" pitchFamily="34" charset="0"/>
                <a:cs typeface="Segoe UI" pitchFamily="34" charset="0"/>
              </a:rPr>
              <a:t> functions.</a:t>
            </a:r>
            <a:endParaRPr lang="en-US" altLang="zh-TW" sz="1000">
              <a:latin typeface="Arial" charset="0"/>
              <a:ea typeface="Calibri" pitchFamily="34" charset="0"/>
              <a:cs typeface="Times New Roman" pitchFamily="18" charset="0"/>
            </a:endParaRPr>
          </a:p>
        </p:txBody>
      </p:sp>
      <p:sp>
        <p:nvSpPr>
          <p:cNvPr id="81923"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14348A5B-9CE6-4327-B352-94D4101992B1}" type="slidenum">
              <a:rPr lang="en-US" altLang="zh-TW"/>
              <a:pPr fontAlgn="base">
                <a:spcBef>
                  <a:spcPct val="0"/>
                </a:spcBef>
                <a:spcAft>
                  <a:spcPct val="0"/>
                </a:spcAft>
                <a:defRPr/>
              </a:pPr>
              <a:t>45</a:t>
            </a:fld>
            <a:endParaRPr lang="en-US" altLang="zh-TW"/>
          </a:p>
        </p:txBody>
      </p:sp>
      <p:sp>
        <p:nvSpPr>
          <p:cNvPr id="5" name="Rectangle 4"/>
          <p:cNvSpPr/>
          <p:nvPr/>
        </p:nvSpPr>
        <p:spPr>
          <a:xfrm>
            <a:off x="0" y="0"/>
            <a:ext cx="3038475" cy="222250"/>
          </a:xfrm>
          <a:prstGeom prst="rect">
            <a:avLst/>
          </a:prstGeom>
          <a:no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kumimoji="0" lang="en-US" sz="1200" b="1" dirty="0">
                <a:solidFill>
                  <a:srgbClr val="000000"/>
                </a:solidFill>
                <a:latin typeface="Arial"/>
              </a:rPr>
              <a:t>20480B</a:t>
            </a:r>
          </a:p>
        </p:txBody>
      </p:sp>
      <p:sp>
        <p:nvSpPr>
          <p:cNvPr id="6" name="Rectangle 5"/>
          <p:cNvSpPr/>
          <p:nvPr/>
        </p:nvSpPr>
        <p:spPr>
          <a:xfrm>
            <a:off x="0" y="238125"/>
            <a:ext cx="3038475" cy="347663"/>
          </a:xfrm>
          <a:prstGeom prst="rect">
            <a:avLst/>
          </a:prstGeom>
          <a:no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kumimoji="0" lang="en-US" sz="1200" b="1" dirty="0">
                <a:solidFill>
                  <a:srgbClr val="336699"/>
                </a:solidFill>
                <a:latin typeface="Arial"/>
              </a:rPr>
              <a:t>3: Introduction to JavaScript</a:t>
            </a:r>
          </a:p>
        </p:txBody>
      </p:sp>
    </p:spTree>
    <p:extLst>
      <p:ext uri="{BB962C8B-B14F-4D97-AF65-F5344CB8AC3E}">
        <p14:creationId xmlns:p14="http://schemas.microsoft.com/office/powerpoint/2010/main" val="39487563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1" name="Slide Image Placeholder 1"/>
          <p:cNvSpPr>
            <a:spLocks noGrp="1" noRot="1" noChangeAspect="1"/>
          </p:cNvSpPr>
          <p:nvPr>
            <p:ph type="sldImg"/>
          </p:nvPr>
        </p:nvSpPr>
        <p:spPr bwMode="auto">
          <a:xfrm>
            <a:off x="4325938" y="73025"/>
            <a:ext cx="2466975" cy="1851025"/>
          </a:xfrm>
          <a:noFill/>
          <a:ln>
            <a:solidFill>
              <a:srgbClr val="000000"/>
            </a:solidFill>
            <a:miter lim="800000"/>
            <a:headEnd/>
            <a:tailEnd/>
          </a:ln>
        </p:spPr>
      </p:sp>
      <p:sp>
        <p:nvSpPr>
          <p:cNvPr id="250882"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lnSpc>
                <a:spcPct val="115000"/>
              </a:lnSpc>
              <a:spcBef>
                <a:spcPct val="0"/>
              </a:spcBef>
              <a:spcAft>
                <a:spcPts val="1000"/>
              </a:spcAft>
            </a:pPr>
            <a:r>
              <a:rPr lang="en-US" altLang="zh-TW" sz="1000">
                <a:latin typeface="Arial" charset="0"/>
                <a:ea typeface="Calibri" pitchFamily="34" charset="0"/>
                <a:cs typeface="Segoe UI" pitchFamily="34" charset="0"/>
              </a:rPr>
              <a:t>Highlight how JSON uses object literal notation to define an array of objects. Also mention the </a:t>
            </a:r>
            <a:r>
              <a:rPr lang="en-US" altLang="zh-TW" sz="1000" b="1">
                <a:latin typeface="Arial" charset="0"/>
                <a:ea typeface="Calibri" pitchFamily="34" charset="0"/>
                <a:cs typeface="Times New Roman" pitchFamily="18" charset="0"/>
              </a:rPr>
              <a:t>JSON.parse()</a:t>
            </a:r>
            <a:r>
              <a:rPr lang="en-US" altLang="zh-TW" sz="1000">
                <a:latin typeface="Arial" charset="0"/>
                <a:ea typeface="Calibri" pitchFamily="34" charset="0"/>
                <a:cs typeface="Segoe UI" pitchFamily="34" charset="0"/>
              </a:rPr>
              <a:t> and </a:t>
            </a:r>
            <a:r>
              <a:rPr lang="en-US" altLang="zh-TW" sz="1000" b="1">
                <a:latin typeface="Arial" charset="0"/>
                <a:ea typeface="Calibri" pitchFamily="34" charset="0"/>
                <a:cs typeface="Times New Roman" pitchFamily="18" charset="0"/>
              </a:rPr>
              <a:t>JSON.stringify()</a:t>
            </a:r>
            <a:r>
              <a:rPr lang="en-US" altLang="zh-TW" sz="1000">
                <a:latin typeface="Arial" charset="0"/>
                <a:ea typeface="Calibri" pitchFamily="34" charset="0"/>
                <a:cs typeface="Segoe UI" pitchFamily="34" charset="0"/>
              </a:rPr>
              <a:t> functions.</a:t>
            </a:r>
            <a:endParaRPr lang="en-US" altLang="zh-TW" sz="1000">
              <a:latin typeface="Arial" charset="0"/>
              <a:ea typeface="Calibri" pitchFamily="34" charset="0"/>
              <a:cs typeface="Times New Roman" pitchFamily="18" charset="0"/>
            </a:endParaRPr>
          </a:p>
        </p:txBody>
      </p:sp>
      <p:sp>
        <p:nvSpPr>
          <p:cNvPr id="81923"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97DEEAEC-59E6-4E7E-BAB8-425A3C03B85D}" type="slidenum">
              <a:rPr lang="en-US" altLang="zh-TW"/>
              <a:pPr fontAlgn="base">
                <a:spcBef>
                  <a:spcPct val="0"/>
                </a:spcBef>
                <a:spcAft>
                  <a:spcPct val="0"/>
                </a:spcAft>
                <a:defRPr/>
              </a:pPr>
              <a:t>46</a:t>
            </a:fld>
            <a:endParaRPr lang="en-US" altLang="zh-TW"/>
          </a:p>
        </p:txBody>
      </p:sp>
      <p:sp>
        <p:nvSpPr>
          <p:cNvPr id="5" name="Rectangle 4"/>
          <p:cNvSpPr/>
          <p:nvPr/>
        </p:nvSpPr>
        <p:spPr>
          <a:xfrm>
            <a:off x="0" y="0"/>
            <a:ext cx="3038475" cy="222250"/>
          </a:xfrm>
          <a:prstGeom prst="rect">
            <a:avLst/>
          </a:prstGeom>
          <a:no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kumimoji="0" lang="en-US" sz="1200" b="1" dirty="0">
                <a:solidFill>
                  <a:srgbClr val="000000"/>
                </a:solidFill>
                <a:latin typeface="Arial"/>
              </a:rPr>
              <a:t>20480B</a:t>
            </a:r>
          </a:p>
        </p:txBody>
      </p:sp>
      <p:sp>
        <p:nvSpPr>
          <p:cNvPr id="6" name="Rectangle 5"/>
          <p:cNvSpPr/>
          <p:nvPr/>
        </p:nvSpPr>
        <p:spPr>
          <a:xfrm>
            <a:off x="0" y="238125"/>
            <a:ext cx="3038475" cy="347663"/>
          </a:xfrm>
          <a:prstGeom prst="rect">
            <a:avLst/>
          </a:prstGeom>
          <a:no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kumimoji="0" lang="en-US" sz="1200" b="1" dirty="0">
                <a:solidFill>
                  <a:srgbClr val="336699"/>
                </a:solidFill>
                <a:latin typeface="Arial"/>
              </a:rPr>
              <a:t>3: Introduction to JavaScript</a:t>
            </a:r>
          </a:p>
        </p:txBody>
      </p:sp>
    </p:spTree>
    <p:extLst>
      <p:ext uri="{BB962C8B-B14F-4D97-AF65-F5344CB8AC3E}">
        <p14:creationId xmlns:p14="http://schemas.microsoft.com/office/powerpoint/2010/main" val="36248818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&lt;html&gt;</a:t>
            </a:r>
          </a:p>
          <a:p>
            <a:r>
              <a:rPr lang="en-US" altLang="zh-TW" dirty="0"/>
              <a:t>&lt;head&gt;</a:t>
            </a:r>
          </a:p>
          <a:p>
            <a:r>
              <a:rPr lang="en-US" altLang="zh-TW" dirty="0"/>
              <a:t>  &lt;title&gt;</a:t>
            </a:r>
            <a:r>
              <a:rPr lang="en-US" altLang="zh-TW" dirty="0" err="1"/>
              <a:t>getElementsByTagName</a:t>
            </a:r>
            <a:r>
              <a:rPr lang="en-US" altLang="zh-TW" dirty="0"/>
              <a:t> example&lt;/title&gt;</a:t>
            </a:r>
          </a:p>
          <a:p>
            <a:r>
              <a:rPr lang="en-US" altLang="zh-TW" dirty="0"/>
              <a:t>&lt;/head&gt; </a:t>
            </a:r>
          </a:p>
          <a:p>
            <a:r>
              <a:rPr lang="en-US" altLang="zh-TW" dirty="0"/>
              <a:t>&lt;body&gt;</a:t>
            </a:r>
          </a:p>
          <a:p>
            <a:r>
              <a:rPr lang="en-US" altLang="zh-TW" dirty="0"/>
              <a:t>  &lt;p&gt;Some outer text&lt;/p&gt;</a:t>
            </a:r>
          </a:p>
          <a:p>
            <a:r>
              <a:rPr lang="en-US" altLang="zh-TW" dirty="0"/>
              <a:t>  &lt;p&gt;Some outer text&lt;/p&gt;      </a:t>
            </a:r>
          </a:p>
          <a:p>
            <a:endParaRPr lang="en-US" altLang="zh-TW" dirty="0"/>
          </a:p>
          <a:p>
            <a:r>
              <a:rPr lang="en-US" altLang="zh-TW" dirty="0"/>
              <a:t>  &lt;div id="div1"&gt;</a:t>
            </a:r>
          </a:p>
          <a:p>
            <a:r>
              <a:rPr lang="en-US" altLang="zh-TW" dirty="0"/>
              <a:t>    &lt;p&gt;Some div1 text&lt;/p&gt;</a:t>
            </a:r>
          </a:p>
          <a:p>
            <a:r>
              <a:rPr lang="en-US" altLang="zh-TW" dirty="0"/>
              <a:t>    &lt;p&gt;Some div1 text&lt;/p&gt;</a:t>
            </a:r>
          </a:p>
          <a:p>
            <a:r>
              <a:rPr lang="en-US" altLang="zh-TW" dirty="0"/>
              <a:t>    &lt;p&gt;Some div1 text&lt;/p&gt;     </a:t>
            </a:r>
          </a:p>
          <a:p>
            <a:endParaRPr lang="en-US" altLang="zh-TW" dirty="0"/>
          </a:p>
          <a:p>
            <a:r>
              <a:rPr lang="en-US" altLang="zh-TW" dirty="0"/>
              <a:t>    &lt;div id="div2"&gt;</a:t>
            </a:r>
          </a:p>
          <a:p>
            <a:r>
              <a:rPr lang="en-US" altLang="zh-TW" dirty="0"/>
              <a:t>      &lt;p&gt;Some div2 text&lt;/p&gt;</a:t>
            </a:r>
          </a:p>
          <a:p>
            <a:r>
              <a:rPr lang="en-US" altLang="zh-TW" dirty="0"/>
              <a:t>      &lt;p&gt;Some div2 text&lt;/p&gt;</a:t>
            </a:r>
          </a:p>
          <a:p>
            <a:r>
              <a:rPr lang="en-US" altLang="zh-TW" dirty="0"/>
              <a:t>    &lt;/div&gt;</a:t>
            </a:r>
          </a:p>
          <a:p>
            <a:r>
              <a:rPr lang="en-US" altLang="zh-TW" dirty="0"/>
              <a:t>  &lt;/div&gt;</a:t>
            </a:r>
          </a:p>
          <a:p>
            <a:endParaRPr lang="en-US" altLang="zh-TW" dirty="0"/>
          </a:p>
          <a:p>
            <a:r>
              <a:rPr lang="en-US" altLang="zh-TW" dirty="0"/>
              <a:t>  &lt;p&gt;Some outer text&lt;/p&gt;</a:t>
            </a:r>
          </a:p>
          <a:p>
            <a:r>
              <a:rPr lang="en-US" altLang="zh-TW" dirty="0"/>
              <a:t>  &lt;p&gt;Some outer text&lt;/p&gt;</a:t>
            </a:r>
          </a:p>
          <a:p>
            <a:r>
              <a:rPr lang="en-US" altLang="zh-TW" dirty="0"/>
              <a:t>&lt;/body&gt;</a:t>
            </a:r>
          </a:p>
          <a:p>
            <a:r>
              <a:rPr lang="en-US" altLang="zh-TW" dirty="0"/>
              <a:t>&lt;/html&gt;</a:t>
            </a:r>
            <a:endParaRPr lang="zh-TW" altLang="en-US" dirty="0"/>
          </a:p>
        </p:txBody>
      </p:sp>
      <p:sp>
        <p:nvSpPr>
          <p:cNvPr id="4" name="投影片編號版面配置區 3"/>
          <p:cNvSpPr>
            <a:spLocks noGrp="1"/>
          </p:cNvSpPr>
          <p:nvPr>
            <p:ph type="sldNum" sz="quarter" idx="5"/>
          </p:nvPr>
        </p:nvSpPr>
        <p:spPr/>
        <p:txBody>
          <a:bodyPr/>
          <a:lstStyle/>
          <a:p>
            <a:pPr>
              <a:defRPr/>
            </a:pPr>
            <a:fld id="{D715DAB4-2617-344A-8A4E-35068C8BFF94}" type="slidenum">
              <a:rPr lang="en-US" altLang="zh-TW" smtClean="0"/>
              <a:pPr>
                <a:defRPr/>
              </a:pPr>
              <a:t>49</a:t>
            </a:fld>
            <a:endParaRPr lang="en-US" altLang="zh-TW"/>
          </a:p>
        </p:txBody>
      </p:sp>
    </p:spTree>
    <p:extLst>
      <p:ext uri="{BB962C8B-B14F-4D97-AF65-F5344CB8AC3E}">
        <p14:creationId xmlns:p14="http://schemas.microsoft.com/office/powerpoint/2010/main" val="24103455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1" name="投影片圖像版面配置區 1"/>
          <p:cNvSpPr>
            <a:spLocks noGrp="1" noRot="1" noChangeAspect="1"/>
          </p:cNvSpPr>
          <p:nvPr>
            <p:ph type="sldImg"/>
          </p:nvPr>
        </p:nvSpPr>
        <p:spPr bwMode="auto">
          <a:xfrm>
            <a:off x="4325938" y="73025"/>
            <a:ext cx="2466975" cy="1851025"/>
          </a:xfrm>
          <a:noFill/>
          <a:ln>
            <a:solidFill>
              <a:srgbClr val="000000"/>
            </a:solidFill>
            <a:miter lim="800000"/>
            <a:headEnd/>
            <a:tailEnd/>
          </a:ln>
        </p:spPr>
      </p:sp>
      <p:sp>
        <p:nvSpPr>
          <p:cNvPr id="184322" name="備忘稿版面配置區 2"/>
          <p:cNvSpPr>
            <a:spLocks noGrp="1"/>
          </p:cNvSpPr>
          <p:nvPr>
            <p:ph type="body" idx="1"/>
          </p:nvPr>
        </p:nvSpPr>
        <p:spPr bwMode="auto">
          <a:noFill/>
        </p:spPr>
        <p:txBody>
          <a:bodyPr wrap="square" numCol="1" anchor="t" anchorCtr="0" compatLnSpc="1">
            <a:prstTxWarp prst="textNoShape">
              <a:avLst/>
            </a:prstTxWarp>
          </a:bodyPr>
          <a:lstStyle/>
          <a:p>
            <a:r>
              <a:rPr lang="en-US" altLang="zh-TW"/>
              <a:t>&lt;!DOCTYPE html&gt;</a:t>
            </a:r>
          </a:p>
          <a:p>
            <a:r>
              <a:rPr lang="en-US" altLang="zh-TW"/>
              <a:t>&lt;html xmlns="http://www.w3.org/1999/xhtml"&gt;</a:t>
            </a:r>
          </a:p>
          <a:p>
            <a:r>
              <a:rPr lang="en-US" altLang="zh-TW"/>
              <a:t>&lt;head&gt;</a:t>
            </a:r>
          </a:p>
          <a:p>
            <a:r>
              <a:rPr lang="en-US" altLang="zh-TW"/>
              <a:t>&lt;meta charset="utf-8" /&gt;</a:t>
            </a:r>
          </a:p>
          <a:p>
            <a:r>
              <a:rPr lang="en-US" altLang="zh-TW"/>
              <a:t>&lt;title&gt;Binding events with JavaScript&lt;/title&gt;</a:t>
            </a:r>
          </a:p>
          <a:p>
            <a:r>
              <a:rPr lang="en-US" altLang="zh-TW"/>
              <a:t>&lt;/head&gt;</a:t>
            </a:r>
          </a:p>
          <a:p>
            <a:r>
              <a:rPr lang="en-US" altLang="zh-TW"/>
              <a:t>&lt;body&gt;</a:t>
            </a:r>
          </a:p>
          <a:p>
            <a:r>
              <a:rPr lang="en-US" altLang="zh-TW"/>
              <a:t>&lt;form&gt;</a:t>
            </a:r>
          </a:p>
          <a:p>
            <a:r>
              <a:rPr lang="en-US" altLang="zh-TW"/>
              <a:t>&lt;p&gt;</a:t>
            </a:r>
          </a:p>
          <a:p>
            <a:r>
              <a:rPr lang="en-US" altLang="zh-TW"/>
              <a:t>&lt;label&gt;Write Your Name:</a:t>
            </a:r>
          </a:p>
          <a:p>
            <a:r>
              <a:rPr lang="en-US" altLang="zh-TW"/>
              <a:t>&lt;input type="text" id="NameBox" /&gt;&lt;/label&gt;&lt;/p&gt;</a:t>
            </a:r>
          </a:p>
          <a:p>
            <a:r>
              <a:rPr lang="en-US" altLang="zh-TW"/>
              <a:t>&lt;input type="button" id="submit" value="Click to submit" /&gt;</a:t>
            </a:r>
          </a:p>
          <a:p>
            <a:r>
              <a:rPr lang="en-US" altLang="zh-TW"/>
              <a:t>&lt;/form&gt;</a:t>
            </a:r>
          </a:p>
          <a:p>
            <a:r>
              <a:rPr lang="en-US" altLang="zh-TW"/>
              <a:t>&lt;div id="thankYouArea"&gt;&lt;/div&gt;</a:t>
            </a:r>
          </a:p>
          <a:p>
            <a:r>
              <a:rPr lang="en-US" altLang="zh-TW"/>
              <a:t>&lt;script type="text/javascript"&gt;</a:t>
            </a:r>
          </a:p>
          <a:p>
            <a:r>
              <a:rPr lang="en-US" altLang="zh-TW"/>
              <a:t>function sayThankYou() {</a:t>
            </a:r>
          </a:p>
          <a:p>
            <a:r>
              <a:rPr lang="en-US" altLang="zh-TW"/>
              <a:t>var userName = document.getElementById("NameBox").value;</a:t>
            </a:r>
          </a:p>
          <a:p>
            <a:r>
              <a:rPr lang="en-US" altLang="zh-TW"/>
              <a:t>var thankYou = document.createElement("p");</a:t>
            </a:r>
          </a:p>
          <a:p>
            <a:r>
              <a:rPr lang="en-US" altLang="zh-TW"/>
              <a:t>thankYou.textContent = "Thank you " + userName;</a:t>
            </a:r>
          </a:p>
          <a:p>
            <a:r>
              <a:rPr lang="en-US" altLang="zh-TW"/>
              <a:t>document.getElementById("thankYouArea").appendChild(thankYou);</a:t>
            </a:r>
          </a:p>
          <a:p>
            <a:r>
              <a:rPr lang="en-US" altLang="zh-TW"/>
              <a:t>}</a:t>
            </a:r>
          </a:p>
          <a:p>
            <a:r>
              <a:rPr lang="en-US" altLang="zh-TW"/>
              <a:t>document.getElementById("submit").addEventListener("click", sayThankYou);</a:t>
            </a:r>
          </a:p>
          <a:p>
            <a:r>
              <a:rPr lang="en-US" altLang="zh-TW"/>
              <a:t>&lt;/script&gt;</a:t>
            </a:r>
          </a:p>
          <a:p>
            <a:r>
              <a:rPr lang="en-US" altLang="zh-TW"/>
              <a:t>&lt;/body&gt;</a:t>
            </a:r>
          </a:p>
          <a:p>
            <a:r>
              <a:rPr lang="en-US" altLang="zh-TW"/>
              <a:t>&lt;/html&gt;</a:t>
            </a:r>
            <a:endParaRPr lang="zh-TW" altLang="en-US"/>
          </a:p>
        </p:txBody>
      </p:sp>
      <p:sp>
        <p:nvSpPr>
          <p:cNvPr id="4" name="投影片編號版面配置區 3"/>
          <p:cNvSpPr>
            <a:spLocks noGrp="1"/>
          </p:cNvSpPr>
          <p:nvPr>
            <p:ph type="sldNum" sz="quarter" idx="5"/>
          </p:nvPr>
        </p:nvSpPr>
        <p:spPr/>
        <p:txBody>
          <a:bodyPr/>
          <a:lstStyle/>
          <a:p>
            <a:pPr>
              <a:defRPr/>
            </a:pPr>
            <a:fld id="{64005F96-57B0-4F07-8F83-CD2157680C0E}" type="slidenum">
              <a:rPr lang="en-US" smtClean="0"/>
              <a:pPr>
                <a:defRPr/>
              </a:pPr>
              <a:t>75</a:t>
            </a:fld>
            <a:endParaRPr lang="en-US" dirty="0"/>
          </a:p>
        </p:txBody>
      </p:sp>
    </p:spTree>
    <p:extLst>
      <p:ext uri="{BB962C8B-B14F-4D97-AF65-F5344CB8AC3E}">
        <p14:creationId xmlns:p14="http://schemas.microsoft.com/office/powerpoint/2010/main" val="2074290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Slide Image Placeholder 1"/>
          <p:cNvSpPr>
            <a:spLocks noGrp="1" noRot="1" noChangeAspect="1"/>
          </p:cNvSpPr>
          <p:nvPr>
            <p:ph type="sldImg"/>
          </p:nvPr>
        </p:nvSpPr>
        <p:spPr bwMode="auto">
          <a:xfrm>
            <a:off x="4325938" y="73025"/>
            <a:ext cx="2466975" cy="1851025"/>
          </a:xfrm>
          <a:noFill/>
          <a:ln>
            <a:solidFill>
              <a:srgbClr val="000000"/>
            </a:solidFill>
            <a:miter lim="800000"/>
            <a:headEnd/>
            <a:tailEnd/>
          </a:ln>
        </p:spPr>
      </p:sp>
      <p:sp>
        <p:nvSpPr>
          <p:cNvPr id="2355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lnSpc>
                <a:spcPct val="115000"/>
              </a:lnSpc>
              <a:spcBef>
                <a:spcPct val="0"/>
              </a:spcBef>
              <a:spcAft>
                <a:spcPts val="1000"/>
              </a:spcAft>
            </a:pPr>
            <a:r>
              <a:rPr lang="en-US" altLang="zh-TW" sz="1000">
                <a:latin typeface="Arial" charset="0"/>
                <a:ea typeface="Calibri" pitchFamily="34" charset="0"/>
                <a:cs typeface="Segoe UI" pitchFamily="34" charset="0"/>
              </a:rPr>
              <a:t>Do not spend too long on this topic. The important points to get across are that an HTML page should include a DOCTYPE declaration to enable the browser to determine how to interpret the HTML markup in the page, and if you are using HTML5 you simply need to specify a DOCTYPE of </a:t>
            </a:r>
            <a:r>
              <a:rPr lang="en-US" altLang="zh-TW" sz="1000" b="1">
                <a:latin typeface="Arial" charset="0"/>
                <a:ea typeface="Calibri" pitchFamily="34" charset="0"/>
                <a:cs typeface="Times New Roman" pitchFamily="18" charset="0"/>
              </a:rPr>
              <a:t>html</a:t>
            </a:r>
            <a:r>
              <a:rPr lang="en-US" altLang="zh-TW" sz="1000">
                <a:latin typeface="Arial" charset="0"/>
                <a:ea typeface="Calibri" pitchFamily="34" charset="0"/>
                <a:cs typeface="Segoe UI" pitchFamily="34" charset="0"/>
              </a:rPr>
              <a:t>.</a:t>
            </a:r>
            <a:endParaRPr lang="en-US" altLang="zh-TW" sz="1000">
              <a:latin typeface="Arial" charset="0"/>
              <a:ea typeface="Calibri" pitchFamily="34" charset="0"/>
              <a:cs typeface="Times New Roman" pitchFamily="18" charset="0"/>
            </a:endParaRPr>
          </a:p>
          <a:p>
            <a:pPr eaLnBrk="1" hangingPunct="1">
              <a:lnSpc>
                <a:spcPct val="115000"/>
              </a:lnSpc>
              <a:spcBef>
                <a:spcPct val="0"/>
              </a:spcBef>
              <a:spcAft>
                <a:spcPts val="1000"/>
              </a:spcAft>
            </a:pPr>
            <a:r>
              <a:rPr lang="en-US" altLang="zh-TW" sz="1000">
                <a:latin typeface="Arial" charset="0"/>
                <a:ea typeface="Calibri" pitchFamily="34" charset="0"/>
                <a:cs typeface="Segoe UI" pitchFamily="34" charset="0"/>
              </a:rPr>
              <a:t>Note the inclusion of &lt;meta charset="utf-8"/&gt; in the first 512 bytes of the code example to prevent a security risk. </a:t>
            </a:r>
            <a:endParaRPr lang="en-US" altLang="zh-TW" sz="1000">
              <a:latin typeface="Arial" charset="0"/>
              <a:ea typeface="Calibri" pitchFamily="34" charset="0"/>
              <a:cs typeface="Times New Roman" pitchFamily="18" charset="0"/>
            </a:endParaRPr>
          </a:p>
          <a:p>
            <a:pPr eaLnBrk="1" hangingPunct="1">
              <a:lnSpc>
                <a:spcPct val="115000"/>
              </a:lnSpc>
              <a:spcBef>
                <a:spcPct val="0"/>
              </a:spcBef>
              <a:spcAft>
                <a:spcPts val="1000"/>
              </a:spcAft>
            </a:pPr>
            <a:r>
              <a:rPr lang="en-US" altLang="zh-TW" sz="1000">
                <a:latin typeface="Arial" charset="0"/>
                <a:ea typeface="Calibri" pitchFamily="34" charset="0"/>
                <a:cs typeface="Segoe UI" pitchFamily="34" charset="0"/>
              </a:rPr>
              <a:t>Note also that while including the HTML5 DOCTYPE is not mandatory, not doing so means the following:</a:t>
            </a:r>
            <a:endParaRPr lang="en-US" altLang="zh-TW" sz="1000">
              <a:latin typeface="Arial" charset="0"/>
              <a:ea typeface="Calibri" pitchFamily="34" charset="0"/>
              <a:cs typeface="Times New Roman" pitchFamily="18" charset="0"/>
            </a:endParaRPr>
          </a:p>
          <a:p>
            <a:pPr eaLnBrk="1" hangingPunct="1">
              <a:lnSpc>
                <a:spcPct val="115000"/>
              </a:lnSpc>
              <a:spcBef>
                <a:spcPct val="0"/>
              </a:spcBef>
              <a:spcAft>
                <a:spcPts val="1000"/>
              </a:spcAft>
              <a:buFont typeface="Symbol" pitchFamily="18" charset="2"/>
              <a:buChar char=""/>
            </a:pPr>
            <a:r>
              <a:rPr lang="en-US" altLang="zh-TW" sz="1000">
                <a:latin typeface="Arial" charset="0"/>
                <a:ea typeface="Times New Roman" pitchFamily="18" charset="0"/>
                <a:cs typeface="Segoe UI" pitchFamily="34" charset="0"/>
              </a:rPr>
              <a:t>Browsers don't recognize that the document is HTML5, and some browsers will ignore the new elements. </a:t>
            </a:r>
            <a:endParaRPr lang="en-US" altLang="zh-TW" sz="1000">
              <a:latin typeface="Arial" charset="0"/>
              <a:cs typeface="Times New Roman" pitchFamily="18" charset="0"/>
            </a:endParaRPr>
          </a:p>
          <a:p>
            <a:pPr eaLnBrk="1" hangingPunct="1">
              <a:lnSpc>
                <a:spcPct val="115000"/>
              </a:lnSpc>
              <a:spcBef>
                <a:spcPct val="0"/>
              </a:spcBef>
              <a:spcAft>
                <a:spcPts val="1000"/>
              </a:spcAft>
              <a:buFont typeface="Symbol" pitchFamily="18" charset="2"/>
              <a:buChar char=""/>
            </a:pPr>
            <a:r>
              <a:rPr lang="en-US" altLang="zh-TW" sz="1000">
                <a:latin typeface="Arial" charset="0"/>
                <a:cs typeface="Times New Roman" pitchFamily="18" charset="0"/>
              </a:rPr>
              <a:t>Browsers start working in quirks mode.</a:t>
            </a:r>
          </a:p>
        </p:txBody>
      </p:sp>
      <p:sp>
        <p:nvSpPr>
          <p:cNvPr id="23555"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F19E6F42-FDD8-4A19-87B3-58751C553F0B}" type="slidenum">
              <a:rPr lang="en-US" altLang="zh-TW"/>
              <a:pPr fontAlgn="base">
                <a:spcBef>
                  <a:spcPct val="0"/>
                </a:spcBef>
                <a:spcAft>
                  <a:spcPct val="0"/>
                </a:spcAft>
                <a:defRPr/>
              </a:pPr>
              <a:t>76</a:t>
            </a:fld>
            <a:endParaRPr lang="en-US" altLang="zh-TW"/>
          </a:p>
        </p:txBody>
      </p:sp>
      <p:sp>
        <p:nvSpPr>
          <p:cNvPr id="5" name="Rectangle 4"/>
          <p:cNvSpPr/>
          <p:nvPr/>
        </p:nvSpPr>
        <p:spPr>
          <a:xfrm>
            <a:off x="0" y="0"/>
            <a:ext cx="3038475" cy="222250"/>
          </a:xfrm>
          <a:prstGeom prst="rect">
            <a:avLst/>
          </a:prstGeom>
          <a:no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kumimoji="0" lang="en-US" sz="1200" b="1" dirty="0">
                <a:solidFill>
                  <a:srgbClr val="000000"/>
                </a:solidFill>
                <a:latin typeface="Arial"/>
              </a:rPr>
              <a:t>20480B</a:t>
            </a:r>
          </a:p>
        </p:txBody>
      </p:sp>
      <p:sp>
        <p:nvSpPr>
          <p:cNvPr id="6" name="Rectangle 5"/>
          <p:cNvSpPr/>
          <p:nvPr/>
        </p:nvSpPr>
        <p:spPr>
          <a:xfrm>
            <a:off x="0" y="238125"/>
            <a:ext cx="3038475" cy="347663"/>
          </a:xfrm>
          <a:prstGeom prst="rect">
            <a:avLst/>
          </a:prstGeom>
          <a:no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kumimoji="0" lang="en-GB" sz="1200" b="1" dirty="0">
                <a:solidFill>
                  <a:srgbClr val="336699"/>
                </a:solidFill>
                <a:latin typeface="Arial"/>
              </a:rPr>
              <a:t>1: Overview of HTML and CSS</a:t>
            </a:r>
            <a:endParaRPr kumimoji="0" lang="en-US" sz="1200" b="1" dirty="0">
              <a:solidFill>
                <a:srgbClr val="336699"/>
              </a:solidFill>
              <a:latin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Slide Image Placeholder 1"/>
          <p:cNvSpPr>
            <a:spLocks noGrp="1" noRot="1" noChangeAspect="1"/>
          </p:cNvSpPr>
          <p:nvPr>
            <p:ph type="sldImg"/>
          </p:nvPr>
        </p:nvSpPr>
        <p:spPr bwMode="auto">
          <a:xfrm>
            <a:off x="4325938" y="73025"/>
            <a:ext cx="2466975" cy="1851025"/>
          </a:xfrm>
          <a:noFill/>
          <a:ln>
            <a:solidFill>
              <a:srgbClr val="000000"/>
            </a:solidFill>
            <a:miter lim="800000"/>
            <a:headEnd/>
            <a:tailEnd/>
          </a:ln>
        </p:spPr>
      </p:sp>
      <p:sp>
        <p:nvSpPr>
          <p:cNvPr id="27650"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lnSpc>
                <a:spcPct val="115000"/>
              </a:lnSpc>
              <a:spcBef>
                <a:spcPct val="0"/>
              </a:spcBef>
              <a:spcAft>
                <a:spcPts val="1000"/>
              </a:spcAft>
            </a:pPr>
            <a:r>
              <a:rPr lang="en-US" altLang="zh-TW" sz="1000">
                <a:latin typeface="Arial" charset="0"/>
                <a:ea typeface="Calibri" pitchFamily="34" charset="0"/>
                <a:cs typeface="Segoe UI" pitchFamily="34" charset="0"/>
              </a:rPr>
              <a:t>Do not spend too long on this topic. The important points to get across are that an HTML page should include a DOCTYPE declaration to enable the browser to determine how to interpret the HTML markup in the page, and if you are using HTML5 you simply need to specify a DOCTYPE of </a:t>
            </a:r>
            <a:r>
              <a:rPr lang="en-US" altLang="zh-TW" sz="1000" b="1">
                <a:latin typeface="Arial" charset="0"/>
                <a:ea typeface="Calibri" pitchFamily="34" charset="0"/>
                <a:cs typeface="Times New Roman" pitchFamily="18" charset="0"/>
              </a:rPr>
              <a:t>html</a:t>
            </a:r>
            <a:r>
              <a:rPr lang="en-US" altLang="zh-TW" sz="1000">
                <a:latin typeface="Arial" charset="0"/>
                <a:ea typeface="Calibri" pitchFamily="34" charset="0"/>
                <a:cs typeface="Segoe UI" pitchFamily="34" charset="0"/>
              </a:rPr>
              <a:t>.</a:t>
            </a:r>
            <a:endParaRPr lang="en-US" altLang="zh-TW" sz="1000">
              <a:latin typeface="Arial" charset="0"/>
              <a:ea typeface="Calibri" pitchFamily="34" charset="0"/>
              <a:cs typeface="Times New Roman" pitchFamily="18" charset="0"/>
            </a:endParaRPr>
          </a:p>
          <a:p>
            <a:pPr eaLnBrk="1" hangingPunct="1">
              <a:lnSpc>
                <a:spcPct val="115000"/>
              </a:lnSpc>
              <a:spcBef>
                <a:spcPct val="0"/>
              </a:spcBef>
              <a:spcAft>
                <a:spcPts val="1000"/>
              </a:spcAft>
            </a:pPr>
            <a:r>
              <a:rPr lang="en-US" altLang="zh-TW" sz="1000">
                <a:latin typeface="Arial" charset="0"/>
                <a:ea typeface="Calibri" pitchFamily="34" charset="0"/>
                <a:cs typeface="Segoe UI" pitchFamily="34" charset="0"/>
              </a:rPr>
              <a:t>Note the inclusion of &lt;meta charset="utf-8"/&gt; in the first 512 bytes of the code example to prevent a security risk. </a:t>
            </a:r>
            <a:endParaRPr lang="en-US" altLang="zh-TW" sz="1000">
              <a:latin typeface="Arial" charset="0"/>
              <a:ea typeface="Calibri" pitchFamily="34" charset="0"/>
              <a:cs typeface="Times New Roman" pitchFamily="18" charset="0"/>
            </a:endParaRPr>
          </a:p>
          <a:p>
            <a:pPr eaLnBrk="1" hangingPunct="1">
              <a:lnSpc>
                <a:spcPct val="115000"/>
              </a:lnSpc>
              <a:spcBef>
                <a:spcPct val="0"/>
              </a:spcBef>
              <a:spcAft>
                <a:spcPts val="1000"/>
              </a:spcAft>
            </a:pPr>
            <a:r>
              <a:rPr lang="en-US" altLang="zh-TW" sz="1000">
                <a:latin typeface="Arial" charset="0"/>
                <a:ea typeface="Calibri" pitchFamily="34" charset="0"/>
                <a:cs typeface="Segoe UI" pitchFamily="34" charset="0"/>
              </a:rPr>
              <a:t>Note also that while including the HTML5 DOCTYPE is not mandatory, not doing so means the following:</a:t>
            </a:r>
            <a:endParaRPr lang="en-US" altLang="zh-TW" sz="1000">
              <a:latin typeface="Arial" charset="0"/>
              <a:ea typeface="Calibri" pitchFamily="34" charset="0"/>
              <a:cs typeface="Times New Roman" pitchFamily="18" charset="0"/>
            </a:endParaRPr>
          </a:p>
          <a:p>
            <a:pPr eaLnBrk="1" hangingPunct="1">
              <a:lnSpc>
                <a:spcPct val="115000"/>
              </a:lnSpc>
              <a:spcBef>
                <a:spcPct val="0"/>
              </a:spcBef>
              <a:spcAft>
                <a:spcPts val="1000"/>
              </a:spcAft>
              <a:buFont typeface="Symbol" pitchFamily="18" charset="2"/>
              <a:buChar char=""/>
            </a:pPr>
            <a:r>
              <a:rPr lang="en-US" altLang="zh-TW" sz="1000">
                <a:latin typeface="Arial" charset="0"/>
                <a:ea typeface="Times New Roman" pitchFamily="18" charset="0"/>
                <a:cs typeface="Segoe UI" pitchFamily="34" charset="0"/>
              </a:rPr>
              <a:t>Browsers don't recognize that the document is HTML5, and some browsers will ignore the new elements. </a:t>
            </a:r>
            <a:endParaRPr lang="en-US" altLang="zh-TW" sz="1000">
              <a:latin typeface="Arial" charset="0"/>
              <a:cs typeface="Times New Roman" pitchFamily="18" charset="0"/>
            </a:endParaRPr>
          </a:p>
          <a:p>
            <a:pPr eaLnBrk="1" hangingPunct="1">
              <a:lnSpc>
                <a:spcPct val="115000"/>
              </a:lnSpc>
              <a:spcBef>
                <a:spcPct val="0"/>
              </a:spcBef>
              <a:spcAft>
                <a:spcPts val="1000"/>
              </a:spcAft>
              <a:buFont typeface="Symbol" pitchFamily="18" charset="2"/>
              <a:buChar char=""/>
            </a:pPr>
            <a:r>
              <a:rPr lang="en-US" altLang="zh-TW" sz="1000">
                <a:latin typeface="Arial" charset="0"/>
                <a:cs typeface="Times New Roman" pitchFamily="18" charset="0"/>
              </a:rPr>
              <a:t>Browsers start working in quirks mode.</a:t>
            </a:r>
          </a:p>
        </p:txBody>
      </p:sp>
      <p:sp>
        <p:nvSpPr>
          <p:cNvPr id="27651"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F76BEE43-0308-4267-9FC2-A7D143D7B4D6}" type="slidenum">
              <a:rPr lang="en-US" altLang="zh-TW"/>
              <a:pPr fontAlgn="base">
                <a:spcBef>
                  <a:spcPct val="0"/>
                </a:spcBef>
                <a:spcAft>
                  <a:spcPct val="0"/>
                </a:spcAft>
                <a:defRPr/>
              </a:pPr>
              <a:t>77</a:t>
            </a:fld>
            <a:endParaRPr lang="en-US" altLang="zh-TW"/>
          </a:p>
        </p:txBody>
      </p:sp>
      <p:sp>
        <p:nvSpPr>
          <p:cNvPr id="5" name="Rectangle 4"/>
          <p:cNvSpPr/>
          <p:nvPr/>
        </p:nvSpPr>
        <p:spPr>
          <a:xfrm>
            <a:off x="0" y="0"/>
            <a:ext cx="3038475" cy="222250"/>
          </a:xfrm>
          <a:prstGeom prst="rect">
            <a:avLst/>
          </a:prstGeom>
          <a:no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kumimoji="0" lang="en-US" sz="1200" b="1" dirty="0">
                <a:solidFill>
                  <a:srgbClr val="000000"/>
                </a:solidFill>
                <a:latin typeface="Arial"/>
              </a:rPr>
              <a:t>20480B</a:t>
            </a:r>
          </a:p>
        </p:txBody>
      </p:sp>
      <p:sp>
        <p:nvSpPr>
          <p:cNvPr id="6" name="Rectangle 5"/>
          <p:cNvSpPr/>
          <p:nvPr/>
        </p:nvSpPr>
        <p:spPr>
          <a:xfrm>
            <a:off x="0" y="238125"/>
            <a:ext cx="3038475" cy="347663"/>
          </a:xfrm>
          <a:prstGeom prst="rect">
            <a:avLst/>
          </a:prstGeom>
          <a:no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kumimoji="0" lang="en-GB" sz="1200" b="1" dirty="0">
                <a:solidFill>
                  <a:srgbClr val="336699"/>
                </a:solidFill>
                <a:latin typeface="Arial"/>
              </a:rPr>
              <a:t>1: Overview of HTML and CSS</a:t>
            </a:r>
            <a:endParaRPr kumimoji="0" lang="en-US" sz="1200" b="1" dirty="0">
              <a:solidFill>
                <a:srgbClr val="336699"/>
              </a:solidFill>
              <a:latin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Slide Image Placeholder 1"/>
          <p:cNvSpPr>
            <a:spLocks noGrp="1" noRot="1" noChangeAspect="1"/>
          </p:cNvSpPr>
          <p:nvPr>
            <p:ph type="sldImg"/>
          </p:nvPr>
        </p:nvSpPr>
        <p:spPr bwMode="auto">
          <a:xfrm>
            <a:off x="4325938" y="73025"/>
            <a:ext cx="2466975" cy="1851025"/>
          </a:xfrm>
          <a:noFill/>
          <a:ln>
            <a:solidFill>
              <a:srgbClr val="000000"/>
            </a:solidFill>
            <a:miter lim="800000"/>
            <a:headEnd/>
            <a:tailEnd/>
          </a:ln>
        </p:spPr>
      </p:sp>
      <p:sp>
        <p:nvSpPr>
          <p:cNvPr id="46082"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lnSpc>
                <a:spcPct val="115000"/>
              </a:lnSpc>
              <a:spcBef>
                <a:spcPct val="0"/>
              </a:spcBef>
              <a:spcAft>
                <a:spcPts val="1000"/>
              </a:spcAft>
            </a:pPr>
            <a:r>
              <a:rPr lang="en-US" altLang="zh-TW" sz="1000">
                <a:latin typeface="Arial" charset="0"/>
                <a:ea typeface="Calibri" pitchFamily="34" charset="0"/>
                <a:cs typeface="Segoe UI" pitchFamily="34" charset="0"/>
              </a:rPr>
              <a:t>The purpose of this topic to describe the purpose of JavaScript and how to reference code from an HTML page. Do not go into the details of the JavaScript language, as this subject is introduced in module 3.</a:t>
            </a:r>
            <a:endParaRPr lang="en-US" altLang="zh-TW" sz="1000">
              <a:latin typeface="Arial" charset="0"/>
              <a:ea typeface="Calibri" pitchFamily="34" charset="0"/>
              <a:cs typeface="Times New Roman" pitchFamily="18" charset="0"/>
            </a:endParaRPr>
          </a:p>
        </p:txBody>
      </p:sp>
      <p:sp>
        <p:nvSpPr>
          <p:cNvPr id="80899"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93110BF3-1C7A-4680-9B62-01BBAA5EAA7D}" type="slidenum">
              <a:rPr lang="en-US" altLang="zh-TW"/>
              <a:pPr fontAlgn="base">
                <a:spcBef>
                  <a:spcPct val="0"/>
                </a:spcBef>
                <a:spcAft>
                  <a:spcPct val="0"/>
                </a:spcAft>
                <a:defRPr/>
              </a:pPr>
              <a:t>78</a:t>
            </a:fld>
            <a:endParaRPr lang="en-US" altLang="zh-TW"/>
          </a:p>
        </p:txBody>
      </p:sp>
      <p:sp>
        <p:nvSpPr>
          <p:cNvPr id="5" name="Rectangle 4"/>
          <p:cNvSpPr/>
          <p:nvPr/>
        </p:nvSpPr>
        <p:spPr>
          <a:xfrm>
            <a:off x="0" y="0"/>
            <a:ext cx="3038475" cy="222250"/>
          </a:xfrm>
          <a:prstGeom prst="rect">
            <a:avLst/>
          </a:prstGeom>
          <a:no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kumimoji="0" lang="en-US" sz="1200" b="1" dirty="0">
                <a:solidFill>
                  <a:srgbClr val="000000"/>
                </a:solidFill>
                <a:latin typeface="Arial"/>
              </a:rPr>
              <a:t>20480B</a:t>
            </a:r>
          </a:p>
        </p:txBody>
      </p:sp>
      <p:sp>
        <p:nvSpPr>
          <p:cNvPr id="6" name="Rectangle 5"/>
          <p:cNvSpPr/>
          <p:nvPr/>
        </p:nvSpPr>
        <p:spPr>
          <a:xfrm>
            <a:off x="0" y="238125"/>
            <a:ext cx="3038475" cy="347663"/>
          </a:xfrm>
          <a:prstGeom prst="rect">
            <a:avLst/>
          </a:prstGeom>
          <a:no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kumimoji="0" lang="en-GB" sz="1200" b="1" dirty="0">
                <a:solidFill>
                  <a:srgbClr val="336699"/>
                </a:solidFill>
                <a:latin typeface="Arial"/>
              </a:rPr>
              <a:t>1: Overview of HTML and CSS</a:t>
            </a:r>
            <a:endParaRPr kumimoji="0" lang="en-US" sz="1200" b="1" dirty="0">
              <a:solidFill>
                <a:srgbClr val="336699"/>
              </a:solidFill>
              <a:latin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Slide Image Placeholder 1"/>
          <p:cNvSpPr>
            <a:spLocks noGrp="1" noRot="1" noChangeAspect="1"/>
          </p:cNvSpPr>
          <p:nvPr>
            <p:ph type="sldImg"/>
          </p:nvPr>
        </p:nvSpPr>
        <p:spPr bwMode="auto">
          <a:xfrm>
            <a:off x="4325938" y="73025"/>
            <a:ext cx="2466975" cy="1851025"/>
          </a:xfrm>
          <a:noFill/>
          <a:ln>
            <a:solidFill>
              <a:srgbClr val="000000"/>
            </a:solidFill>
            <a:miter lim="800000"/>
            <a:headEnd/>
            <a:tailEnd/>
          </a:ln>
        </p:spPr>
      </p:sp>
      <p:sp>
        <p:nvSpPr>
          <p:cNvPr id="41986"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lnSpc>
                <a:spcPct val="115000"/>
              </a:lnSpc>
              <a:spcBef>
                <a:spcPct val="0"/>
              </a:spcBef>
              <a:spcAft>
                <a:spcPts val="1000"/>
              </a:spcAft>
            </a:pPr>
            <a:r>
              <a:rPr lang="en-US" altLang="zh-TW" sz="1000">
                <a:latin typeface="Arial" charset="0"/>
                <a:ea typeface="Calibri" pitchFamily="34" charset="0"/>
                <a:cs typeface="Segoe UI" pitchFamily="34" charset="0"/>
              </a:rPr>
              <a:t>Do not get embroiled in a discussion comparing GET with POST; just highlight that POST requests can include data in the </a:t>
            </a:r>
            <a:r>
              <a:rPr lang="en-US" altLang="zh-TW" sz="1000" b="1">
                <a:latin typeface="Arial" charset="0"/>
                <a:ea typeface="Calibri" pitchFamily="34" charset="0"/>
                <a:cs typeface="Times New Roman" pitchFamily="18" charset="0"/>
              </a:rPr>
              <a:t>send()</a:t>
            </a:r>
            <a:r>
              <a:rPr lang="en-US" altLang="zh-TW" sz="1000">
                <a:latin typeface="Arial" charset="0"/>
                <a:ea typeface="Calibri" pitchFamily="34" charset="0"/>
                <a:cs typeface="Segoe UI" pitchFamily="34" charset="0"/>
              </a:rPr>
              <a:t> function (this is described later).</a:t>
            </a:r>
            <a:endParaRPr lang="en-US" altLang="zh-TW" sz="1000">
              <a:latin typeface="Arial" charset="0"/>
              <a:ea typeface="Calibri" pitchFamily="34" charset="0"/>
              <a:cs typeface="Times New Roman" pitchFamily="18" charset="0"/>
            </a:endParaRPr>
          </a:p>
          <a:p>
            <a:pPr eaLnBrk="1" hangingPunct="1">
              <a:lnSpc>
                <a:spcPct val="115000"/>
              </a:lnSpc>
              <a:spcBef>
                <a:spcPct val="0"/>
              </a:spcBef>
              <a:spcAft>
                <a:spcPts val="1000"/>
              </a:spcAft>
            </a:pPr>
            <a:r>
              <a:rPr lang="en-US" altLang="zh-TW" sz="1000">
                <a:solidFill>
                  <a:srgbClr val="000000"/>
                </a:solidFill>
                <a:latin typeface="Arial" charset="0"/>
                <a:ea typeface="Calibri" pitchFamily="34" charset="0"/>
                <a:cs typeface="Segoe UI" pitchFamily="34" charset="0"/>
              </a:rPr>
              <a:t>Note that handling the response to a request is discussed later in this lesson.</a:t>
            </a:r>
            <a:endParaRPr lang="en-US" altLang="zh-TW" sz="1000">
              <a:latin typeface="Arial" charset="0"/>
              <a:ea typeface="Calibri" pitchFamily="34" charset="0"/>
              <a:cs typeface="Times New Roman" pitchFamily="18" charset="0"/>
            </a:endParaRPr>
          </a:p>
        </p:txBody>
      </p:sp>
      <p:sp>
        <p:nvSpPr>
          <p:cNvPr id="40963"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223F120A-2B29-4933-9E68-DC51C5A43369}" type="slidenum">
              <a:rPr lang="en-US" altLang="zh-TW"/>
              <a:pPr fontAlgn="base">
                <a:spcBef>
                  <a:spcPct val="0"/>
                </a:spcBef>
                <a:spcAft>
                  <a:spcPct val="0"/>
                </a:spcAft>
                <a:defRPr/>
              </a:pPr>
              <a:t>80</a:t>
            </a:fld>
            <a:endParaRPr lang="en-US" altLang="zh-TW"/>
          </a:p>
        </p:txBody>
      </p:sp>
      <p:sp>
        <p:nvSpPr>
          <p:cNvPr id="5" name="Rectangle 4"/>
          <p:cNvSpPr/>
          <p:nvPr/>
        </p:nvSpPr>
        <p:spPr>
          <a:xfrm>
            <a:off x="0" y="0"/>
            <a:ext cx="3038475" cy="222250"/>
          </a:xfrm>
          <a:prstGeom prst="rect">
            <a:avLst/>
          </a:prstGeom>
          <a:no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kumimoji="0" lang="en-US" sz="1200" b="1" dirty="0">
                <a:solidFill>
                  <a:srgbClr val="000000"/>
                </a:solidFill>
                <a:latin typeface="Arial"/>
              </a:rPr>
              <a:t>20480B</a:t>
            </a:r>
          </a:p>
        </p:txBody>
      </p:sp>
      <p:sp>
        <p:nvSpPr>
          <p:cNvPr id="6" name="Rectangle 5"/>
          <p:cNvSpPr/>
          <p:nvPr/>
        </p:nvSpPr>
        <p:spPr>
          <a:xfrm>
            <a:off x="0" y="238125"/>
            <a:ext cx="3038475" cy="347663"/>
          </a:xfrm>
          <a:prstGeom prst="rect">
            <a:avLst/>
          </a:prstGeom>
          <a:no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kumimoji="0" lang="en-GB" sz="1200" b="1" dirty="0">
                <a:solidFill>
                  <a:srgbClr val="336699"/>
                </a:solidFill>
                <a:latin typeface="Arial"/>
              </a:rPr>
              <a:t>5: Communicating with a Remote Server</a:t>
            </a:r>
            <a:endParaRPr kumimoji="0" lang="en-US" sz="1200" b="1" dirty="0">
              <a:solidFill>
                <a:srgbClr val="336699"/>
              </a:solidFill>
              <a:latin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utility.js</a:t>
            </a:r>
          </a:p>
          <a:p>
            <a:endParaRPr lang="en-US" altLang="zh-TW" dirty="0"/>
          </a:p>
          <a:p>
            <a:r>
              <a:rPr lang="en-US" altLang="zh-TW" dirty="0"/>
              <a:t>function </a:t>
            </a:r>
            <a:r>
              <a:rPr lang="en-US" altLang="zh-TW" dirty="0" err="1"/>
              <a:t>createXMLHttpRequest</a:t>
            </a:r>
            <a:r>
              <a:rPr lang="en-US" altLang="zh-TW" dirty="0"/>
              <a:t>()</a:t>
            </a:r>
          </a:p>
          <a:p>
            <a:r>
              <a:rPr lang="en-US" altLang="zh-TW" dirty="0"/>
              <a:t>{</a:t>
            </a:r>
          </a:p>
          <a:p>
            <a:r>
              <a:rPr lang="en-US" altLang="zh-TW" dirty="0"/>
              <a:t>  try						//</a:t>
            </a:r>
            <a:r>
              <a:rPr lang="zh-TW" altLang="en-US" dirty="0"/>
              <a:t>其它非</a:t>
            </a:r>
            <a:r>
              <a:rPr lang="en-US" altLang="zh-TW" dirty="0"/>
              <a:t>IE</a:t>
            </a:r>
            <a:r>
              <a:rPr lang="zh-TW" altLang="en-US" dirty="0"/>
              <a:t>的瀏覽器</a:t>
            </a:r>
          </a:p>
          <a:p>
            <a:r>
              <a:rPr lang="zh-TW" altLang="en-US" dirty="0"/>
              <a:t>  </a:t>
            </a:r>
            <a:r>
              <a:rPr lang="en-US" altLang="zh-TW" dirty="0"/>
              <a:t>{</a:t>
            </a:r>
          </a:p>
          <a:p>
            <a:r>
              <a:rPr lang="en-US" altLang="zh-TW" dirty="0"/>
              <a:t>    var XHR = new </a:t>
            </a:r>
            <a:r>
              <a:rPr lang="en-US" altLang="zh-TW" dirty="0" err="1"/>
              <a:t>XMLHttpRequest</a:t>
            </a:r>
            <a:r>
              <a:rPr lang="en-US" altLang="zh-TW" dirty="0"/>
              <a:t>();</a:t>
            </a:r>
          </a:p>
          <a:p>
            <a:r>
              <a:rPr lang="en-US" altLang="zh-TW" dirty="0"/>
              <a:t>  }</a:t>
            </a:r>
          </a:p>
          <a:p>
            <a:r>
              <a:rPr lang="en-US" altLang="zh-TW" dirty="0"/>
              <a:t>  catch(e1)</a:t>
            </a:r>
          </a:p>
          <a:p>
            <a:r>
              <a:rPr lang="en-US" altLang="zh-TW" dirty="0"/>
              <a:t>  {</a:t>
            </a:r>
          </a:p>
          <a:p>
            <a:r>
              <a:rPr lang="en-US" altLang="zh-TW" dirty="0"/>
              <a:t>    try						//IE6+</a:t>
            </a:r>
            <a:r>
              <a:rPr lang="zh-TW" altLang="en-US" dirty="0"/>
              <a:t>瀏覽器</a:t>
            </a:r>
          </a:p>
          <a:p>
            <a:r>
              <a:rPr lang="zh-TW" altLang="en-US" dirty="0"/>
              <a:t>    </a:t>
            </a:r>
            <a:r>
              <a:rPr lang="en-US" altLang="zh-TW" dirty="0"/>
              <a:t>{</a:t>
            </a:r>
          </a:p>
          <a:p>
            <a:r>
              <a:rPr lang="en-US" altLang="zh-TW" dirty="0"/>
              <a:t>      var XHR = new </a:t>
            </a:r>
            <a:r>
              <a:rPr lang="en-US" altLang="zh-TW" dirty="0" err="1"/>
              <a:t>ActiveXObject</a:t>
            </a:r>
            <a:r>
              <a:rPr lang="en-US" altLang="zh-TW" dirty="0"/>
              <a:t>("Msxml2.XMLHTTP");</a:t>
            </a:r>
          </a:p>
          <a:p>
            <a:r>
              <a:rPr lang="en-US" altLang="zh-TW" dirty="0"/>
              <a:t>    }</a:t>
            </a:r>
          </a:p>
          <a:p>
            <a:r>
              <a:rPr lang="en-US" altLang="zh-TW" dirty="0"/>
              <a:t>    catch(e2)</a:t>
            </a:r>
          </a:p>
          <a:p>
            <a:r>
              <a:rPr lang="en-US" altLang="zh-TW" dirty="0"/>
              <a:t>    {</a:t>
            </a:r>
          </a:p>
          <a:p>
            <a:r>
              <a:rPr lang="en-US" altLang="zh-TW" dirty="0"/>
              <a:t>      try					//IE5</a:t>
            </a:r>
            <a:r>
              <a:rPr lang="zh-TW" altLang="en-US" dirty="0"/>
              <a:t>瀏覽器</a:t>
            </a:r>
          </a:p>
          <a:p>
            <a:r>
              <a:rPr lang="zh-TW" altLang="en-US" dirty="0"/>
              <a:t>      </a:t>
            </a:r>
            <a:r>
              <a:rPr lang="en-US" altLang="zh-TW" dirty="0"/>
              <a:t>{</a:t>
            </a:r>
          </a:p>
          <a:p>
            <a:r>
              <a:rPr lang="en-US" altLang="zh-TW" dirty="0"/>
              <a:t>        var XHR = new </a:t>
            </a:r>
            <a:r>
              <a:rPr lang="en-US" altLang="zh-TW" dirty="0" err="1"/>
              <a:t>ActiveXObject</a:t>
            </a:r>
            <a:r>
              <a:rPr lang="en-US" altLang="zh-TW" dirty="0"/>
              <a:t>("</a:t>
            </a:r>
            <a:r>
              <a:rPr lang="en-US" altLang="zh-TW" dirty="0" err="1"/>
              <a:t>Microsoft.XMLHTTP</a:t>
            </a:r>
            <a:r>
              <a:rPr lang="en-US" altLang="zh-TW" dirty="0"/>
              <a:t>");</a:t>
            </a:r>
          </a:p>
          <a:p>
            <a:r>
              <a:rPr lang="en-US" altLang="zh-TW" dirty="0"/>
              <a:t>      }</a:t>
            </a:r>
          </a:p>
          <a:p>
            <a:r>
              <a:rPr lang="en-US" altLang="zh-TW" dirty="0"/>
              <a:t>      catch(e3)				//</a:t>
            </a:r>
            <a:r>
              <a:rPr lang="zh-TW" altLang="en-US" dirty="0"/>
              <a:t>不支援</a:t>
            </a:r>
            <a:r>
              <a:rPr lang="en-US" altLang="zh-TW" dirty="0"/>
              <a:t>Ajax</a:t>
            </a:r>
          </a:p>
          <a:p>
            <a:r>
              <a:rPr lang="en-US" altLang="zh-TW" dirty="0"/>
              <a:t>      {</a:t>
            </a:r>
          </a:p>
          <a:p>
            <a:r>
              <a:rPr lang="en-US" altLang="zh-TW" dirty="0"/>
              <a:t>        XHR = false;</a:t>
            </a:r>
          </a:p>
          <a:p>
            <a:r>
              <a:rPr lang="en-US" altLang="zh-TW" dirty="0"/>
              <a:t>      }</a:t>
            </a:r>
          </a:p>
          <a:p>
            <a:r>
              <a:rPr lang="en-US" altLang="zh-TW" dirty="0"/>
              <a:t>    }</a:t>
            </a:r>
          </a:p>
          <a:p>
            <a:r>
              <a:rPr lang="en-US" altLang="zh-TW" dirty="0"/>
              <a:t>  }</a:t>
            </a:r>
          </a:p>
          <a:p>
            <a:r>
              <a:rPr lang="en-US" altLang="zh-TW" dirty="0"/>
              <a:t>  return XHR;</a:t>
            </a:r>
          </a:p>
          <a:p>
            <a:r>
              <a:rPr lang="en-US" altLang="zh-TW" dirty="0"/>
              <a:t>}</a:t>
            </a:r>
            <a:endParaRPr lang="zh-TW" altLang="en-US" dirty="0"/>
          </a:p>
        </p:txBody>
      </p:sp>
      <p:sp>
        <p:nvSpPr>
          <p:cNvPr id="4" name="投影片編號版面配置區 3"/>
          <p:cNvSpPr>
            <a:spLocks noGrp="1"/>
          </p:cNvSpPr>
          <p:nvPr>
            <p:ph type="sldNum" sz="quarter" idx="5"/>
          </p:nvPr>
        </p:nvSpPr>
        <p:spPr/>
        <p:txBody>
          <a:bodyPr/>
          <a:lstStyle/>
          <a:p>
            <a:pPr>
              <a:defRPr/>
            </a:pPr>
            <a:fld id="{D715DAB4-2617-344A-8A4E-35068C8BFF94}" type="slidenum">
              <a:rPr lang="en-US" altLang="zh-TW" smtClean="0"/>
              <a:pPr>
                <a:defRPr/>
              </a:pPr>
              <a:t>82</a:t>
            </a:fld>
            <a:endParaRPr lang="en-US" altLang="zh-TW"/>
          </a:p>
        </p:txBody>
      </p:sp>
    </p:spTree>
    <p:extLst>
      <p:ext uri="{BB962C8B-B14F-4D97-AF65-F5344CB8AC3E}">
        <p14:creationId xmlns:p14="http://schemas.microsoft.com/office/powerpoint/2010/main" val="26973458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b="0" dirty="0">
                <a:solidFill>
                  <a:srgbClr val="808080"/>
                </a:solidFill>
                <a:effectLst/>
                <a:latin typeface="Consolas" panose="020B0609020204030204" pitchFamily="49" charset="0"/>
              </a:rPr>
              <a:t>&lt;!</a:t>
            </a:r>
            <a:r>
              <a:rPr lang="en-US" altLang="zh-TW" b="0" dirty="0">
                <a:solidFill>
                  <a:srgbClr val="569CD6"/>
                </a:solidFill>
                <a:effectLst/>
                <a:latin typeface="Consolas" panose="020B0609020204030204" pitchFamily="49" charset="0"/>
              </a:rPr>
              <a:t>DOCTYPE</a:t>
            </a:r>
            <a:r>
              <a:rPr lang="en-US" altLang="zh-TW" b="0" dirty="0">
                <a:solidFill>
                  <a:srgbClr val="D4D4D4"/>
                </a:solidFill>
                <a:effectLst/>
                <a:latin typeface="Consolas" panose="020B0609020204030204" pitchFamily="49" charset="0"/>
              </a:rPr>
              <a:t> </a:t>
            </a:r>
            <a:r>
              <a:rPr lang="en-US" altLang="zh-TW" b="0" dirty="0">
                <a:solidFill>
                  <a:srgbClr val="9CDCFE"/>
                </a:solidFill>
                <a:effectLst/>
                <a:latin typeface="Consolas" panose="020B0609020204030204" pitchFamily="49" charset="0"/>
              </a:rPr>
              <a:t>html</a:t>
            </a:r>
            <a:r>
              <a:rPr lang="en-US" altLang="zh-TW" b="0" dirty="0">
                <a:solidFill>
                  <a:srgbClr val="808080"/>
                </a:solidFill>
                <a:effectLst/>
                <a:latin typeface="Consolas" panose="020B0609020204030204" pitchFamily="49" charset="0"/>
              </a:rPr>
              <a:t>&gt;</a:t>
            </a:r>
            <a:endParaRPr lang="en-US" altLang="zh-TW" b="0" dirty="0">
              <a:solidFill>
                <a:srgbClr val="D4D4D4"/>
              </a:solidFill>
              <a:effectLst/>
              <a:latin typeface="Consolas" panose="020B0609020204030204" pitchFamily="49" charset="0"/>
            </a:endParaRPr>
          </a:p>
          <a:p>
            <a:r>
              <a:rPr lang="en-US" altLang="zh-TW" b="0" dirty="0">
                <a:solidFill>
                  <a:srgbClr val="808080"/>
                </a:solidFill>
                <a:effectLst/>
                <a:latin typeface="Consolas" panose="020B0609020204030204" pitchFamily="49" charset="0"/>
              </a:rPr>
              <a:t>&lt;</a:t>
            </a:r>
            <a:r>
              <a:rPr lang="en-US" altLang="zh-TW" b="0" dirty="0">
                <a:solidFill>
                  <a:srgbClr val="569CD6"/>
                </a:solidFill>
                <a:effectLst/>
                <a:latin typeface="Consolas" panose="020B0609020204030204" pitchFamily="49" charset="0"/>
              </a:rPr>
              <a:t>html</a:t>
            </a:r>
            <a:r>
              <a:rPr lang="en-US" altLang="zh-TW" b="0" dirty="0">
                <a:solidFill>
                  <a:srgbClr val="D4D4D4"/>
                </a:solidFill>
                <a:effectLst/>
                <a:latin typeface="Consolas" panose="020B0609020204030204" pitchFamily="49" charset="0"/>
              </a:rPr>
              <a:t> </a:t>
            </a:r>
            <a:r>
              <a:rPr lang="en-US" altLang="zh-TW" b="0" dirty="0">
                <a:solidFill>
                  <a:srgbClr val="9CDCFE"/>
                </a:solidFill>
                <a:effectLst/>
                <a:latin typeface="Consolas" panose="020B0609020204030204" pitchFamily="49" charset="0"/>
              </a:rPr>
              <a:t>lang</a:t>
            </a:r>
            <a:r>
              <a:rPr lang="en-US" altLang="zh-TW" b="0" dirty="0">
                <a:solidFill>
                  <a:srgbClr val="D4D4D4"/>
                </a:solidFill>
                <a:effectLst/>
                <a:latin typeface="Consolas" panose="020B0609020204030204" pitchFamily="49" charset="0"/>
              </a:rPr>
              <a:t>=</a:t>
            </a:r>
            <a:r>
              <a:rPr lang="en-US" altLang="zh-TW" b="0" dirty="0">
                <a:solidFill>
                  <a:srgbClr val="CE9178"/>
                </a:solidFill>
                <a:effectLst/>
                <a:latin typeface="Consolas" panose="020B0609020204030204" pitchFamily="49" charset="0"/>
              </a:rPr>
              <a:t>"</a:t>
            </a:r>
            <a:r>
              <a:rPr lang="en-US" altLang="zh-TW" b="0" dirty="0" err="1">
                <a:solidFill>
                  <a:srgbClr val="CE9178"/>
                </a:solidFill>
                <a:effectLst/>
                <a:latin typeface="Consolas" panose="020B0609020204030204" pitchFamily="49" charset="0"/>
              </a:rPr>
              <a:t>zh-tw</a:t>
            </a:r>
            <a:r>
              <a:rPr lang="en-US" altLang="zh-TW" b="0" dirty="0">
                <a:solidFill>
                  <a:srgbClr val="CE9178"/>
                </a:solidFill>
                <a:effectLst/>
                <a:latin typeface="Consolas" panose="020B0609020204030204" pitchFamily="49" charset="0"/>
              </a:rPr>
              <a:t>"</a:t>
            </a:r>
            <a:r>
              <a:rPr lang="en-US" altLang="zh-TW" b="0" dirty="0">
                <a:solidFill>
                  <a:srgbClr val="808080"/>
                </a:solidFill>
                <a:effectLst/>
                <a:latin typeface="Consolas" panose="020B0609020204030204" pitchFamily="49" charset="0"/>
              </a:rPr>
              <a:t>&gt;</a:t>
            </a:r>
            <a:endParaRPr lang="en-US" altLang="zh-TW" b="0" dirty="0">
              <a:solidFill>
                <a:srgbClr val="D4D4D4"/>
              </a:solidFill>
              <a:effectLst/>
              <a:latin typeface="Consolas" panose="020B0609020204030204" pitchFamily="49" charset="0"/>
            </a:endParaRPr>
          </a:p>
          <a:p>
            <a:r>
              <a:rPr lang="en-US" altLang="zh-TW" b="0" dirty="0">
                <a:solidFill>
                  <a:srgbClr val="808080"/>
                </a:solidFill>
                <a:effectLst/>
                <a:latin typeface="Consolas" panose="020B0609020204030204" pitchFamily="49" charset="0"/>
              </a:rPr>
              <a:t>&lt;</a:t>
            </a:r>
            <a:r>
              <a:rPr lang="en-US" altLang="zh-TW" b="0" dirty="0">
                <a:solidFill>
                  <a:srgbClr val="569CD6"/>
                </a:solidFill>
                <a:effectLst/>
                <a:latin typeface="Consolas" panose="020B0609020204030204" pitchFamily="49" charset="0"/>
              </a:rPr>
              <a:t>head</a:t>
            </a:r>
            <a:r>
              <a:rPr lang="en-US" altLang="zh-TW" b="0" dirty="0">
                <a:solidFill>
                  <a:srgbClr val="808080"/>
                </a:solidFill>
                <a:effectLst/>
                <a:latin typeface="Consolas" panose="020B0609020204030204" pitchFamily="49" charset="0"/>
              </a:rPr>
              <a:t>&gt;</a:t>
            </a:r>
            <a:endParaRPr lang="en-US" altLang="zh-TW" b="0" dirty="0">
              <a:solidFill>
                <a:srgbClr val="D4D4D4"/>
              </a:solidFill>
              <a:effectLst/>
              <a:latin typeface="Consolas" panose="020B0609020204030204" pitchFamily="49" charset="0"/>
            </a:endParaRPr>
          </a:p>
          <a:p>
            <a:r>
              <a:rPr lang="en-US" altLang="zh-TW" b="0" dirty="0">
                <a:solidFill>
                  <a:srgbClr val="D4D4D4"/>
                </a:solidFill>
                <a:effectLst/>
                <a:latin typeface="Consolas" panose="020B0609020204030204" pitchFamily="49" charset="0"/>
              </a:rPr>
              <a:t>  </a:t>
            </a:r>
            <a:r>
              <a:rPr lang="en-US" altLang="zh-TW" b="0" dirty="0">
                <a:solidFill>
                  <a:srgbClr val="808080"/>
                </a:solidFill>
                <a:effectLst/>
                <a:latin typeface="Consolas" panose="020B0609020204030204" pitchFamily="49" charset="0"/>
              </a:rPr>
              <a:t>&lt;</a:t>
            </a:r>
            <a:r>
              <a:rPr lang="en-US" altLang="zh-TW" b="0" dirty="0">
                <a:solidFill>
                  <a:srgbClr val="569CD6"/>
                </a:solidFill>
                <a:effectLst/>
                <a:latin typeface="Consolas" panose="020B0609020204030204" pitchFamily="49" charset="0"/>
              </a:rPr>
              <a:t>title</a:t>
            </a:r>
            <a:r>
              <a:rPr lang="en-US" altLang="zh-TW" b="0" dirty="0">
                <a:solidFill>
                  <a:srgbClr val="808080"/>
                </a:solidFill>
                <a:effectLst/>
                <a:latin typeface="Consolas" panose="020B0609020204030204" pitchFamily="49" charset="0"/>
              </a:rPr>
              <a:t>&gt;</a:t>
            </a:r>
            <a:r>
              <a:rPr lang="en-US" altLang="zh-TW" b="0" dirty="0">
                <a:solidFill>
                  <a:srgbClr val="D4D4D4"/>
                </a:solidFill>
                <a:effectLst/>
                <a:latin typeface="Consolas" panose="020B0609020204030204" pitchFamily="49" charset="0"/>
              </a:rPr>
              <a:t>XML </a:t>
            </a:r>
            <a:r>
              <a:rPr lang="en-US" altLang="zh-TW" b="0" dirty="0" err="1">
                <a:solidFill>
                  <a:srgbClr val="D4D4D4"/>
                </a:solidFill>
                <a:effectLst/>
                <a:latin typeface="Consolas" panose="020B0609020204030204" pitchFamily="49" charset="0"/>
              </a:rPr>
              <a:t>HttpRequest</a:t>
            </a:r>
            <a:r>
              <a:rPr lang="en-US" altLang="zh-TW" b="0" dirty="0">
                <a:solidFill>
                  <a:srgbClr val="808080"/>
                </a:solidFill>
                <a:effectLst/>
                <a:latin typeface="Consolas" panose="020B0609020204030204" pitchFamily="49" charset="0"/>
              </a:rPr>
              <a:t>&lt;/</a:t>
            </a:r>
            <a:r>
              <a:rPr lang="en-US" altLang="zh-TW" b="0" dirty="0">
                <a:solidFill>
                  <a:srgbClr val="569CD6"/>
                </a:solidFill>
                <a:effectLst/>
                <a:latin typeface="Consolas" panose="020B0609020204030204" pitchFamily="49" charset="0"/>
              </a:rPr>
              <a:t>title</a:t>
            </a:r>
            <a:r>
              <a:rPr lang="en-US" altLang="zh-TW" b="0" dirty="0">
                <a:solidFill>
                  <a:srgbClr val="808080"/>
                </a:solidFill>
                <a:effectLst/>
                <a:latin typeface="Consolas" panose="020B0609020204030204" pitchFamily="49" charset="0"/>
              </a:rPr>
              <a:t>&gt;</a:t>
            </a:r>
            <a:endParaRPr lang="en-US" altLang="zh-TW" b="0" dirty="0">
              <a:solidFill>
                <a:srgbClr val="D4D4D4"/>
              </a:solidFill>
              <a:effectLst/>
              <a:latin typeface="Consolas" panose="020B0609020204030204" pitchFamily="49" charset="0"/>
            </a:endParaRPr>
          </a:p>
          <a:p>
            <a:r>
              <a:rPr lang="en-US" altLang="zh-TW" b="0" dirty="0">
                <a:solidFill>
                  <a:srgbClr val="D4D4D4"/>
                </a:solidFill>
                <a:effectLst/>
                <a:latin typeface="Consolas" panose="020B0609020204030204" pitchFamily="49" charset="0"/>
              </a:rPr>
              <a:t>  </a:t>
            </a:r>
            <a:r>
              <a:rPr lang="en-US" altLang="zh-TW" b="0" dirty="0">
                <a:solidFill>
                  <a:srgbClr val="808080"/>
                </a:solidFill>
                <a:effectLst/>
                <a:latin typeface="Consolas" panose="020B0609020204030204" pitchFamily="49" charset="0"/>
              </a:rPr>
              <a:t>&lt;</a:t>
            </a:r>
            <a:r>
              <a:rPr lang="en-US" altLang="zh-TW" b="0" dirty="0">
                <a:solidFill>
                  <a:srgbClr val="569CD6"/>
                </a:solidFill>
                <a:effectLst/>
                <a:latin typeface="Consolas" panose="020B0609020204030204" pitchFamily="49" charset="0"/>
              </a:rPr>
              <a:t>meta</a:t>
            </a:r>
            <a:r>
              <a:rPr lang="en-US" altLang="zh-TW" b="0" dirty="0">
                <a:solidFill>
                  <a:srgbClr val="D4D4D4"/>
                </a:solidFill>
                <a:effectLst/>
                <a:latin typeface="Consolas" panose="020B0609020204030204" pitchFamily="49" charset="0"/>
              </a:rPr>
              <a:t> </a:t>
            </a:r>
            <a:r>
              <a:rPr lang="en-US" altLang="zh-TW" b="0" dirty="0">
                <a:solidFill>
                  <a:srgbClr val="9CDCFE"/>
                </a:solidFill>
                <a:effectLst/>
                <a:latin typeface="Consolas" panose="020B0609020204030204" pitchFamily="49" charset="0"/>
              </a:rPr>
              <a:t>name</a:t>
            </a:r>
            <a:r>
              <a:rPr lang="en-US" altLang="zh-TW" b="0" dirty="0">
                <a:solidFill>
                  <a:srgbClr val="D4D4D4"/>
                </a:solidFill>
                <a:effectLst/>
                <a:latin typeface="Consolas" panose="020B0609020204030204" pitchFamily="49" charset="0"/>
              </a:rPr>
              <a:t>=</a:t>
            </a:r>
            <a:r>
              <a:rPr lang="en-US" altLang="zh-TW" b="0" dirty="0">
                <a:solidFill>
                  <a:srgbClr val="CE9178"/>
                </a:solidFill>
                <a:effectLst/>
                <a:latin typeface="Consolas" panose="020B0609020204030204" pitchFamily="49" charset="0"/>
              </a:rPr>
              <a:t>"viewport"</a:t>
            </a:r>
            <a:r>
              <a:rPr lang="en-US" altLang="zh-TW" b="0" dirty="0">
                <a:solidFill>
                  <a:srgbClr val="D4D4D4"/>
                </a:solidFill>
                <a:effectLst/>
                <a:latin typeface="Consolas" panose="020B0609020204030204" pitchFamily="49" charset="0"/>
              </a:rPr>
              <a:t> </a:t>
            </a:r>
            <a:r>
              <a:rPr lang="en-US" altLang="zh-TW" b="0" dirty="0">
                <a:solidFill>
                  <a:srgbClr val="9CDCFE"/>
                </a:solidFill>
                <a:effectLst/>
                <a:latin typeface="Consolas" panose="020B0609020204030204" pitchFamily="49" charset="0"/>
              </a:rPr>
              <a:t>content</a:t>
            </a:r>
            <a:r>
              <a:rPr lang="en-US" altLang="zh-TW" b="0" dirty="0">
                <a:solidFill>
                  <a:srgbClr val="D4D4D4"/>
                </a:solidFill>
                <a:effectLst/>
                <a:latin typeface="Consolas" panose="020B0609020204030204" pitchFamily="49" charset="0"/>
              </a:rPr>
              <a:t>=</a:t>
            </a:r>
            <a:r>
              <a:rPr lang="en-US" altLang="zh-TW" b="0" dirty="0">
                <a:solidFill>
                  <a:srgbClr val="CE9178"/>
                </a:solidFill>
                <a:effectLst/>
                <a:latin typeface="Consolas" panose="020B0609020204030204" pitchFamily="49" charset="0"/>
              </a:rPr>
              <a:t>"width=device-width, initial-scale=1"</a:t>
            </a:r>
            <a:r>
              <a:rPr lang="en-US" altLang="zh-TW" b="0" dirty="0">
                <a:solidFill>
                  <a:srgbClr val="808080"/>
                </a:solidFill>
                <a:effectLst/>
                <a:latin typeface="Consolas" panose="020B0609020204030204" pitchFamily="49" charset="0"/>
              </a:rPr>
              <a:t>&gt;</a:t>
            </a:r>
            <a:endParaRPr lang="en-US" altLang="zh-TW" b="0" dirty="0">
              <a:solidFill>
                <a:srgbClr val="D4D4D4"/>
              </a:solidFill>
              <a:effectLst/>
              <a:latin typeface="Consolas" panose="020B0609020204030204" pitchFamily="49" charset="0"/>
            </a:endParaRPr>
          </a:p>
          <a:p>
            <a:r>
              <a:rPr lang="en-US" altLang="zh-TW" b="0" dirty="0">
                <a:solidFill>
                  <a:srgbClr val="D4D4D4"/>
                </a:solidFill>
                <a:effectLst/>
                <a:latin typeface="Consolas" panose="020B0609020204030204" pitchFamily="49" charset="0"/>
              </a:rPr>
              <a:t>  </a:t>
            </a:r>
            <a:r>
              <a:rPr lang="en-US" altLang="zh-TW" b="0" dirty="0">
                <a:solidFill>
                  <a:srgbClr val="808080"/>
                </a:solidFill>
                <a:effectLst/>
                <a:latin typeface="Consolas" panose="020B0609020204030204" pitchFamily="49" charset="0"/>
              </a:rPr>
              <a:t>&lt;</a:t>
            </a:r>
            <a:r>
              <a:rPr lang="en-US" altLang="zh-TW" b="0" dirty="0">
                <a:solidFill>
                  <a:srgbClr val="569CD6"/>
                </a:solidFill>
                <a:effectLst/>
                <a:latin typeface="Consolas" panose="020B0609020204030204" pitchFamily="49" charset="0"/>
              </a:rPr>
              <a:t>meta</a:t>
            </a:r>
            <a:r>
              <a:rPr lang="en-US" altLang="zh-TW" b="0" dirty="0">
                <a:solidFill>
                  <a:srgbClr val="D4D4D4"/>
                </a:solidFill>
                <a:effectLst/>
                <a:latin typeface="Consolas" panose="020B0609020204030204" pitchFamily="49" charset="0"/>
              </a:rPr>
              <a:t> </a:t>
            </a:r>
            <a:r>
              <a:rPr lang="en-US" altLang="zh-TW" b="0" dirty="0">
                <a:solidFill>
                  <a:srgbClr val="9CDCFE"/>
                </a:solidFill>
                <a:effectLst/>
                <a:latin typeface="Consolas" panose="020B0609020204030204" pitchFamily="49" charset="0"/>
              </a:rPr>
              <a:t>charset</a:t>
            </a:r>
            <a:r>
              <a:rPr lang="en-US" altLang="zh-TW" b="0" dirty="0">
                <a:solidFill>
                  <a:srgbClr val="D4D4D4"/>
                </a:solidFill>
                <a:effectLst/>
                <a:latin typeface="Consolas" panose="020B0609020204030204" pitchFamily="49" charset="0"/>
              </a:rPr>
              <a:t>=</a:t>
            </a:r>
            <a:r>
              <a:rPr lang="en-US" altLang="zh-TW" b="0" dirty="0">
                <a:solidFill>
                  <a:srgbClr val="CE9178"/>
                </a:solidFill>
                <a:effectLst/>
                <a:latin typeface="Consolas" panose="020B0609020204030204" pitchFamily="49" charset="0"/>
              </a:rPr>
              <a:t>"utf-8"</a:t>
            </a:r>
            <a:r>
              <a:rPr lang="en-US" altLang="zh-TW" b="0" dirty="0">
                <a:solidFill>
                  <a:srgbClr val="808080"/>
                </a:solidFill>
                <a:effectLst/>
                <a:latin typeface="Consolas" panose="020B0609020204030204" pitchFamily="49" charset="0"/>
              </a:rPr>
              <a:t>&gt;</a:t>
            </a:r>
            <a:endParaRPr lang="en-US" altLang="zh-TW" b="0" dirty="0">
              <a:solidFill>
                <a:srgbClr val="D4D4D4"/>
              </a:solidFill>
              <a:effectLst/>
              <a:latin typeface="Consolas" panose="020B0609020204030204" pitchFamily="49" charset="0"/>
            </a:endParaRPr>
          </a:p>
          <a:p>
            <a:r>
              <a:rPr lang="en-US" altLang="zh-TW" b="0" dirty="0">
                <a:solidFill>
                  <a:srgbClr val="D4D4D4"/>
                </a:solidFill>
                <a:effectLst/>
                <a:latin typeface="Consolas" panose="020B0609020204030204" pitchFamily="49" charset="0"/>
              </a:rPr>
              <a:t>  </a:t>
            </a:r>
            <a:r>
              <a:rPr lang="en-US" altLang="zh-TW" b="0" dirty="0">
                <a:solidFill>
                  <a:srgbClr val="808080"/>
                </a:solidFill>
                <a:effectLst/>
                <a:latin typeface="Consolas" panose="020B0609020204030204" pitchFamily="49" charset="0"/>
              </a:rPr>
              <a:t>&lt;</a:t>
            </a:r>
            <a:r>
              <a:rPr lang="en-US" altLang="zh-TW" b="0" dirty="0">
                <a:solidFill>
                  <a:srgbClr val="569CD6"/>
                </a:solidFill>
                <a:effectLst/>
                <a:latin typeface="Consolas" panose="020B0609020204030204" pitchFamily="49" charset="0"/>
              </a:rPr>
              <a:t>script</a:t>
            </a:r>
            <a:r>
              <a:rPr lang="en-US" altLang="zh-TW" b="0" dirty="0">
                <a:solidFill>
                  <a:srgbClr val="D4D4D4"/>
                </a:solidFill>
                <a:effectLst/>
                <a:latin typeface="Consolas" panose="020B0609020204030204" pitchFamily="49" charset="0"/>
              </a:rPr>
              <a:t> </a:t>
            </a:r>
            <a:r>
              <a:rPr lang="en-US" altLang="zh-TW" b="0" dirty="0" err="1">
                <a:solidFill>
                  <a:srgbClr val="9CDCFE"/>
                </a:solidFill>
                <a:effectLst/>
                <a:latin typeface="Consolas" panose="020B0609020204030204" pitchFamily="49" charset="0"/>
              </a:rPr>
              <a:t>src</a:t>
            </a:r>
            <a:r>
              <a:rPr lang="en-US" altLang="zh-TW" b="0" dirty="0">
                <a:solidFill>
                  <a:srgbClr val="D4D4D4"/>
                </a:solidFill>
                <a:effectLst/>
                <a:latin typeface="Consolas" panose="020B0609020204030204" pitchFamily="49" charset="0"/>
              </a:rPr>
              <a:t>=</a:t>
            </a:r>
            <a:r>
              <a:rPr lang="en-US" altLang="zh-TW" b="0" dirty="0">
                <a:solidFill>
                  <a:srgbClr val="CE9178"/>
                </a:solidFill>
                <a:effectLst/>
                <a:latin typeface="Consolas" panose="020B0609020204030204" pitchFamily="49" charset="0"/>
              </a:rPr>
              <a:t>"utility.js"</a:t>
            </a:r>
            <a:r>
              <a:rPr lang="en-US" altLang="zh-TW" b="0" dirty="0">
                <a:solidFill>
                  <a:srgbClr val="D4D4D4"/>
                </a:solidFill>
                <a:effectLst/>
                <a:latin typeface="Consolas" panose="020B0609020204030204" pitchFamily="49" charset="0"/>
              </a:rPr>
              <a:t> </a:t>
            </a:r>
            <a:r>
              <a:rPr lang="en-US" altLang="zh-TW" b="0" dirty="0">
                <a:solidFill>
                  <a:srgbClr val="9CDCFE"/>
                </a:solidFill>
                <a:effectLst/>
                <a:latin typeface="Consolas" panose="020B0609020204030204" pitchFamily="49" charset="0"/>
              </a:rPr>
              <a:t>type</a:t>
            </a:r>
            <a:r>
              <a:rPr lang="en-US" altLang="zh-TW" b="0" dirty="0">
                <a:solidFill>
                  <a:srgbClr val="D4D4D4"/>
                </a:solidFill>
                <a:effectLst/>
                <a:latin typeface="Consolas" panose="020B0609020204030204" pitchFamily="49" charset="0"/>
              </a:rPr>
              <a:t>=</a:t>
            </a:r>
            <a:r>
              <a:rPr lang="en-US" altLang="zh-TW" b="0" dirty="0">
                <a:solidFill>
                  <a:srgbClr val="CE9178"/>
                </a:solidFill>
                <a:effectLst/>
                <a:latin typeface="Consolas" panose="020B0609020204030204" pitchFamily="49" charset="0"/>
              </a:rPr>
              <a:t>"text/</a:t>
            </a:r>
            <a:r>
              <a:rPr lang="en-US" altLang="zh-TW" b="0" dirty="0" err="1">
                <a:solidFill>
                  <a:srgbClr val="CE9178"/>
                </a:solidFill>
                <a:effectLst/>
                <a:latin typeface="Consolas" panose="020B0609020204030204" pitchFamily="49" charset="0"/>
              </a:rPr>
              <a:t>javascript</a:t>
            </a:r>
            <a:r>
              <a:rPr lang="en-US" altLang="zh-TW" b="0" dirty="0">
                <a:solidFill>
                  <a:srgbClr val="CE9178"/>
                </a:solidFill>
                <a:effectLst/>
                <a:latin typeface="Consolas" panose="020B0609020204030204" pitchFamily="49" charset="0"/>
              </a:rPr>
              <a:t>"</a:t>
            </a:r>
            <a:r>
              <a:rPr lang="en-US" altLang="zh-TW" b="0" dirty="0">
                <a:solidFill>
                  <a:srgbClr val="808080"/>
                </a:solidFill>
                <a:effectLst/>
                <a:latin typeface="Consolas" panose="020B0609020204030204" pitchFamily="49" charset="0"/>
              </a:rPr>
              <a:t>&gt;&lt;/</a:t>
            </a:r>
            <a:r>
              <a:rPr lang="en-US" altLang="zh-TW" b="0" dirty="0">
                <a:solidFill>
                  <a:srgbClr val="569CD6"/>
                </a:solidFill>
                <a:effectLst/>
                <a:latin typeface="Consolas" panose="020B0609020204030204" pitchFamily="49" charset="0"/>
              </a:rPr>
              <a:t>script</a:t>
            </a:r>
            <a:r>
              <a:rPr lang="en-US" altLang="zh-TW" b="0" dirty="0">
                <a:solidFill>
                  <a:srgbClr val="808080"/>
                </a:solidFill>
                <a:effectLst/>
                <a:latin typeface="Consolas" panose="020B0609020204030204" pitchFamily="49" charset="0"/>
              </a:rPr>
              <a:t>&gt;</a:t>
            </a:r>
            <a:endParaRPr lang="en-US" altLang="zh-TW" b="0" dirty="0">
              <a:solidFill>
                <a:srgbClr val="D4D4D4"/>
              </a:solidFill>
              <a:effectLst/>
              <a:latin typeface="Consolas" panose="020B0609020204030204" pitchFamily="49" charset="0"/>
            </a:endParaRPr>
          </a:p>
          <a:p>
            <a:r>
              <a:rPr lang="en-US" altLang="zh-TW" b="0" dirty="0">
                <a:solidFill>
                  <a:srgbClr val="D4D4D4"/>
                </a:solidFill>
                <a:effectLst/>
                <a:latin typeface="Consolas" panose="020B0609020204030204" pitchFamily="49" charset="0"/>
              </a:rPr>
              <a:t>  </a:t>
            </a:r>
            <a:r>
              <a:rPr lang="en-US" altLang="zh-TW" b="0" dirty="0">
                <a:solidFill>
                  <a:srgbClr val="808080"/>
                </a:solidFill>
                <a:effectLst/>
                <a:latin typeface="Consolas" panose="020B0609020204030204" pitchFamily="49" charset="0"/>
              </a:rPr>
              <a:t>&lt;</a:t>
            </a:r>
            <a:r>
              <a:rPr lang="en-US" altLang="zh-TW" b="0" dirty="0">
                <a:solidFill>
                  <a:srgbClr val="569CD6"/>
                </a:solidFill>
                <a:effectLst/>
                <a:latin typeface="Consolas" panose="020B0609020204030204" pitchFamily="49" charset="0"/>
              </a:rPr>
              <a:t>script</a:t>
            </a:r>
            <a:r>
              <a:rPr lang="en-US" altLang="zh-TW" b="0" dirty="0">
                <a:solidFill>
                  <a:srgbClr val="808080"/>
                </a:solidFill>
                <a:effectLst/>
                <a:latin typeface="Consolas" panose="020B0609020204030204" pitchFamily="49" charset="0"/>
              </a:rPr>
              <a:t>&gt;</a:t>
            </a:r>
            <a:endParaRPr lang="en-US" altLang="zh-TW" b="0" dirty="0">
              <a:solidFill>
                <a:srgbClr val="D4D4D4"/>
              </a:solidFill>
              <a:effectLst/>
              <a:latin typeface="Consolas" panose="020B0609020204030204" pitchFamily="49" charset="0"/>
            </a:endParaRPr>
          </a:p>
          <a:p>
            <a:r>
              <a:rPr lang="en-US" altLang="zh-TW" b="0" dirty="0">
                <a:solidFill>
                  <a:srgbClr val="D4D4D4"/>
                </a:solidFill>
                <a:effectLst/>
                <a:latin typeface="Consolas" panose="020B0609020204030204" pitchFamily="49" charset="0"/>
              </a:rPr>
              <a:t>    </a:t>
            </a:r>
            <a:r>
              <a:rPr lang="en-US" altLang="zh-TW" b="0" dirty="0">
                <a:solidFill>
                  <a:srgbClr val="569CD6"/>
                </a:solidFill>
                <a:effectLst/>
                <a:latin typeface="Consolas" panose="020B0609020204030204" pitchFamily="49" charset="0"/>
              </a:rPr>
              <a:t>var</a:t>
            </a:r>
            <a:r>
              <a:rPr lang="en-US" altLang="zh-TW" b="0" dirty="0">
                <a:solidFill>
                  <a:srgbClr val="D4D4D4"/>
                </a:solidFill>
                <a:effectLst/>
                <a:latin typeface="Consolas" panose="020B0609020204030204" pitchFamily="49" charset="0"/>
              </a:rPr>
              <a:t> XHR = </a:t>
            </a:r>
            <a:r>
              <a:rPr lang="en-US" altLang="zh-TW" b="0" dirty="0">
                <a:solidFill>
                  <a:srgbClr val="569CD6"/>
                </a:solidFill>
                <a:effectLst/>
                <a:latin typeface="Consolas" panose="020B0609020204030204" pitchFamily="49" charset="0"/>
              </a:rPr>
              <a:t>null</a:t>
            </a:r>
            <a:r>
              <a:rPr lang="en-US" altLang="zh-TW" b="0" dirty="0">
                <a:solidFill>
                  <a:srgbClr val="D4D4D4"/>
                </a:solidFill>
                <a:effectLst/>
                <a:latin typeface="Consolas" panose="020B0609020204030204" pitchFamily="49" charset="0"/>
              </a:rPr>
              <a:t>;</a:t>
            </a:r>
          </a:p>
          <a:p>
            <a:r>
              <a:rPr lang="en-US" altLang="zh-TW" b="0" dirty="0">
                <a:solidFill>
                  <a:srgbClr val="D4D4D4"/>
                </a:solidFill>
                <a:effectLst/>
                <a:latin typeface="Consolas" panose="020B0609020204030204" pitchFamily="49" charset="0"/>
              </a:rPr>
              <a:t/>
            </a:r>
            <a:br>
              <a:rPr lang="en-US" altLang="zh-TW" b="0" dirty="0">
                <a:solidFill>
                  <a:srgbClr val="D4D4D4"/>
                </a:solidFill>
                <a:effectLst/>
                <a:latin typeface="Consolas" panose="020B0609020204030204" pitchFamily="49" charset="0"/>
              </a:rPr>
            </a:br>
            <a:r>
              <a:rPr lang="en-US" altLang="zh-TW" b="0" dirty="0">
                <a:solidFill>
                  <a:srgbClr val="D4D4D4"/>
                </a:solidFill>
                <a:effectLst/>
                <a:latin typeface="Consolas" panose="020B0609020204030204" pitchFamily="49" charset="0"/>
              </a:rPr>
              <a:t>    </a:t>
            </a:r>
            <a:r>
              <a:rPr lang="en-US" altLang="zh-TW" b="0" dirty="0">
                <a:solidFill>
                  <a:srgbClr val="569CD6"/>
                </a:solidFill>
                <a:effectLst/>
                <a:latin typeface="Consolas" panose="020B0609020204030204" pitchFamily="49" charset="0"/>
              </a:rPr>
              <a:t>function</a:t>
            </a:r>
            <a:r>
              <a:rPr lang="en-US" altLang="zh-TW" b="0" dirty="0">
                <a:solidFill>
                  <a:srgbClr val="D4D4D4"/>
                </a:solidFill>
                <a:effectLst/>
                <a:latin typeface="Consolas" panose="020B0609020204030204" pitchFamily="49" charset="0"/>
              </a:rPr>
              <a:t> </a:t>
            </a:r>
            <a:r>
              <a:rPr lang="en-US" altLang="zh-TW" b="0" dirty="0" err="1">
                <a:solidFill>
                  <a:srgbClr val="D4D4D4"/>
                </a:solidFill>
                <a:effectLst/>
                <a:latin typeface="Consolas" panose="020B0609020204030204" pitchFamily="49" charset="0"/>
              </a:rPr>
              <a:t>startRequest</a:t>
            </a:r>
            <a:r>
              <a:rPr lang="en-US" altLang="zh-TW" b="0" dirty="0">
                <a:solidFill>
                  <a:srgbClr val="D4D4D4"/>
                </a:solidFill>
                <a:effectLst/>
                <a:latin typeface="Consolas" panose="020B0609020204030204" pitchFamily="49" charset="0"/>
              </a:rPr>
              <a:t>() {</a:t>
            </a:r>
          </a:p>
          <a:p>
            <a:r>
              <a:rPr lang="en-US" altLang="zh-TW" b="0" dirty="0">
                <a:solidFill>
                  <a:srgbClr val="D4D4D4"/>
                </a:solidFill>
                <a:effectLst/>
                <a:latin typeface="Consolas" panose="020B0609020204030204" pitchFamily="49" charset="0"/>
              </a:rPr>
              <a:t>      XHR = </a:t>
            </a:r>
            <a:r>
              <a:rPr lang="en-US" altLang="zh-TW" b="0" dirty="0" err="1">
                <a:solidFill>
                  <a:srgbClr val="D4D4D4"/>
                </a:solidFill>
                <a:effectLst/>
                <a:latin typeface="Consolas" panose="020B0609020204030204" pitchFamily="49" charset="0"/>
              </a:rPr>
              <a:t>createXMLHttpRequest</a:t>
            </a:r>
            <a:r>
              <a:rPr lang="en-US" altLang="zh-TW" b="0" dirty="0">
                <a:solidFill>
                  <a:srgbClr val="D4D4D4"/>
                </a:solidFill>
                <a:effectLst/>
                <a:latin typeface="Consolas" panose="020B0609020204030204" pitchFamily="49" charset="0"/>
              </a:rPr>
              <a:t>();</a:t>
            </a:r>
          </a:p>
          <a:p>
            <a:r>
              <a:rPr lang="en-US" altLang="zh-TW" b="0" dirty="0">
                <a:solidFill>
                  <a:srgbClr val="D4D4D4"/>
                </a:solidFill>
                <a:effectLst/>
                <a:latin typeface="Consolas" panose="020B0609020204030204" pitchFamily="49" charset="0"/>
              </a:rPr>
              <a:t>      </a:t>
            </a:r>
            <a:r>
              <a:rPr lang="en-US" altLang="zh-TW" b="0" dirty="0" err="1">
                <a:solidFill>
                  <a:srgbClr val="D4D4D4"/>
                </a:solidFill>
                <a:effectLst/>
                <a:latin typeface="Consolas" panose="020B0609020204030204" pitchFamily="49" charset="0"/>
              </a:rPr>
              <a:t>XHR.open</a:t>
            </a:r>
            <a:r>
              <a:rPr lang="en-US" altLang="zh-TW" b="0" dirty="0">
                <a:solidFill>
                  <a:srgbClr val="D4D4D4"/>
                </a:solidFill>
                <a:effectLst/>
                <a:latin typeface="Consolas" panose="020B0609020204030204" pitchFamily="49" charset="0"/>
              </a:rPr>
              <a:t>(</a:t>
            </a:r>
            <a:r>
              <a:rPr lang="en-US" altLang="zh-TW" b="0" dirty="0">
                <a:solidFill>
                  <a:srgbClr val="CE9178"/>
                </a:solidFill>
                <a:effectLst/>
                <a:latin typeface="Consolas" panose="020B0609020204030204" pitchFamily="49" charset="0"/>
              </a:rPr>
              <a:t>"GET"</a:t>
            </a:r>
            <a:r>
              <a:rPr lang="en-US" altLang="zh-TW" b="0" dirty="0">
                <a:solidFill>
                  <a:srgbClr val="D4D4D4"/>
                </a:solidFill>
                <a:effectLst/>
                <a:latin typeface="Consolas" panose="020B0609020204030204" pitchFamily="49" charset="0"/>
              </a:rPr>
              <a:t>, </a:t>
            </a:r>
            <a:r>
              <a:rPr lang="en-US" altLang="zh-TW" b="0" dirty="0">
                <a:solidFill>
                  <a:srgbClr val="CE9178"/>
                </a:solidFill>
                <a:effectLst/>
                <a:latin typeface="Consolas" panose="020B0609020204030204" pitchFamily="49" charset="0"/>
              </a:rPr>
              <a:t>"poetry.txt"</a:t>
            </a:r>
            <a:r>
              <a:rPr lang="en-US" altLang="zh-TW" b="0" dirty="0">
                <a:solidFill>
                  <a:srgbClr val="D4D4D4"/>
                </a:solidFill>
                <a:effectLst/>
                <a:latin typeface="Consolas" panose="020B0609020204030204" pitchFamily="49" charset="0"/>
              </a:rPr>
              <a:t>, </a:t>
            </a:r>
            <a:r>
              <a:rPr lang="en-US" altLang="zh-TW" b="0" dirty="0">
                <a:solidFill>
                  <a:srgbClr val="569CD6"/>
                </a:solidFill>
                <a:effectLst/>
                <a:latin typeface="Consolas" panose="020B0609020204030204" pitchFamily="49" charset="0"/>
              </a:rPr>
              <a:t>true</a:t>
            </a:r>
            <a:r>
              <a:rPr lang="en-US" altLang="zh-TW" b="0" dirty="0">
                <a:solidFill>
                  <a:srgbClr val="D4D4D4"/>
                </a:solidFill>
                <a:effectLst/>
                <a:latin typeface="Consolas" panose="020B0609020204030204" pitchFamily="49" charset="0"/>
              </a:rPr>
              <a:t>);</a:t>
            </a:r>
          </a:p>
          <a:p>
            <a:r>
              <a:rPr lang="en-US" altLang="zh-TW" b="0" dirty="0">
                <a:solidFill>
                  <a:srgbClr val="D4D4D4"/>
                </a:solidFill>
                <a:effectLst/>
                <a:latin typeface="Consolas" panose="020B0609020204030204" pitchFamily="49" charset="0"/>
              </a:rPr>
              <a:t>      </a:t>
            </a:r>
            <a:r>
              <a:rPr lang="en-US" altLang="zh-TW" b="0" dirty="0" err="1">
                <a:solidFill>
                  <a:srgbClr val="D4D4D4"/>
                </a:solidFill>
                <a:effectLst/>
                <a:latin typeface="Consolas" panose="020B0609020204030204" pitchFamily="49" charset="0"/>
              </a:rPr>
              <a:t>XHR.onreadystatechange</a:t>
            </a:r>
            <a:r>
              <a:rPr lang="en-US" altLang="zh-TW" b="0" dirty="0">
                <a:solidFill>
                  <a:srgbClr val="D4D4D4"/>
                </a:solidFill>
                <a:effectLst/>
                <a:latin typeface="Consolas" panose="020B0609020204030204" pitchFamily="49" charset="0"/>
              </a:rPr>
              <a:t> = </a:t>
            </a:r>
            <a:r>
              <a:rPr lang="en-US" altLang="zh-TW" b="0" dirty="0" err="1">
                <a:solidFill>
                  <a:srgbClr val="D4D4D4"/>
                </a:solidFill>
                <a:effectLst/>
                <a:latin typeface="Consolas" panose="020B0609020204030204" pitchFamily="49" charset="0"/>
              </a:rPr>
              <a:t>handleStateChange</a:t>
            </a:r>
            <a:r>
              <a:rPr lang="en-US" altLang="zh-TW" b="0" dirty="0">
                <a:solidFill>
                  <a:srgbClr val="D4D4D4"/>
                </a:solidFill>
                <a:effectLst/>
                <a:latin typeface="Consolas" panose="020B0609020204030204" pitchFamily="49" charset="0"/>
              </a:rPr>
              <a:t>;</a:t>
            </a:r>
          </a:p>
          <a:p>
            <a:r>
              <a:rPr lang="en-US" altLang="zh-TW" b="0" dirty="0">
                <a:solidFill>
                  <a:srgbClr val="D4D4D4"/>
                </a:solidFill>
                <a:effectLst/>
                <a:latin typeface="Consolas" panose="020B0609020204030204" pitchFamily="49" charset="0"/>
              </a:rPr>
              <a:t>      </a:t>
            </a:r>
            <a:r>
              <a:rPr lang="en-US" altLang="zh-TW" b="0" dirty="0" err="1">
                <a:solidFill>
                  <a:srgbClr val="D4D4D4"/>
                </a:solidFill>
                <a:effectLst/>
                <a:latin typeface="Consolas" panose="020B0609020204030204" pitchFamily="49" charset="0"/>
              </a:rPr>
              <a:t>XHR.send</a:t>
            </a:r>
            <a:r>
              <a:rPr lang="en-US" altLang="zh-TW" b="0" dirty="0">
                <a:solidFill>
                  <a:srgbClr val="D4D4D4"/>
                </a:solidFill>
                <a:effectLst/>
                <a:latin typeface="Consolas" panose="020B0609020204030204" pitchFamily="49" charset="0"/>
              </a:rPr>
              <a:t>(</a:t>
            </a:r>
            <a:r>
              <a:rPr lang="en-US" altLang="zh-TW" b="0" dirty="0">
                <a:solidFill>
                  <a:srgbClr val="569CD6"/>
                </a:solidFill>
                <a:effectLst/>
                <a:latin typeface="Consolas" panose="020B0609020204030204" pitchFamily="49" charset="0"/>
              </a:rPr>
              <a:t>null</a:t>
            </a:r>
            <a:r>
              <a:rPr lang="en-US" altLang="zh-TW" b="0" dirty="0">
                <a:solidFill>
                  <a:srgbClr val="D4D4D4"/>
                </a:solidFill>
                <a:effectLst/>
                <a:latin typeface="Consolas" panose="020B0609020204030204" pitchFamily="49" charset="0"/>
              </a:rPr>
              <a:t>);</a:t>
            </a:r>
          </a:p>
          <a:p>
            <a:r>
              <a:rPr lang="en-US" altLang="zh-TW" b="0" dirty="0">
                <a:solidFill>
                  <a:srgbClr val="D4D4D4"/>
                </a:solidFill>
                <a:effectLst/>
                <a:latin typeface="Consolas" panose="020B0609020204030204" pitchFamily="49" charset="0"/>
              </a:rPr>
              <a:t>    }</a:t>
            </a:r>
          </a:p>
          <a:p>
            <a:r>
              <a:rPr lang="en-US" altLang="zh-TW" b="0" dirty="0">
                <a:solidFill>
                  <a:srgbClr val="D4D4D4"/>
                </a:solidFill>
                <a:effectLst/>
                <a:latin typeface="Consolas" panose="020B0609020204030204" pitchFamily="49" charset="0"/>
              </a:rPr>
              <a:t/>
            </a:r>
            <a:br>
              <a:rPr lang="en-US" altLang="zh-TW" b="0" dirty="0">
                <a:solidFill>
                  <a:srgbClr val="D4D4D4"/>
                </a:solidFill>
                <a:effectLst/>
                <a:latin typeface="Consolas" panose="020B0609020204030204" pitchFamily="49" charset="0"/>
              </a:rPr>
            </a:br>
            <a:r>
              <a:rPr lang="en-US" altLang="zh-TW" b="0" dirty="0">
                <a:solidFill>
                  <a:srgbClr val="D4D4D4"/>
                </a:solidFill>
                <a:effectLst/>
                <a:latin typeface="Consolas" panose="020B0609020204030204" pitchFamily="49" charset="0"/>
              </a:rPr>
              <a:t>    </a:t>
            </a:r>
            <a:r>
              <a:rPr lang="en-US" altLang="zh-TW" b="0" dirty="0">
                <a:solidFill>
                  <a:srgbClr val="569CD6"/>
                </a:solidFill>
                <a:effectLst/>
                <a:latin typeface="Consolas" panose="020B0609020204030204" pitchFamily="49" charset="0"/>
              </a:rPr>
              <a:t>function</a:t>
            </a:r>
            <a:r>
              <a:rPr lang="en-US" altLang="zh-TW" b="0" dirty="0">
                <a:solidFill>
                  <a:srgbClr val="D4D4D4"/>
                </a:solidFill>
                <a:effectLst/>
                <a:latin typeface="Consolas" panose="020B0609020204030204" pitchFamily="49" charset="0"/>
              </a:rPr>
              <a:t> </a:t>
            </a:r>
            <a:r>
              <a:rPr lang="en-US" altLang="zh-TW" b="0" dirty="0" err="1">
                <a:solidFill>
                  <a:srgbClr val="D4D4D4"/>
                </a:solidFill>
                <a:effectLst/>
                <a:latin typeface="Consolas" panose="020B0609020204030204" pitchFamily="49" charset="0"/>
              </a:rPr>
              <a:t>handleStateChange</a:t>
            </a:r>
            <a:r>
              <a:rPr lang="en-US" altLang="zh-TW" b="0" dirty="0">
                <a:solidFill>
                  <a:srgbClr val="D4D4D4"/>
                </a:solidFill>
                <a:effectLst/>
                <a:latin typeface="Consolas" panose="020B0609020204030204" pitchFamily="49" charset="0"/>
              </a:rPr>
              <a:t>() {</a:t>
            </a:r>
          </a:p>
          <a:p>
            <a:r>
              <a:rPr lang="en-US" altLang="zh-TW" b="0" dirty="0">
                <a:solidFill>
                  <a:srgbClr val="D4D4D4"/>
                </a:solidFill>
                <a:effectLst/>
                <a:latin typeface="Consolas" panose="020B0609020204030204" pitchFamily="49" charset="0"/>
              </a:rPr>
              <a:t>      </a:t>
            </a:r>
            <a:r>
              <a:rPr lang="en-US" altLang="zh-TW" b="0" dirty="0">
                <a:solidFill>
                  <a:srgbClr val="569CD6"/>
                </a:solidFill>
                <a:effectLst/>
                <a:latin typeface="Consolas" panose="020B0609020204030204" pitchFamily="49" charset="0"/>
              </a:rPr>
              <a:t>if</a:t>
            </a:r>
            <a:r>
              <a:rPr lang="en-US" altLang="zh-TW" b="0" dirty="0">
                <a:solidFill>
                  <a:srgbClr val="D4D4D4"/>
                </a:solidFill>
                <a:effectLst/>
                <a:latin typeface="Consolas" panose="020B0609020204030204" pitchFamily="49" charset="0"/>
              </a:rPr>
              <a:t> (</a:t>
            </a:r>
            <a:r>
              <a:rPr lang="en-US" altLang="zh-TW" b="0" dirty="0" err="1">
                <a:solidFill>
                  <a:srgbClr val="D4D4D4"/>
                </a:solidFill>
                <a:effectLst/>
                <a:latin typeface="Consolas" panose="020B0609020204030204" pitchFamily="49" charset="0"/>
              </a:rPr>
              <a:t>XHR.readyState</a:t>
            </a:r>
            <a:r>
              <a:rPr lang="en-US" altLang="zh-TW" b="0" dirty="0">
                <a:solidFill>
                  <a:srgbClr val="D4D4D4"/>
                </a:solidFill>
                <a:effectLst/>
                <a:latin typeface="Consolas" panose="020B0609020204030204" pitchFamily="49" charset="0"/>
              </a:rPr>
              <a:t> == </a:t>
            </a:r>
            <a:r>
              <a:rPr lang="en-US" altLang="zh-TW" b="0" dirty="0">
                <a:solidFill>
                  <a:srgbClr val="B5CEA8"/>
                </a:solidFill>
                <a:effectLst/>
                <a:latin typeface="Consolas" panose="020B0609020204030204" pitchFamily="49" charset="0"/>
              </a:rPr>
              <a:t>4</a:t>
            </a:r>
            <a:r>
              <a:rPr lang="en-US" altLang="zh-TW" b="0" dirty="0">
                <a:solidFill>
                  <a:srgbClr val="D4D4D4"/>
                </a:solidFill>
                <a:effectLst/>
                <a:latin typeface="Consolas" panose="020B0609020204030204" pitchFamily="49" charset="0"/>
              </a:rPr>
              <a:t>) {</a:t>
            </a:r>
          </a:p>
          <a:p>
            <a:r>
              <a:rPr lang="en-US" altLang="zh-TW" b="0" dirty="0">
                <a:solidFill>
                  <a:srgbClr val="D4D4D4"/>
                </a:solidFill>
                <a:effectLst/>
                <a:latin typeface="Consolas" panose="020B0609020204030204" pitchFamily="49" charset="0"/>
              </a:rPr>
              <a:t>        </a:t>
            </a:r>
            <a:r>
              <a:rPr lang="en-US" altLang="zh-TW" b="0" dirty="0">
                <a:solidFill>
                  <a:srgbClr val="569CD6"/>
                </a:solidFill>
                <a:effectLst/>
                <a:latin typeface="Consolas" panose="020B0609020204030204" pitchFamily="49" charset="0"/>
              </a:rPr>
              <a:t>if</a:t>
            </a:r>
            <a:r>
              <a:rPr lang="en-US" altLang="zh-TW" b="0" dirty="0">
                <a:solidFill>
                  <a:srgbClr val="D4D4D4"/>
                </a:solidFill>
                <a:effectLst/>
                <a:latin typeface="Consolas" panose="020B0609020204030204" pitchFamily="49" charset="0"/>
              </a:rPr>
              <a:t> (</a:t>
            </a:r>
            <a:r>
              <a:rPr lang="en-US" altLang="zh-TW" b="0" dirty="0" err="1">
                <a:solidFill>
                  <a:srgbClr val="D4D4D4"/>
                </a:solidFill>
                <a:effectLst/>
                <a:latin typeface="Consolas" panose="020B0609020204030204" pitchFamily="49" charset="0"/>
              </a:rPr>
              <a:t>XHR.status</a:t>
            </a:r>
            <a:r>
              <a:rPr lang="en-US" altLang="zh-TW" b="0" dirty="0">
                <a:solidFill>
                  <a:srgbClr val="D4D4D4"/>
                </a:solidFill>
                <a:effectLst/>
                <a:latin typeface="Consolas" panose="020B0609020204030204" pitchFamily="49" charset="0"/>
              </a:rPr>
              <a:t> == </a:t>
            </a:r>
            <a:r>
              <a:rPr lang="en-US" altLang="zh-TW" b="0" dirty="0">
                <a:solidFill>
                  <a:srgbClr val="B5CEA8"/>
                </a:solidFill>
                <a:effectLst/>
                <a:latin typeface="Consolas" panose="020B0609020204030204" pitchFamily="49" charset="0"/>
              </a:rPr>
              <a:t>200</a:t>
            </a:r>
            <a:r>
              <a:rPr lang="en-US" altLang="zh-TW" b="0" dirty="0">
                <a:solidFill>
                  <a:srgbClr val="D4D4D4"/>
                </a:solidFill>
                <a:effectLst/>
                <a:latin typeface="Consolas" panose="020B0609020204030204" pitchFamily="49" charset="0"/>
              </a:rPr>
              <a:t>)</a:t>
            </a:r>
          </a:p>
          <a:p>
            <a:r>
              <a:rPr lang="en-US" altLang="zh-TW" b="0" dirty="0">
                <a:solidFill>
                  <a:srgbClr val="D4D4D4"/>
                </a:solidFill>
                <a:effectLst/>
                <a:latin typeface="Consolas" panose="020B0609020204030204" pitchFamily="49" charset="0"/>
              </a:rPr>
              <a:t>          </a:t>
            </a:r>
            <a:r>
              <a:rPr lang="en-US" altLang="zh-TW" b="0" dirty="0" err="1">
                <a:solidFill>
                  <a:srgbClr val="D4D4D4"/>
                </a:solidFill>
                <a:effectLst/>
                <a:latin typeface="Consolas" panose="020B0609020204030204" pitchFamily="49" charset="0"/>
              </a:rPr>
              <a:t>document.getElementById</a:t>
            </a:r>
            <a:r>
              <a:rPr lang="en-US" altLang="zh-TW" b="0" dirty="0">
                <a:solidFill>
                  <a:srgbClr val="D4D4D4"/>
                </a:solidFill>
                <a:effectLst/>
                <a:latin typeface="Consolas" panose="020B0609020204030204" pitchFamily="49" charset="0"/>
              </a:rPr>
              <a:t>(</a:t>
            </a:r>
            <a:r>
              <a:rPr lang="en-US" altLang="zh-TW" b="0" dirty="0">
                <a:solidFill>
                  <a:srgbClr val="CE9178"/>
                </a:solidFill>
                <a:effectLst/>
                <a:latin typeface="Consolas" panose="020B0609020204030204" pitchFamily="49" charset="0"/>
              </a:rPr>
              <a:t>"span1"</a:t>
            </a:r>
            <a:r>
              <a:rPr lang="en-US" altLang="zh-TW" b="0" dirty="0">
                <a:solidFill>
                  <a:srgbClr val="D4D4D4"/>
                </a:solidFill>
                <a:effectLst/>
                <a:latin typeface="Consolas" panose="020B0609020204030204" pitchFamily="49" charset="0"/>
              </a:rPr>
              <a:t>).</a:t>
            </a:r>
            <a:r>
              <a:rPr lang="en-US" altLang="zh-TW" b="0" dirty="0" err="1">
                <a:solidFill>
                  <a:srgbClr val="D4D4D4"/>
                </a:solidFill>
                <a:effectLst/>
                <a:latin typeface="Consolas" panose="020B0609020204030204" pitchFamily="49" charset="0"/>
              </a:rPr>
              <a:t>innerHTML</a:t>
            </a:r>
            <a:r>
              <a:rPr lang="en-US" altLang="zh-TW" b="0" dirty="0">
                <a:solidFill>
                  <a:srgbClr val="D4D4D4"/>
                </a:solidFill>
                <a:effectLst/>
                <a:latin typeface="Consolas" panose="020B0609020204030204" pitchFamily="49" charset="0"/>
              </a:rPr>
              <a:t> = </a:t>
            </a:r>
            <a:r>
              <a:rPr lang="en-US" altLang="zh-TW" b="0" dirty="0" err="1">
                <a:solidFill>
                  <a:srgbClr val="D4D4D4"/>
                </a:solidFill>
                <a:effectLst/>
                <a:latin typeface="Consolas" panose="020B0609020204030204" pitchFamily="49" charset="0"/>
              </a:rPr>
              <a:t>XHR.responseText</a:t>
            </a:r>
            <a:r>
              <a:rPr lang="en-US" altLang="zh-TW" b="0" dirty="0">
                <a:solidFill>
                  <a:srgbClr val="D4D4D4"/>
                </a:solidFill>
                <a:effectLst/>
                <a:latin typeface="Consolas" panose="020B0609020204030204" pitchFamily="49" charset="0"/>
              </a:rPr>
              <a:t>;</a:t>
            </a:r>
          </a:p>
          <a:p>
            <a:r>
              <a:rPr lang="en-US" altLang="zh-TW" b="0" dirty="0">
                <a:solidFill>
                  <a:srgbClr val="D4D4D4"/>
                </a:solidFill>
                <a:effectLst/>
                <a:latin typeface="Consolas" panose="020B0609020204030204" pitchFamily="49" charset="0"/>
              </a:rPr>
              <a:t>        </a:t>
            </a:r>
            <a:r>
              <a:rPr lang="en-US" altLang="zh-TW" b="0" dirty="0">
                <a:solidFill>
                  <a:srgbClr val="569CD6"/>
                </a:solidFill>
                <a:effectLst/>
                <a:latin typeface="Consolas" panose="020B0609020204030204" pitchFamily="49" charset="0"/>
              </a:rPr>
              <a:t>else</a:t>
            </a:r>
            <a:endParaRPr lang="en-US" altLang="zh-TW" b="0" dirty="0">
              <a:solidFill>
                <a:srgbClr val="D4D4D4"/>
              </a:solidFill>
              <a:effectLst/>
              <a:latin typeface="Consolas" panose="020B0609020204030204" pitchFamily="49" charset="0"/>
            </a:endParaRPr>
          </a:p>
          <a:p>
            <a:r>
              <a:rPr lang="en-US" altLang="zh-TW" b="0" dirty="0">
                <a:solidFill>
                  <a:srgbClr val="D4D4D4"/>
                </a:solidFill>
                <a:effectLst/>
                <a:latin typeface="Consolas" panose="020B0609020204030204" pitchFamily="49" charset="0"/>
              </a:rPr>
              <a:t>          </a:t>
            </a:r>
            <a:r>
              <a:rPr lang="en-US" altLang="zh-TW" b="0" dirty="0" err="1">
                <a:solidFill>
                  <a:srgbClr val="D4D4D4"/>
                </a:solidFill>
                <a:effectLst/>
                <a:latin typeface="Consolas" panose="020B0609020204030204" pitchFamily="49" charset="0"/>
              </a:rPr>
              <a:t>window.alert</a:t>
            </a:r>
            <a:r>
              <a:rPr lang="en-US" altLang="zh-TW" b="0" dirty="0">
                <a:solidFill>
                  <a:srgbClr val="D4D4D4"/>
                </a:solidFill>
                <a:effectLst/>
                <a:latin typeface="Consolas" panose="020B0609020204030204" pitchFamily="49" charset="0"/>
              </a:rPr>
              <a:t>(</a:t>
            </a:r>
            <a:r>
              <a:rPr lang="en-US" altLang="zh-TW" b="0" dirty="0">
                <a:solidFill>
                  <a:srgbClr val="CE9178"/>
                </a:solidFill>
                <a:effectLst/>
                <a:latin typeface="Consolas" panose="020B0609020204030204" pitchFamily="49" charset="0"/>
              </a:rPr>
              <a:t>"</a:t>
            </a:r>
            <a:r>
              <a:rPr lang="zh-TW" altLang="en-US" b="0" dirty="0">
                <a:solidFill>
                  <a:srgbClr val="CE9178"/>
                </a:solidFill>
                <a:effectLst/>
                <a:latin typeface="Consolas" panose="020B0609020204030204" pitchFamily="49" charset="0"/>
              </a:rPr>
              <a:t>檔案開啟錯誤</a:t>
            </a:r>
            <a:r>
              <a:rPr lang="en-US" altLang="zh-TW" b="0" dirty="0">
                <a:solidFill>
                  <a:srgbClr val="CE9178"/>
                </a:solidFill>
                <a:effectLst/>
                <a:latin typeface="Consolas" panose="020B0609020204030204" pitchFamily="49" charset="0"/>
              </a:rPr>
              <a:t>!"</a:t>
            </a:r>
            <a:r>
              <a:rPr lang="en-US" altLang="zh-TW" b="0" dirty="0">
                <a:solidFill>
                  <a:srgbClr val="D4D4D4"/>
                </a:solidFill>
                <a:effectLst/>
                <a:latin typeface="Consolas" panose="020B0609020204030204" pitchFamily="49" charset="0"/>
              </a:rPr>
              <a:t>);</a:t>
            </a:r>
          </a:p>
          <a:p>
            <a:r>
              <a:rPr lang="en-US" altLang="zh-TW" b="0" dirty="0">
                <a:solidFill>
                  <a:srgbClr val="D4D4D4"/>
                </a:solidFill>
                <a:effectLst/>
                <a:latin typeface="Consolas" panose="020B0609020204030204" pitchFamily="49" charset="0"/>
              </a:rPr>
              <a:t>      }</a:t>
            </a:r>
          </a:p>
          <a:p>
            <a:r>
              <a:rPr lang="en-US" altLang="zh-TW" b="0" dirty="0">
                <a:solidFill>
                  <a:srgbClr val="D4D4D4"/>
                </a:solidFill>
                <a:effectLst/>
                <a:latin typeface="Consolas" panose="020B0609020204030204" pitchFamily="49" charset="0"/>
              </a:rPr>
              <a:t>    }</a:t>
            </a:r>
          </a:p>
          <a:p>
            <a:r>
              <a:rPr lang="en-US" altLang="zh-TW" b="0" dirty="0">
                <a:solidFill>
                  <a:srgbClr val="D4D4D4"/>
                </a:solidFill>
                <a:effectLst/>
                <a:latin typeface="Consolas" panose="020B0609020204030204" pitchFamily="49" charset="0"/>
              </a:rPr>
              <a:t>  </a:t>
            </a:r>
            <a:r>
              <a:rPr lang="en-US" altLang="zh-TW" b="0" dirty="0">
                <a:solidFill>
                  <a:srgbClr val="808080"/>
                </a:solidFill>
                <a:effectLst/>
                <a:latin typeface="Consolas" panose="020B0609020204030204" pitchFamily="49" charset="0"/>
              </a:rPr>
              <a:t>&lt;/</a:t>
            </a:r>
            <a:r>
              <a:rPr lang="en-US" altLang="zh-TW" b="0" dirty="0">
                <a:solidFill>
                  <a:srgbClr val="569CD6"/>
                </a:solidFill>
                <a:effectLst/>
                <a:latin typeface="Consolas" panose="020B0609020204030204" pitchFamily="49" charset="0"/>
              </a:rPr>
              <a:t>script</a:t>
            </a:r>
            <a:r>
              <a:rPr lang="en-US" altLang="zh-TW" b="0" dirty="0">
                <a:solidFill>
                  <a:srgbClr val="808080"/>
                </a:solidFill>
                <a:effectLst/>
                <a:latin typeface="Consolas" panose="020B0609020204030204" pitchFamily="49" charset="0"/>
              </a:rPr>
              <a:t>&gt;</a:t>
            </a:r>
            <a:endParaRPr lang="en-US" altLang="zh-TW" b="0" dirty="0">
              <a:solidFill>
                <a:srgbClr val="D4D4D4"/>
              </a:solidFill>
              <a:effectLst/>
              <a:latin typeface="Consolas" panose="020B0609020204030204" pitchFamily="49" charset="0"/>
            </a:endParaRPr>
          </a:p>
          <a:p>
            <a:r>
              <a:rPr lang="en-US" altLang="zh-TW" b="0" dirty="0">
                <a:solidFill>
                  <a:srgbClr val="808080"/>
                </a:solidFill>
                <a:effectLst/>
                <a:latin typeface="Consolas" panose="020B0609020204030204" pitchFamily="49" charset="0"/>
              </a:rPr>
              <a:t>&lt;/</a:t>
            </a:r>
            <a:r>
              <a:rPr lang="en-US" altLang="zh-TW" b="0" dirty="0">
                <a:solidFill>
                  <a:srgbClr val="569CD6"/>
                </a:solidFill>
                <a:effectLst/>
                <a:latin typeface="Consolas" panose="020B0609020204030204" pitchFamily="49" charset="0"/>
              </a:rPr>
              <a:t>head</a:t>
            </a:r>
            <a:r>
              <a:rPr lang="en-US" altLang="zh-TW" b="0" dirty="0">
                <a:solidFill>
                  <a:srgbClr val="808080"/>
                </a:solidFill>
                <a:effectLst/>
                <a:latin typeface="Consolas" panose="020B0609020204030204" pitchFamily="49" charset="0"/>
              </a:rPr>
              <a:t>&gt;</a:t>
            </a:r>
            <a:endParaRPr lang="en-US" altLang="zh-TW" b="0" dirty="0">
              <a:solidFill>
                <a:srgbClr val="D4D4D4"/>
              </a:solidFill>
              <a:effectLst/>
              <a:latin typeface="Consolas" panose="020B0609020204030204" pitchFamily="49" charset="0"/>
            </a:endParaRPr>
          </a:p>
          <a:p>
            <a:r>
              <a:rPr lang="en-US" altLang="zh-TW" b="0" dirty="0">
                <a:solidFill>
                  <a:srgbClr val="D4D4D4"/>
                </a:solidFill>
                <a:effectLst/>
                <a:latin typeface="Consolas" panose="020B0609020204030204" pitchFamily="49" charset="0"/>
              </a:rPr>
              <a:t/>
            </a:r>
            <a:br>
              <a:rPr lang="en-US" altLang="zh-TW" b="0" dirty="0">
                <a:solidFill>
                  <a:srgbClr val="D4D4D4"/>
                </a:solidFill>
                <a:effectLst/>
                <a:latin typeface="Consolas" panose="020B0609020204030204" pitchFamily="49" charset="0"/>
              </a:rPr>
            </a:br>
            <a:r>
              <a:rPr lang="en-US" altLang="zh-TW" b="0" dirty="0">
                <a:solidFill>
                  <a:srgbClr val="808080"/>
                </a:solidFill>
                <a:effectLst/>
                <a:latin typeface="Consolas" panose="020B0609020204030204" pitchFamily="49" charset="0"/>
              </a:rPr>
              <a:t>&lt;</a:t>
            </a:r>
            <a:r>
              <a:rPr lang="en-US" altLang="zh-TW" b="0" dirty="0">
                <a:solidFill>
                  <a:srgbClr val="569CD6"/>
                </a:solidFill>
                <a:effectLst/>
                <a:latin typeface="Consolas" panose="020B0609020204030204" pitchFamily="49" charset="0"/>
              </a:rPr>
              <a:t>body</a:t>
            </a:r>
            <a:r>
              <a:rPr lang="en-US" altLang="zh-TW" b="0" dirty="0">
                <a:solidFill>
                  <a:srgbClr val="808080"/>
                </a:solidFill>
                <a:effectLst/>
                <a:latin typeface="Consolas" panose="020B0609020204030204" pitchFamily="49" charset="0"/>
              </a:rPr>
              <a:t>&gt;</a:t>
            </a:r>
            <a:endParaRPr lang="en-US" altLang="zh-TW" b="0" dirty="0">
              <a:solidFill>
                <a:srgbClr val="D4D4D4"/>
              </a:solidFill>
              <a:effectLst/>
              <a:latin typeface="Consolas" panose="020B0609020204030204" pitchFamily="49" charset="0"/>
            </a:endParaRPr>
          </a:p>
          <a:p>
            <a:r>
              <a:rPr lang="en-US" altLang="zh-TW" b="0" dirty="0">
                <a:solidFill>
                  <a:srgbClr val="D4D4D4"/>
                </a:solidFill>
                <a:effectLst/>
                <a:latin typeface="Consolas" panose="020B0609020204030204" pitchFamily="49" charset="0"/>
              </a:rPr>
              <a:t>  </a:t>
            </a:r>
            <a:r>
              <a:rPr lang="en-US" altLang="zh-TW" b="0" dirty="0">
                <a:solidFill>
                  <a:srgbClr val="808080"/>
                </a:solidFill>
                <a:effectLst/>
                <a:latin typeface="Consolas" panose="020B0609020204030204" pitchFamily="49" charset="0"/>
              </a:rPr>
              <a:t>&lt;</a:t>
            </a:r>
            <a:r>
              <a:rPr lang="en-US" altLang="zh-TW" b="0" dirty="0">
                <a:solidFill>
                  <a:srgbClr val="569CD6"/>
                </a:solidFill>
                <a:effectLst/>
                <a:latin typeface="Consolas" panose="020B0609020204030204" pitchFamily="49" charset="0"/>
              </a:rPr>
              <a:t>form</a:t>
            </a:r>
            <a:r>
              <a:rPr lang="en-US" altLang="zh-TW" b="0" dirty="0">
                <a:solidFill>
                  <a:srgbClr val="D4D4D4"/>
                </a:solidFill>
                <a:effectLst/>
                <a:latin typeface="Consolas" panose="020B0609020204030204" pitchFamily="49" charset="0"/>
              </a:rPr>
              <a:t> </a:t>
            </a:r>
            <a:r>
              <a:rPr lang="en-US" altLang="zh-TW" b="0" dirty="0">
                <a:solidFill>
                  <a:srgbClr val="9CDCFE"/>
                </a:solidFill>
                <a:effectLst/>
                <a:latin typeface="Consolas" panose="020B0609020204030204" pitchFamily="49" charset="0"/>
              </a:rPr>
              <a:t>id</a:t>
            </a:r>
            <a:r>
              <a:rPr lang="en-US" altLang="zh-TW" b="0" dirty="0">
                <a:solidFill>
                  <a:srgbClr val="D4D4D4"/>
                </a:solidFill>
                <a:effectLst/>
                <a:latin typeface="Consolas" panose="020B0609020204030204" pitchFamily="49" charset="0"/>
              </a:rPr>
              <a:t>=</a:t>
            </a:r>
            <a:r>
              <a:rPr lang="en-US" altLang="zh-TW" b="0" dirty="0">
                <a:solidFill>
                  <a:srgbClr val="CE9178"/>
                </a:solidFill>
                <a:effectLst/>
                <a:latin typeface="Consolas" panose="020B0609020204030204" pitchFamily="49" charset="0"/>
              </a:rPr>
              <a:t>"form1"</a:t>
            </a:r>
            <a:r>
              <a:rPr lang="en-US" altLang="zh-TW" b="0" dirty="0">
                <a:solidFill>
                  <a:srgbClr val="808080"/>
                </a:solidFill>
                <a:effectLst/>
                <a:latin typeface="Consolas" panose="020B0609020204030204" pitchFamily="49" charset="0"/>
              </a:rPr>
              <a:t>&gt;</a:t>
            </a:r>
            <a:endParaRPr lang="en-US" altLang="zh-TW" b="0" dirty="0">
              <a:solidFill>
                <a:srgbClr val="D4D4D4"/>
              </a:solidFill>
              <a:effectLst/>
              <a:latin typeface="Consolas" panose="020B0609020204030204" pitchFamily="49" charset="0"/>
            </a:endParaRPr>
          </a:p>
          <a:p>
            <a:r>
              <a:rPr lang="en-US" altLang="zh-TW" b="0" dirty="0">
                <a:solidFill>
                  <a:srgbClr val="D4D4D4"/>
                </a:solidFill>
                <a:effectLst/>
                <a:latin typeface="Consolas" panose="020B0609020204030204" pitchFamily="49" charset="0"/>
              </a:rPr>
              <a:t>    </a:t>
            </a:r>
            <a:r>
              <a:rPr lang="en-US" altLang="zh-TW" b="0" dirty="0">
                <a:solidFill>
                  <a:srgbClr val="808080"/>
                </a:solidFill>
                <a:effectLst/>
                <a:latin typeface="Consolas" panose="020B0609020204030204" pitchFamily="49" charset="0"/>
              </a:rPr>
              <a:t>&lt;</a:t>
            </a:r>
            <a:r>
              <a:rPr lang="en-US" altLang="zh-TW" b="0" dirty="0">
                <a:solidFill>
                  <a:srgbClr val="569CD6"/>
                </a:solidFill>
                <a:effectLst/>
                <a:latin typeface="Consolas" panose="020B0609020204030204" pitchFamily="49" charset="0"/>
              </a:rPr>
              <a:t>input</a:t>
            </a:r>
            <a:r>
              <a:rPr lang="en-US" altLang="zh-TW" b="0" dirty="0">
                <a:solidFill>
                  <a:srgbClr val="D4D4D4"/>
                </a:solidFill>
                <a:effectLst/>
                <a:latin typeface="Consolas" panose="020B0609020204030204" pitchFamily="49" charset="0"/>
              </a:rPr>
              <a:t> </a:t>
            </a:r>
            <a:r>
              <a:rPr lang="en-US" altLang="zh-TW" b="0" dirty="0">
                <a:solidFill>
                  <a:srgbClr val="9CDCFE"/>
                </a:solidFill>
                <a:effectLst/>
                <a:latin typeface="Consolas" panose="020B0609020204030204" pitchFamily="49" charset="0"/>
              </a:rPr>
              <a:t>id</a:t>
            </a:r>
            <a:r>
              <a:rPr lang="en-US" altLang="zh-TW" b="0" dirty="0">
                <a:solidFill>
                  <a:srgbClr val="D4D4D4"/>
                </a:solidFill>
                <a:effectLst/>
                <a:latin typeface="Consolas" panose="020B0609020204030204" pitchFamily="49" charset="0"/>
              </a:rPr>
              <a:t>=</a:t>
            </a:r>
            <a:r>
              <a:rPr lang="en-US" altLang="zh-TW" b="0" dirty="0">
                <a:solidFill>
                  <a:srgbClr val="CE9178"/>
                </a:solidFill>
                <a:effectLst/>
                <a:latin typeface="Consolas" panose="020B0609020204030204" pitchFamily="49" charset="0"/>
              </a:rPr>
              <a:t>"button1"</a:t>
            </a:r>
            <a:r>
              <a:rPr lang="en-US" altLang="zh-TW" b="0" dirty="0">
                <a:solidFill>
                  <a:srgbClr val="D4D4D4"/>
                </a:solidFill>
                <a:effectLst/>
                <a:latin typeface="Consolas" panose="020B0609020204030204" pitchFamily="49" charset="0"/>
              </a:rPr>
              <a:t> </a:t>
            </a:r>
            <a:r>
              <a:rPr lang="en-US" altLang="zh-TW" b="0" dirty="0">
                <a:solidFill>
                  <a:srgbClr val="9CDCFE"/>
                </a:solidFill>
                <a:effectLst/>
                <a:latin typeface="Consolas" panose="020B0609020204030204" pitchFamily="49" charset="0"/>
              </a:rPr>
              <a:t>type</a:t>
            </a:r>
            <a:r>
              <a:rPr lang="en-US" altLang="zh-TW" b="0" dirty="0">
                <a:solidFill>
                  <a:srgbClr val="D4D4D4"/>
                </a:solidFill>
                <a:effectLst/>
                <a:latin typeface="Consolas" panose="020B0609020204030204" pitchFamily="49" charset="0"/>
              </a:rPr>
              <a:t>=</a:t>
            </a:r>
            <a:r>
              <a:rPr lang="en-US" altLang="zh-TW" b="0" dirty="0">
                <a:solidFill>
                  <a:srgbClr val="CE9178"/>
                </a:solidFill>
                <a:effectLst/>
                <a:latin typeface="Consolas" panose="020B0609020204030204" pitchFamily="49" charset="0"/>
              </a:rPr>
              <a:t>"button"</a:t>
            </a:r>
            <a:r>
              <a:rPr lang="en-US" altLang="zh-TW" b="0" dirty="0">
                <a:solidFill>
                  <a:srgbClr val="D4D4D4"/>
                </a:solidFill>
                <a:effectLst/>
                <a:latin typeface="Consolas" panose="020B0609020204030204" pitchFamily="49" charset="0"/>
              </a:rPr>
              <a:t> </a:t>
            </a:r>
            <a:r>
              <a:rPr lang="en-US" altLang="zh-TW" b="0" dirty="0">
                <a:solidFill>
                  <a:srgbClr val="9CDCFE"/>
                </a:solidFill>
                <a:effectLst/>
                <a:latin typeface="Consolas" panose="020B0609020204030204" pitchFamily="49" charset="0"/>
              </a:rPr>
              <a:t>value</a:t>
            </a:r>
            <a:r>
              <a:rPr lang="en-US" altLang="zh-TW" b="0" dirty="0">
                <a:solidFill>
                  <a:srgbClr val="D4D4D4"/>
                </a:solidFill>
                <a:effectLst/>
                <a:latin typeface="Consolas" panose="020B0609020204030204" pitchFamily="49" charset="0"/>
              </a:rPr>
              <a:t>=</a:t>
            </a:r>
            <a:r>
              <a:rPr lang="en-US" altLang="zh-TW" b="0" dirty="0">
                <a:solidFill>
                  <a:srgbClr val="CE9178"/>
                </a:solidFill>
                <a:effectLst/>
                <a:latin typeface="Consolas" panose="020B0609020204030204" pitchFamily="49" charset="0"/>
              </a:rPr>
              <a:t>"</a:t>
            </a:r>
            <a:r>
              <a:rPr lang="zh-TW" altLang="en-US" b="0" dirty="0">
                <a:solidFill>
                  <a:srgbClr val="CE9178"/>
                </a:solidFill>
                <a:effectLst/>
                <a:latin typeface="Consolas" panose="020B0609020204030204" pitchFamily="49" charset="0"/>
              </a:rPr>
              <a:t>顯示詩句</a:t>
            </a:r>
            <a:r>
              <a:rPr lang="en-US" altLang="zh-TW" b="0" dirty="0">
                <a:solidFill>
                  <a:srgbClr val="CE9178"/>
                </a:solidFill>
                <a:effectLst/>
                <a:latin typeface="Consolas" panose="020B0609020204030204" pitchFamily="49" charset="0"/>
              </a:rPr>
              <a:t>"</a:t>
            </a:r>
            <a:r>
              <a:rPr lang="zh-TW" altLang="en-US" b="0" dirty="0">
                <a:solidFill>
                  <a:srgbClr val="D4D4D4"/>
                </a:solidFill>
                <a:effectLst/>
                <a:latin typeface="Consolas" panose="020B0609020204030204" pitchFamily="49" charset="0"/>
              </a:rPr>
              <a:t> </a:t>
            </a:r>
            <a:r>
              <a:rPr lang="en-US" altLang="zh-TW" b="0" dirty="0">
                <a:solidFill>
                  <a:srgbClr val="9CDCFE"/>
                </a:solidFill>
                <a:effectLst/>
                <a:latin typeface="Consolas" panose="020B0609020204030204" pitchFamily="49" charset="0"/>
              </a:rPr>
              <a:t>onclick</a:t>
            </a:r>
            <a:r>
              <a:rPr lang="en-US" altLang="zh-TW" b="0" dirty="0">
                <a:solidFill>
                  <a:srgbClr val="D4D4D4"/>
                </a:solidFill>
                <a:effectLst/>
                <a:latin typeface="Consolas" panose="020B0609020204030204" pitchFamily="49" charset="0"/>
              </a:rPr>
              <a:t>=</a:t>
            </a:r>
            <a:r>
              <a:rPr lang="en-US" altLang="zh-TW" b="0" dirty="0">
                <a:solidFill>
                  <a:srgbClr val="CE9178"/>
                </a:solidFill>
                <a:effectLst/>
                <a:latin typeface="Consolas" panose="020B0609020204030204" pitchFamily="49" charset="0"/>
              </a:rPr>
              <a:t>"</a:t>
            </a:r>
            <a:r>
              <a:rPr lang="en-US" altLang="zh-TW" b="0" dirty="0" err="1">
                <a:solidFill>
                  <a:srgbClr val="CE9178"/>
                </a:solidFill>
                <a:effectLst/>
                <a:latin typeface="Consolas" panose="020B0609020204030204" pitchFamily="49" charset="0"/>
              </a:rPr>
              <a:t>startRequest</a:t>
            </a:r>
            <a:r>
              <a:rPr lang="en-US" altLang="zh-TW" b="0" dirty="0">
                <a:solidFill>
                  <a:srgbClr val="CE9178"/>
                </a:solidFill>
                <a:effectLst/>
                <a:latin typeface="Consolas" panose="020B0609020204030204" pitchFamily="49" charset="0"/>
              </a:rPr>
              <a:t>()"</a:t>
            </a:r>
            <a:r>
              <a:rPr lang="en-US" altLang="zh-TW" b="0" dirty="0">
                <a:solidFill>
                  <a:srgbClr val="808080"/>
                </a:solidFill>
                <a:effectLst/>
                <a:latin typeface="Consolas" panose="020B0609020204030204" pitchFamily="49" charset="0"/>
              </a:rPr>
              <a:t>&gt;</a:t>
            </a:r>
            <a:endParaRPr lang="en-US" altLang="zh-TW" b="0" dirty="0">
              <a:solidFill>
                <a:srgbClr val="D4D4D4"/>
              </a:solidFill>
              <a:effectLst/>
              <a:latin typeface="Consolas" panose="020B0609020204030204" pitchFamily="49" charset="0"/>
            </a:endParaRPr>
          </a:p>
          <a:p>
            <a:r>
              <a:rPr lang="en-US" altLang="zh-TW" b="0" dirty="0">
                <a:solidFill>
                  <a:srgbClr val="D4D4D4"/>
                </a:solidFill>
                <a:effectLst/>
                <a:latin typeface="Consolas" panose="020B0609020204030204" pitchFamily="49" charset="0"/>
              </a:rPr>
              <a:t>    </a:t>
            </a:r>
            <a:r>
              <a:rPr lang="en-US" altLang="zh-TW" b="0" dirty="0">
                <a:solidFill>
                  <a:srgbClr val="808080"/>
                </a:solidFill>
                <a:effectLst/>
                <a:latin typeface="Consolas" panose="020B0609020204030204" pitchFamily="49" charset="0"/>
              </a:rPr>
              <a:t>&lt;</a:t>
            </a:r>
            <a:r>
              <a:rPr lang="en-US" altLang="zh-TW" b="0" dirty="0" err="1">
                <a:solidFill>
                  <a:srgbClr val="569CD6"/>
                </a:solidFill>
                <a:effectLst/>
                <a:latin typeface="Consolas" panose="020B0609020204030204" pitchFamily="49" charset="0"/>
              </a:rPr>
              <a:t>br</a:t>
            </a:r>
            <a:r>
              <a:rPr lang="en-US" altLang="zh-TW" b="0" dirty="0">
                <a:solidFill>
                  <a:srgbClr val="808080"/>
                </a:solidFill>
                <a:effectLst/>
                <a:latin typeface="Consolas" panose="020B0609020204030204" pitchFamily="49" charset="0"/>
              </a:rPr>
              <a:t>&gt;&lt;</a:t>
            </a:r>
            <a:r>
              <a:rPr lang="en-US" altLang="zh-TW" b="0" dirty="0" err="1">
                <a:solidFill>
                  <a:srgbClr val="569CD6"/>
                </a:solidFill>
                <a:effectLst/>
                <a:latin typeface="Consolas" panose="020B0609020204030204" pitchFamily="49" charset="0"/>
              </a:rPr>
              <a:t>br</a:t>
            </a:r>
            <a:r>
              <a:rPr lang="en-US" altLang="zh-TW" b="0" dirty="0">
                <a:solidFill>
                  <a:srgbClr val="808080"/>
                </a:solidFill>
                <a:effectLst/>
                <a:latin typeface="Consolas" panose="020B0609020204030204" pitchFamily="49" charset="0"/>
              </a:rPr>
              <a:t>&gt;</a:t>
            </a:r>
            <a:r>
              <a:rPr lang="en-US" altLang="zh-TW" b="0" dirty="0">
                <a:solidFill>
                  <a:srgbClr val="D4D4D4"/>
                </a:solidFill>
                <a:effectLst/>
                <a:latin typeface="Consolas" panose="020B0609020204030204" pitchFamily="49" charset="0"/>
              </a:rPr>
              <a:t> </a:t>
            </a:r>
            <a:r>
              <a:rPr lang="en-US" altLang="zh-TW" b="0" dirty="0">
                <a:solidFill>
                  <a:srgbClr val="808080"/>
                </a:solidFill>
                <a:effectLst/>
                <a:latin typeface="Consolas" panose="020B0609020204030204" pitchFamily="49" charset="0"/>
              </a:rPr>
              <a:t>&lt;</a:t>
            </a:r>
            <a:r>
              <a:rPr lang="en-US" altLang="zh-TW" b="0" dirty="0">
                <a:solidFill>
                  <a:srgbClr val="569CD6"/>
                </a:solidFill>
                <a:effectLst/>
                <a:latin typeface="Consolas" panose="020B0609020204030204" pitchFamily="49" charset="0"/>
              </a:rPr>
              <a:t>span</a:t>
            </a:r>
            <a:r>
              <a:rPr lang="en-US" altLang="zh-TW" b="0" dirty="0">
                <a:solidFill>
                  <a:srgbClr val="D4D4D4"/>
                </a:solidFill>
                <a:effectLst/>
                <a:latin typeface="Consolas" panose="020B0609020204030204" pitchFamily="49" charset="0"/>
              </a:rPr>
              <a:t> </a:t>
            </a:r>
            <a:r>
              <a:rPr lang="en-US" altLang="zh-TW" b="0" dirty="0">
                <a:solidFill>
                  <a:srgbClr val="9CDCFE"/>
                </a:solidFill>
                <a:effectLst/>
                <a:latin typeface="Consolas" panose="020B0609020204030204" pitchFamily="49" charset="0"/>
              </a:rPr>
              <a:t>id</a:t>
            </a:r>
            <a:r>
              <a:rPr lang="en-US" altLang="zh-TW" b="0" dirty="0">
                <a:solidFill>
                  <a:srgbClr val="D4D4D4"/>
                </a:solidFill>
                <a:effectLst/>
                <a:latin typeface="Consolas" panose="020B0609020204030204" pitchFamily="49" charset="0"/>
              </a:rPr>
              <a:t>=</a:t>
            </a:r>
            <a:r>
              <a:rPr lang="en-US" altLang="zh-TW" b="0" dirty="0">
                <a:solidFill>
                  <a:srgbClr val="CE9178"/>
                </a:solidFill>
                <a:effectLst/>
                <a:latin typeface="Consolas" panose="020B0609020204030204" pitchFamily="49" charset="0"/>
              </a:rPr>
              <a:t>"span1"</a:t>
            </a:r>
            <a:r>
              <a:rPr lang="en-US" altLang="zh-TW" b="0" dirty="0">
                <a:solidFill>
                  <a:srgbClr val="808080"/>
                </a:solidFill>
                <a:effectLst/>
                <a:latin typeface="Consolas" panose="020B0609020204030204" pitchFamily="49" charset="0"/>
              </a:rPr>
              <a:t>&gt;&lt;/</a:t>
            </a:r>
            <a:r>
              <a:rPr lang="en-US" altLang="zh-TW" b="0" dirty="0">
                <a:solidFill>
                  <a:srgbClr val="569CD6"/>
                </a:solidFill>
                <a:effectLst/>
                <a:latin typeface="Consolas" panose="020B0609020204030204" pitchFamily="49" charset="0"/>
              </a:rPr>
              <a:t>span</a:t>
            </a:r>
            <a:r>
              <a:rPr lang="en-US" altLang="zh-TW" b="0" dirty="0">
                <a:solidFill>
                  <a:srgbClr val="808080"/>
                </a:solidFill>
                <a:effectLst/>
                <a:latin typeface="Consolas" panose="020B0609020204030204" pitchFamily="49" charset="0"/>
              </a:rPr>
              <a:t>&gt;</a:t>
            </a:r>
            <a:endParaRPr lang="en-US" altLang="zh-TW" b="0" dirty="0">
              <a:solidFill>
                <a:srgbClr val="D4D4D4"/>
              </a:solidFill>
              <a:effectLst/>
              <a:latin typeface="Consolas" panose="020B0609020204030204" pitchFamily="49" charset="0"/>
            </a:endParaRPr>
          </a:p>
          <a:p>
            <a:r>
              <a:rPr lang="en-US" altLang="zh-TW" b="0" dirty="0">
                <a:solidFill>
                  <a:srgbClr val="D4D4D4"/>
                </a:solidFill>
                <a:effectLst/>
                <a:latin typeface="Consolas" panose="020B0609020204030204" pitchFamily="49" charset="0"/>
              </a:rPr>
              <a:t>  </a:t>
            </a:r>
            <a:r>
              <a:rPr lang="en-US" altLang="zh-TW" b="0" dirty="0">
                <a:solidFill>
                  <a:srgbClr val="808080"/>
                </a:solidFill>
                <a:effectLst/>
                <a:latin typeface="Consolas" panose="020B0609020204030204" pitchFamily="49" charset="0"/>
              </a:rPr>
              <a:t>&lt;/</a:t>
            </a:r>
            <a:r>
              <a:rPr lang="en-US" altLang="zh-TW" b="0" dirty="0">
                <a:solidFill>
                  <a:srgbClr val="569CD6"/>
                </a:solidFill>
                <a:effectLst/>
                <a:latin typeface="Consolas" panose="020B0609020204030204" pitchFamily="49" charset="0"/>
              </a:rPr>
              <a:t>form</a:t>
            </a:r>
            <a:r>
              <a:rPr lang="en-US" altLang="zh-TW" b="0" dirty="0">
                <a:solidFill>
                  <a:srgbClr val="808080"/>
                </a:solidFill>
                <a:effectLst/>
                <a:latin typeface="Consolas" panose="020B0609020204030204" pitchFamily="49" charset="0"/>
              </a:rPr>
              <a:t>&gt;</a:t>
            </a:r>
            <a:endParaRPr lang="en-US" altLang="zh-TW" b="0" dirty="0">
              <a:solidFill>
                <a:srgbClr val="D4D4D4"/>
              </a:solidFill>
              <a:effectLst/>
              <a:latin typeface="Consolas" panose="020B0609020204030204" pitchFamily="49" charset="0"/>
            </a:endParaRPr>
          </a:p>
          <a:p>
            <a:r>
              <a:rPr lang="en-US" altLang="zh-TW" b="0" dirty="0">
                <a:solidFill>
                  <a:srgbClr val="808080"/>
                </a:solidFill>
                <a:effectLst/>
                <a:latin typeface="Consolas" panose="020B0609020204030204" pitchFamily="49" charset="0"/>
              </a:rPr>
              <a:t>&lt;/</a:t>
            </a:r>
            <a:r>
              <a:rPr lang="en-US" altLang="zh-TW" b="0" dirty="0">
                <a:solidFill>
                  <a:srgbClr val="569CD6"/>
                </a:solidFill>
                <a:effectLst/>
                <a:latin typeface="Consolas" panose="020B0609020204030204" pitchFamily="49" charset="0"/>
              </a:rPr>
              <a:t>body</a:t>
            </a:r>
            <a:r>
              <a:rPr lang="en-US" altLang="zh-TW" b="0" dirty="0">
                <a:solidFill>
                  <a:srgbClr val="808080"/>
                </a:solidFill>
                <a:effectLst/>
                <a:latin typeface="Consolas" panose="020B0609020204030204" pitchFamily="49" charset="0"/>
              </a:rPr>
              <a:t>&gt;</a:t>
            </a:r>
            <a:endParaRPr lang="en-US" altLang="zh-TW" b="0" dirty="0">
              <a:solidFill>
                <a:srgbClr val="D4D4D4"/>
              </a:solidFill>
              <a:effectLst/>
              <a:latin typeface="Consolas" panose="020B0609020204030204" pitchFamily="49" charset="0"/>
            </a:endParaRPr>
          </a:p>
          <a:p>
            <a:r>
              <a:rPr lang="en-US" altLang="zh-TW" b="0" dirty="0">
                <a:solidFill>
                  <a:srgbClr val="D4D4D4"/>
                </a:solidFill>
                <a:effectLst/>
                <a:latin typeface="Consolas" panose="020B0609020204030204" pitchFamily="49" charset="0"/>
              </a:rPr>
              <a:t/>
            </a:r>
            <a:br>
              <a:rPr lang="en-US" altLang="zh-TW" b="0" dirty="0">
                <a:solidFill>
                  <a:srgbClr val="D4D4D4"/>
                </a:solidFill>
                <a:effectLst/>
                <a:latin typeface="Consolas" panose="020B0609020204030204" pitchFamily="49" charset="0"/>
              </a:rPr>
            </a:br>
            <a:r>
              <a:rPr lang="en-US" altLang="zh-TW" b="0" dirty="0">
                <a:solidFill>
                  <a:srgbClr val="808080"/>
                </a:solidFill>
                <a:effectLst/>
                <a:latin typeface="Consolas" panose="020B0609020204030204" pitchFamily="49" charset="0"/>
              </a:rPr>
              <a:t>&lt;/</a:t>
            </a:r>
            <a:r>
              <a:rPr lang="en-US" altLang="zh-TW" b="0" dirty="0">
                <a:solidFill>
                  <a:srgbClr val="569CD6"/>
                </a:solidFill>
                <a:effectLst/>
                <a:latin typeface="Consolas" panose="020B0609020204030204" pitchFamily="49" charset="0"/>
              </a:rPr>
              <a:t>html</a:t>
            </a:r>
            <a:r>
              <a:rPr lang="en-US" altLang="zh-TW" b="0" dirty="0">
                <a:solidFill>
                  <a:srgbClr val="808080"/>
                </a:solidFill>
                <a:effectLst/>
                <a:latin typeface="Consolas" panose="020B0609020204030204" pitchFamily="49" charset="0"/>
              </a:rPr>
              <a:t>&gt;</a:t>
            </a:r>
            <a:endParaRPr lang="en-US" altLang="zh-TW" b="0" dirty="0">
              <a:solidFill>
                <a:srgbClr val="D4D4D4"/>
              </a:solidFill>
              <a:effectLst/>
              <a:latin typeface="Consolas" panose="020B0609020204030204" pitchFamily="49" charset="0"/>
            </a:endParaRPr>
          </a:p>
          <a:p>
            <a:endParaRPr lang="zh-TW" altLang="en-US" dirty="0"/>
          </a:p>
        </p:txBody>
      </p:sp>
      <p:sp>
        <p:nvSpPr>
          <p:cNvPr id="4" name="投影片編號版面配置區 3"/>
          <p:cNvSpPr>
            <a:spLocks noGrp="1"/>
          </p:cNvSpPr>
          <p:nvPr>
            <p:ph type="sldNum" sz="quarter" idx="5"/>
          </p:nvPr>
        </p:nvSpPr>
        <p:spPr/>
        <p:txBody>
          <a:bodyPr/>
          <a:lstStyle/>
          <a:p>
            <a:pPr>
              <a:defRPr/>
            </a:pPr>
            <a:fld id="{D715DAB4-2617-344A-8A4E-35068C8BFF94}" type="slidenum">
              <a:rPr lang="en-US" altLang="zh-TW" smtClean="0"/>
              <a:pPr>
                <a:defRPr/>
              </a:pPr>
              <a:t>83</a:t>
            </a:fld>
            <a:endParaRPr lang="en-US" altLang="zh-TW"/>
          </a:p>
        </p:txBody>
      </p:sp>
    </p:spTree>
    <p:extLst>
      <p:ext uri="{BB962C8B-B14F-4D97-AF65-F5344CB8AC3E}">
        <p14:creationId xmlns:p14="http://schemas.microsoft.com/office/powerpoint/2010/main" val="134095599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Slide Image Placeholder 1"/>
          <p:cNvSpPr>
            <a:spLocks noGrp="1" noRot="1" noChangeAspect="1"/>
          </p:cNvSpPr>
          <p:nvPr>
            <p:ph type="sldImg"/>
          </p:nvPr>
        </p:nvSpPr>
        <p:spPr bwMode="auto">
          <a:xfrm>
            <a:off x="4325938" y="73025"/>
            <a:ext cx="2466975" cy="1851025"/>
          </a:xfrm>
          <a:noFill/>
          <a:ln>
            <a:solidFill>
              <a:srgbClr val="000000"/>
            </a:solidFill>
            <a:miter lim="800000"/>
            <a:headEnd/>
            <a:tailEnd/>
          </a:ln>
        </p:spPr>
      </p:sp>
      <p:sp>
        <p:nvSpPr>
          <p:cNvPr id="66562"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lnSpc>
                <a:spcPct val="115000"/>
              </a:lnSpc>
              <a:spcBef>
                <a:spcPct val="0"/>
              </a:spcBef>
              <a:spcAft>
                <a:spcPts val="1000"/>
              </a:spcAft>
            </a:pPr>
            <a:r>
              <a:rPr lang="en-US" altLang="zh-TW" sz="1000">
                <a:latin typeface="Arial" charset="0"/>
                <a:ea typeface="Calibri" pitchFamily="34" charset="0"/>
                <a:cs typeface="Segoe UI" pitchFamily="34" charset="0"/>
              </a:rPr>
              <a:t>Highlight that the data sent to a server must be a text string, most likely created by using </a:t>
            </a:r>
            <a:r>
              <a:rPr lang="en-US" altLang="zh-TW" sz="1000" b="1">
                <a:latin typeface="Arial" charset="0"/>
                <a:ea typeface="Calibri" pitchFamily="34" charset="0"/>
                <a:cs typeface="Times New Roman" pitchFamily="18" charset="0"/>
              </a:rPr>
              <a:t>JSON.stringify()</a:t>
            </a:r>
            <a:r>
              <a:rPr lang="en-US" altLang="zh-TW" sz="1000">
                <a:latin typeface="Arial" charset="0"/>
                <a:ea typeface="Calibri" pitchFamily="34" charset="0"/>
                <a:cs typeface="Segoe UI" pitchFamily="34" charset="0"/>
              </a:rPr>
              <a:t> or as the result of user input in a form. In both cases, emphasize that the developer should specify the appropriate encoding by setting the </a:t>
            </a:r>
            <a:r>
              <a:rPr lang="en-US" altLang="zh-TW" sz="1000" b="1">
                <a:latin typeface="Arial" charset="0"/>
                <a:ea typeface="Calibri" pitchFamily="34" charset="0"/>
                <a:cs typeface="Times New Roman" pitchFamily="18" charset="0"/>
              </a:rPr>
              <a:t>Content-Type</a:t>
            </a:r>
            <a:r>
              <a:rPr lang="en-US" altLang="zh-TW" sz="1000">
                <a:latin typeface="Arial" charset="0"/>
                <a:ea typeface="Calibri" pitchFamily="34" charset="0"/>
                <a:cs typeface="Segoe UI" pitchFamily="34" charset="0"/>
              </a:rPr>
              <a:t> property of the request header.</a:t>
            </a:r>
            <a:endParaRPr lang="en-US" altLang="zh-TW" sz="1000">
              <a:latin typeface="Arial" charset="0"/>
              <a:ea typeface="Calibri" pitchFamily="34" charset="0"/>
              <a:cs typeface="Times New Roman" pitchFamily="18" charset="0"/>
            </a:endParaRPr>
          </a:p>
          <a:p>
            <a:pPr eaLnBrk="1" hangingPunct="1">
              <a:lnSpc>
                <a:spcPct val="115000"/>
              </a:lnSpc>
              <a:spcBef>
                <a:spcPct val="0"/>
              </a:spcBef>
              <a:spcAft>
                <a:spcPts val="1000"/>
              </a:spcAft>
            </a:pPr>
            <a:r>
              <a:rPr lang="en-US" altLang="zh-TW" sz="1000">
                <a:latin typeface="Arial" charset="0"/>
                <a:ea typeface="Calibri" pitchFamily="34" charset="0"/>
                <a:cs typeface="Segoe UI" pitchFamily="34" charset="0"/>
              </a:rPr>
              <a:t>Highlight the content-type </a:t>
            </a:r>
            <a:r>
              <a:rPr lang="en-US" altLang="zh-TW" sz="1000" b="1">
                <a:latin typeface="Arial" charset="0"/>
                <a:ea typeface="Calibri" pitchFamily="34" charset="0"/>
                <a:cs typeface="Times New Roman" pitchFamily="18" charset="0"/>
              </a:rPr>
              <a:t>application/x-www-form-urlencoded</a:t>
            </a:r>
            <a:r>
              <a:rPr lang="en-US" altLang="zh-TW" sz="1000">
                <a:latin typeface="Arial" charset="0"/>
                <a:ea typeface="Calibri" pitchFamily="34" charset="0"/>
                <a:cs typeface="Times New Roman" pitchFamily="18" charset="0"/>
              </a:rPr>
              <a:t> described in the notes; students will use this content type in the lab.</a:t>
            </a:r>
          </a:p>
        </p:txBody>
      </p:sp>
      <p:sp>
        <p:nvSpPr>
          <p:cNvPr id="63491"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BC056BB2-FC34-40C4-BA7B-D6B48A9D98D7}" type="slidenum">
              <a:rPr lang="en-US" altLang="zh-TW"/>
              <a:pPr fontAlgn="base">
                <a:spcBef>
                  <a:spcPct val="0"/>
                </a:spcBef>
                <a:spcAft>
                  <a:spcPct val="0"/>
                </a:spcAft>
                <a:defRPr/>
              </a:pPr>
              <a:t>85</a:t>
            </a:fld>
            <a:endParaRPr lang="en-US" altLang="zh-TW"/>
          </a:p>
        </p:txBody>
      </p:sp>
      <p:sp>
        <p:nvSpPr>
          <p:cNvPr id="5" name="Rectangle 4"/>
          <p:cNvSpPr/>
          <p:nvPr/>
        </p:nvSpPr>
        <p:spPr>
          <a:xfrm>
            <a:off x="0" y="0"/>
            <a:ext cx="3038475" cy="222250"/>
          </a:xfrm>
          <a:prstGeom prst="rect">
            <a:avLst/>
          </a:prstGeom>
          <a:no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kumimoji="0" lang="en-US" sz="1200" b="1" dirty="0">
                <a:solidFill>
                  <a:srgbClr val="000000"/>
                </a:solidFill>
                <a:latin typeface="Arial"/>
              </a:rPr>
              <a:t>20480B</a:t>
            </a:r>
          </a:p>
        </p:txBody>
      </p:sp>
      <p:sp>
        <p:nvSpPr>
          <p:cNvPr id="6" name="Rectangle 5"/>
          <p:cNvSpPr/>
          <p:nvPr/>
        </p:nvSpPr>
        <p:spPr>
          <a:xfrm>
            <a:off x="0" y="238125"/>
            <a:ext cx="3038475" cy="347663"/>
          </a:xfrm>
          <a:prstGeom prst="rect">
            <a:avLst/>
          </a:prstGeom>
          <a:no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kumimoji="0" lang="en-GB" sz="1200" b="1" dirty="0">
                <a:solidFill>
                  <a:srgbClr val="336699"/>
                </a:solidFill>
                <a:latin typeface="Arial"/>
              </a:rPr>
              <a:t>5: Communicating with a Remote Server</a:t>
            </a:r>
            <a:endParaRPr kumimoji="0" lang="en-US" sz="1200" b="1" dirty="0">
              <a:solidFill>
                <a:srgbClr val="336699"/>
              </a:solidFill>
              <a:latin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投影片圖像版面配置區 1"/>
          <p:cNvSpPr>
            <a:spLocks noGrp="1" noRot="1" noChangeAspect="1"/>
          </p:cNvSpPr>
          <p:nvPr>
            <p:ph type="sldImg"/>
          </p:nvPr>
        </p:nvSpPr>
        <p:spPr bwMode="auto">
          <a:xfrm>
            <a:off x="4325938" y="73025"/>
            <a:ext cx="2466975" cy="1851025"/>
          </a:xfrm>
          <a:noFill/>
          <a:ln>
            <a:solidFill>
              <a:srgbClr val="000000"/>
            </a:solidFill>
            <a:miter lim="800000"/>
            <a:headEnd/>
            <a:tailEnd/>
          </a:ln>
        </p:spPr>
      </p:sp>
      <p:sp>
        <p:nvSpPr>
          <p:cNvPr id="3" name="備忘稿版面配置區 2"/>
          <p:cNvSpPr>
            <a:spLocks noGrp="1"/>
          </p:cNvSpPr>
          <p:nvPr>
            <p:ph type="body" idx="1"/>
          </p:nvPr>
        </p:nvSpPr>
        <p:spPr/>
        <p:txBody>
          <a:bodyPr>
            <a:normAutofit fontScale="77500" lnSpcReduction="20000"/>
          </a:bodyPr>
          <a:lstStyle/>
          <a:p>
            <a:pPr eaLnBrk="1" hangingPunct="1">
              <a:defRPr/>
            </a:pPr>
            <a:r>
              <a:rPr lang="en-US" altLang="zh-TW" dirty="0"/>
              <a:t>&lt;!DOCTYPE html&gt;</a:t>
            </a:r>
          </a:p>
          <a:p>
            <a:pPr eaLnBrk="1" hangingPunct="1">
              <a:defRPr/>
            </a:pPr>
            <a:r>
              <a:rPr lang="en-US" altLang="zh-TW" dirty="0"/>
              <a:t>&lt;html&gt;</a:t>
            </a:r>
          </a:p>
          <a:p>
            <a:pPr eaLnBrk="1" hangingPunct="1">
              <a:defRPr/>
            </a:pPr>
            <a:r>
              <a:rPr lang="en-US" altLang="zh-TW" dirty="0"/>
              <a:t>&lt;head&gt;</a:t>
            </a:r>
          </a:p>
          <a:p>
            <a:pPr eaLnBrk="1" hangingPunct="1">
              <a:defRPr/>
            </a:pPr>
            <a:r>
              <a:rPr lang="en-US" altLang="zh-TW" dirty="0"/>
              <a:t>&lt;script </a:t>
            </a:r>
            <a:r>
              <a:rPr lang="en-US" altLang="zh-TW" dirty="0" err="1"/>
              <a:t>src</a:t>
            </a:r>
            <a:r>
              <a:rPr lang="en-US" altLang="zh-TW" dirty="0"/>
              <a:t>="http://ajax.googleapis.com/ajax/libs/jquery/1.11.1/jquery.min.js"&gt;&lt;/script&gt;</a:t>
            </a:r>
          </a:p>
          <a:p>
            <a:pPr eaLnBrk="1" hangingPunct="1">
              <a:defRPr/>
            </a:pPr>
            <a:r>
              <a:rPr lang="en-US" altLang="zh-TW" dirty="0"/>
              <a:t>&lt;script&gt;</a:t>
            </a:r>
          </a:p>
          <a:p>
            <a:pPr eaLnBrk="1" hangingPunct="1">
              <a:defRPr/>
            </a:pPr>
            <a:r>
              <a:rPr lang="en-US" altLang="zh-TW" dirty="0"/>
              <a:t>$(document).ready(function(){</a:t>
            </a:r>
          </a:p>
          <a:p>
            <a:pPr eaLnBrk="1" hangingPunct="1">
              <a:defRPr/>
            </a:pPr>
            <a:r>
              <a:rPr lang="en-US" altLang="zh-TW" dirty="0"/>
              <a:t>  $("button").click(function(){</a:t>
            </a:r>
          </a:p>
          <a:p>
            <a:pPr eaLnBrk="1" hangingPunct="1">
              <a:defRPr/>
            </a:pPr>
            <a:r>
              <a:rPr lang="en-US" altLang="zh-TW" dirty="0"/>
              <a:t>    $("p:first").</a:t>
            </a:r>
            <a:r>
              <a:rPr lang="en-US" altLang="zh-TW" dirty="0" err="1"/>
              <a:t>addClass</a:t>
            </a:r>
            <a:r>
              <a:rPr lang="en-US" altLang="zh-TW" dirty="0"/>
              <a:t>("intro");</a:t>
            </a:r>
          </a:p>
          <a:p>
            <a:pPr eaLnBrk="1" hangingPunct="1">
              <a:defRPr/>
            </a:pPr>
            <a:r>
              <a:rPr lang="en-US" altLang="zh-TW" dirty="0"/>
              <a:t>  });</a:t>
            </a:r>
          </a:p>
          <a:p>
            <a:pPr eaLnBrk="1" hangingPunct="1">
              <a:defRPr/>
            </a:pPr>
            <a:r>
              <a:rPr lang="en-US" altLang="zh-TW" dirty="0"/>
              <a:t>});</a:t>
            </a:r>
          </a:p>
          <a:p>
            <a:pPr eaLnBrk="1" hangingPunct="1">
              <a:defRPr/>
            </a:pPr>
            <a:r>
              <a:rPr lang="en-US" altLang="zh-TW" dirty="0"/>
              <a:t>&lt;/script&gt;</a:t>
            </a:r>
          </a:p>
          <a:p>
            <a:pPr eaLnBrk="1" hangingPunct="1">
              <a:defRPr/>
            </a:pPr>
            <a:r>
              <a:rPr lang="en-US" altLang="zh-TW" dirty="0"/>
              <a:t>&lt;style&gt;</a:t>
            </a:r>
          </a:p>
          <a:p>
            <a:pPr eaLnBrk="1" hangingPunct="1">
              <a:defRPr/>
            </a:pPr>
            <a:r>
              <a:rPr lang="en-US" altLang="zh-TW" dirty="0"/>
              <a:t>.intro</a:t>
            </a:r>
          </a:p>
          <a:p>
            <a:pPr eaLnBrk="1" hangingPunct="1">
              <a:defRPr/>
            </a:pPr>
            <a:r>
              <a:rPr lang="en-US" altLang="zh-TW" dirty="0"/>
              <a:t>{</a:t>
            </a:r>
          </a:p>
          <a:p>
            <a:pPr eaLnBrk="1" hangingPunct="1">
              <a:defRPr/>
            </a:pPr>
            <a:r>
              <a:rPr lang="en-US" altLang="zh-TW" dirty="0"/>
              <a:t>font-size:150%;</a:t>
            </a:r>
          </a:p>
          <a:p>
            <a:pPr eaLnBrk="1" hangingPunct="1">
              <a:defRPr/>
            </a:pPr>
            <a:r>
              <a:rPr lang="en-US" altLang="zh-TW" dirty="0" err="1"/>
              <a:t>color:red</a:t>
            </a:r>
            <a:r>
              <a:rPr lang="en-US" altLang="zh-TW" dirty="0"/>
              <a:t>;</a:t>
            </a:r>
          </a:p>
          <a:p>
            <a:pPr eaLnBrk="1" hangingPunct="1">
              <a:defRPr/>
            </a:pPr>
            <a:r>
              <a:rPr lang="en-US" altLang="zh-TW" dirty="0"/>
              <a:t>}</a:t>
            </a:r>
          </a:p>
          <a:p>
            <a:pPr eaLnBrk="1" hangingPunct="1">
              <a:defRPr/>
            </a:pPr>
            <a:r>
              <a:rPr lang="en-US" altLang="zh-TW" dirty="0"/>
              <a:t>&lt;/style&gt;</a:t>
            </a:r>
          </a:p>
          <a:p>
            <a:pPr eaLnBrk="1" hangingPunct="1">
              <a:defRPr/>
            </a:pPr>
            <a:r>
              <a:rPr lang="en-US" altLang="zh-TW" dirty="0"/>
              <a:t>&lt;/head&gt;</a:t>
            </a:r>
          </a:p>
          <a:p>
            <a:pPr eaLnBrk="1" hangingPunct="1">
              <a:defRPr/>
            </a:pPr>
            <a:r>
              <a:rPr lang="en-US" altLang="zh-TW" dirty="0"/>
              <a:t>&lt;body&gt;</a:t>
            </a:r>
          </a:p>
          <a:p>
            <a:pPr eaLnBrk="1" hangingPunct="1">
              <a:defRPr/>
            </a:pPr>
            <a:endParaRPr lang="en-US" altLang="zh-TW" dirty="0"/>
          </a:p>
          <a:p>
            <a:pPr eaLnBrk="1" hangingPunct="1">
              <a:defRPr/>
            </a:pPr>
            <a:r>
              <a:rPr lang="en-US" altLang="zh-TW" dirty="0"/>
              <a:t>&lt;h1&gt;This is a heading&lt;/h1&gt;</a:t>
            </a:r>
          </a:p>
          <a:p>
            <a:pPr eaLnBrk="1" hangingPunct="1">
              <a:defRPr/>
            </a:pPr>
            <a:r>
              <a:rPr lang="en-US" altLang="zh-TW" dirty="0"/>
              <a:t>&lt;p&gt;This is a paragraph.&lt;/p&gt;</a:t>
            </a:r>
          </a:p>
          <a:p>
            <a:pPr eaLnBrk="1" hangingPunct="1">
              <a:defRPr/>
            </a:pPr>
            <a:r>
              <a:rPr lang="en-US" altLang="zh-TW" dirty="0"/>
              <a:t>&lt;p&gt;This is another paragraph.&lt;/p&gt;</a:t>
            </a:r>
          </a:p>
          <a:p>
            <a:pPr eaLnBrk="1" hangingPunct="1">
              <a:defRPr/>
            </a:pPr>
            <a:endParaRPr lang="en-US" altLang="zh-TW" dirty="0"/>
          </a:p>
          <a:p>
            <a:pPr eaLnBrk="1" hangingPunct="1">
              <a:defRPr/>
            </a:pPr>
            <a:r>
              <a:rPr lang="en-US" altLang="zh-TW" dirty="0"/>
              <a:t>&lt;button&gt;Add a class name to the first p element&lt;/button&gt;</a:t>
            </a:r>
          </a:p>
          <a:p>
            <a:pPr eaLnBrk="1" hangingPunct="1">
              <a:defRPr/>
            </a:pPr>
            <a:endParaRPr lang="en-US" altLang="zh-TW" dirty="0"/>
          </a:p>
          <a:p>
            <a:pPr eaLnBrk="1" hangingPunct="1">
              <a:defRPr/>
            </a:pPr>
            <a:r>
              <a:rPr lang="en-US" altLang="zh-TW" dirty="0"/>
              <a:t>&lt;/body&gt;</a:t>
            </a:r>
          </a:p>
          <a:p>
            <a:pPr eaLnBrk="1" hangingPunct="1">
              <a:defRPr/>
            </a:pPr>
            <a:r>
              <a:rPr lang="en-US" altLang="zh-TW" dirty="0"/>
              <a:t>&lt;/html&gt;</a:t>
            </a:r>
          </a:p>
          <a:p>
            <a:pPr eaLnBrk="1" hangingPunct="1">
              <a:defRPr/>
            </a:pPr>
            <a:endParaRPr lang="zh-TW" altLang="en-US" dirty="0"/>
          </a:p>
        </p:txBody>
      </p:sp>
      <p:sp>
        <p:nvSpPr>
          <p:cNvPr id="4" name="投影片編號版面配置區 3"/>
          <p:cNvSpPr>
            <a:spLocks noGrp="1"/>
          </p:cNvSpPr>
          <p:nvPr>
            <p:ph type="sldNum" sz="quarter" idx="5"/>
          </p:nvPr>
        </p:nvSpPr>
        <p:spPr/>
        <p:txBody>
          <a:bodyPr/>
          <a:lstStyle/>
          <a:p>
            <a:pPr>
              <a:defRPr/>
            </a:pPr>
            <a:fld id="{1AFE8D79-CC52-4E56-80A1-EA21D2D9D398}" type="slidenum">
              <a:rPr lang="en-US" smtClean="0"/>
              <a:pPr>
                <a:defRPr/>
              </a:pPr>
              <a:t>92</a:t>
            </a:fld>
            <a:endParaRPr 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&lt;!DOCTYPE html&gt;</a:t>
            </a:r>
          </a:p>
          <a:p>
            <a:r>
              <a:rPr lang="en-US" altLang="zh-TW" dirty="0"/>
              <a:t>&lt;html lang="</a:t>
            </a:r>
            <a:r>
              <a:rPr lang="en-US" altLang="zh-TW" dirty="0" err="1"/>
              <a:t>zh-tw</a:t>
            </a:r>
            <a:r>
              <a:rPr lang="en-US" altLang="zh-TW" dirty="0"/>
              <a:t>"&gt;</a:t>
            </a:r>
          </a:p>
          <a:p>
            <a:endParaRPr lang="en-US" altLang="zh-TW" dirty="0"/>
          </a:p>
          <a:p>
            <a:r>
              <a:rPr lang="en-US" altLang="zh-TW" dirty="0"/>
              <a:t>&lt;head&gt;</a:t>
            </a:r>
          </a:p>
          <a:p>
            <a:r>
              <a:rPr lang="en-US" altLang="zh-TW" dirty="0"/>
              <a:t>    &lt;title&gt;</a:t>
            </a:r>
            <a:r>
              <a:rPr lang="zh-TW" altLang="en-US" dirty="0"/>
              <a:t>產品表格</a:t>
            </a:r>
            <a:r>
              <a:rPr lang="en-US" altLang="zh-TW" dirty="0"/>
              <a:t>&lt;/title&gt;</a:t>
            </a:r>
          </a:p>
          <a:p>
            <a:r>
              <a:rPr lang="en-US" altLang="zh-TW" dirty="0"/>
              <a:t>    &lt;meta name="viewport" content="width=device-width, initial-scale=1"&gt;</a:t>
            </a:r>
          </a:p>
          <a:p>
            <a:r>
              <a:rPr lang="en-US" altLang="zh-TW" dirty="0"/>
              <a:t>    &lt;meta charset="utf-8"&gt;</a:t>
            </a:r>
          </a:p>
          <a:p>
            <a:r>
              <a:rPr lang="en-US" altLang="zh-TW" dirty="0"/>
              <a:t>    &lt;script </a:t>
            </a:r>
            <a:r>
              <a:rPr lang="en-US" altLang="zh-TW" dirty="0" err="1"/>
              <a:t>src</a:t>
            </a:r>
            <a:r>
              <a:rPr lang="en-US" altLang="zh-TW" dirty="0"/>
              <a:t>="https://code.jquery.com/jquery-3.6.0.min.js"&gt;&lt;/script&gt;</a:t>
            </a:r>
          </a:p>
          <a:p>
            <a:r>
              <a:rPr lang="en-US" altLang="zh-TW" dirty="0"/>
              <a:t>&lt;/head&gt;</a:t>
            </a:r>
          </a:p>
          <a:p>
            <a:endParaRPr lang="en-US" altLang="zh-TW" dirty="0"/>
          </a:p>
          <a:p>
            <a:r>
              <a:rPr lang="en-US" altLang="zh-TW" dirty="0"/>
              <a:t>&lt;body&gt;</a:t>
            </a:r>
          </a:p>
          <a:p>
            <a:r>
              <a:rPr lang="en-US" altLang="zh-TW" dirty="0"/>
              <a:t>    &lt;table id="product" rules="rows" width="40%" border="1"&gt;&lt;/table&gt;</a:t>
            </a:r>
          </a:p>
          <a:p>
            <a:r>
              <a:rPr lang="en-US" altLang="zh-TW" dirty="0"/>
              <a:t>    &lt;script&gt;</a:t>
            </a:r>
          </a:p>
          <a:p>
            <a:r>
              <a:rPr lang="en-US" altLang="zh-TW" dirty="0"/>
              <a:t>        var </a:t>
            </a:r>
            <a:r>
              <a:rPr lang="en-US" altLang="zh-TW" dirty="0" err="1"/>
              <a:t>arr</a:t>
            </a:r>
            <a:r>
              <a:rPr lang="en-US" altLang="zh-TW" dirty="0"/>
              <a:t> = [{ "name": "Apple", "price": 60 }, { "name": "Lemon", "price": 90 }, { "name": "Cherry", "price": 300 }];</a:t>
            </a:r>
          </a:p>
          <a:p>
            <a:r>
              <a:rPr lang="en-US" altLang="zh-TW" dirty="0"/>
              <a:t>        $("#product").empty();</a:t>
            </a:r>
          </a:p>
          <a:p>
            <a:r>
              <a:rPr lang="en-US" altLang="zh-TW" dirty="0"/>
              <a:t>        //</a:t>
            </a:r>
            <a:r>
              <a:rPr lang="zh-TW" altLang="en-US" dirty="0"/>
              <a:t>建立表格的第一列</a:t>
            </a:r>
          </a:p>
          <a:p>
            <a:r>
              <a:rPr lang="zh-TW" altLang="en-US" dirty="0"/>
              <a:t>        </a:t>
            </a:r>
            <a:r>
              <a:rPr lang="en-US" altLang="zh-TW" dirty="0"/>
              <a:t>var </a:t>
            </a:r>
            <a:r>
              <a:rPr lang="en-US" altLang="zh-TW" dirty="0" err="1"/>
              <a:t>firstRow</a:t>
            </a:r>
            <a:r>
              <a:rPr lang="en-US" altLang="zh-TW" dirty="0"/>
              <a:t> = $("&lt;tr style='text-align: left;'&gt;&lt;</a:t>
            </a:r>
            <a:r>
              <a:rPr lang="en-US" altLang="zh-TW" dirty="0" err="1"/>
              <a:t>th</a:t>
            </a:r>
            <a:r>
              <a:rPr lang="en-US" altLang="zh-TW" dirty="0"/>
              <a:t>&gt;Row&lt;/</a:t>
            </a:r>
            <a:r>
              <a:rPr lang="en-US" altLang="zh-TW" dirty="0" err="1"/>
              <a:t>th</a:t>
            </a:r>
            <a:r>
              <a:rPr lang="en-US" altLang="zh-TW" dirty="0"/>
              <a:t>&gt;&lt;</a:t>
            </a:r>
            <a:r>
              <a:rPr lang="en-US" altLang="zh-TW" dirty="0" err="1"/>
              <a:t>th</a:t>
            </a:r>
            <a:r>
              <a:rPr lang="en-US" altLang="zh-TW" dirty="0"/>
              <a:t>&gt;</a:t>
            </a:r>
            <a:r>
              <a:rPr lang="zh-TW" altLang="en-US" dirty="0"/>
              <a:t>產品名稱</a:t>
            </a:r>
            <a:r>
              <a:rPr lang="en-US" altLang="zh-TW" dirty="0"/>
              <a:t>&lt;/</a:t>
            </a:r>
            <a:r>
              <a:rPr lang="en-US" altLang="zh-TW" dirty="0" err="1"/>
              <a:t>th</a:t>
            </a:r>
            <a:r>
              <a:rPr lang="en-US" altLang="zh-TW" dirty="0"/>
              <a:t>&gt;&lt;</a:t>
            </a:r>
            <a:r>
              <a:rPr lang="en-US" altLang="zh-TW" dirty="0" err="1"/>
              <a:t>th</a:t>
            </a:r>
            <a:r>
              <a:rPr lang="en-US" altLang="zh-TW" dirty="0"/>
              <a:t>&gt;</a:t>
            </a:r>
            <a:r>
              <a:rPr lang="zh-TW" altLang="en-US" dirty="0"/>
              <a:t>產品價格</a:t>
            </a:r>
            <a:r>
              <a:rPr lang="en-US" altLang="zh-TW" dirty="0"/>
              <a:t>&lt;/</a:t>
            </a:r>
            <a:r>
              <a:rPr lang="en-US" altLang="zh-TW" dirty="0" err="1"/>
              <a:t>th</a:t>
            </a:r>
            <a:r>
              <a:rPr lang="en-US" altLang="zh-TW" dirty="0"/>
              <a:t>&gt;&lt;/tr&gt;");</a:t>
            </a:r>
          </a:p>
          <a:p>
            <a:r>
              <a:rPr lang="en-US" altLang="zh-TW" dirty="0"/>
              <a:t>        $("#product").append(</a:t>
            </a:r>
            <a:r>
              <a:rPr lang="en-US" altLang="zh-TW" dirty="0" err="1"/>
              <a:t>firstRow</a:t>
            </a:r>
            <a:r>
              <a:rPr lang="en-US" altLang="zh-TW" dirty="0"/>
              <a:t>);</a:t>
            </a:r>
          </a:p>
          <a:p>
            <a:r>
              <a:rPr lang="en-US" altLang="zh-TW" dirty="0"/>
              <a:t>        //</a:t>
            </a:r>
            <a:r>
              <a:rPr lang="zh-TW" altLang="en-US" dirty="0"/>
              <a:t>將取得的資料一一建立為表格的每一列</a:t>
            </a:r>
          </a:p>
          <a:p>
            <a:r>
              <a:rPr lang="zh-TW" altLang="en-US" dirty="0"/>
              <a:t>        </a:t>
            </a:r>
            <a:r>
              <a:rPr lang="en-US" altLang="zh-TW" dirty="0"/>
              <a:t>$.each(</a:t>
            </a:r>
            <a:r>
              <a:rPr lang="en-US" altLang="zh-TW" dirty="0" err="1"/>
              <a:t>arr</a:t>
            </a:r>
            <a:r>
              <a:rPr lang="en-US" altLang="zh-TW" dirty="0"/>
              <a:t>, function (</a:t>
            </a:r>
            <a:r>
              <a:rPr lang="en-US" altLang="zh-TW" dirty="0" err="1"/>
              <a:t>i</a:t>
            </a:r>
            <a:r>
              <a:rPr lang="en-US" altLang="zh-TW" dirty="0"/>
              <a:t>) {</a:t>
            </a:r>
          </a:p>
          <a:p>
            <a:r>
              <a:rPr lang="en-US" altLang="zh-TW" dirty="0"/>
              <a:t>            var row = $("&lt;tr&gt;&lt;/tr&gt;");</a:t>
            </a:r>
          </a:p>
          <a:p>
            <a:r>
              <a:rPr lang="en-US" altLang="zh-TW" dirty="0"/>
              <a:t>            $("&lt;td&gt;&lt;/td&gt;").text(</a:t>
            </a:r>
            <a:r>
              <a:rPr lang="en-US" altLang="zh-TW" dirty="0" err="1"/>
              <a:t>i</a:t>
            </a:r>
            <a:r>
              <a:rPr lang="en-US" altLang="zh-TW" dirty="0"/>
              <a:t> + 1).</a:t>
            </a:r>
            <a:r>
              <a:rPr lang="en-US" altLang="zh-TW" dirty="0" err="1"/>
              <a:t>appendTo</a:t>
            </a:r>
            <a:r>
              <a:rPr lang="en-US" altLang="zh-TW" dirty="0"/>
              <a:t>(row);</a:t>
            </a:r>
          </a:p>
          <a:p>
            <a:r>
              <a:rPr lang="en-US" altLang="zh-TW" dirty="0"/>
              <a:t>            $("&lt;td&gt;&lt;/td&gt;").text(this.name).</a:t>
            </a:r>
            <a:r>
              <a:rPr lang="en-US" altLang="zh-TW" dirty="0" err="1"/>
              <a:t>appendTo</a:t>
            </a:r>
            <a:r>
              <a:rPr lang="en-US" altLang="zh-TW" dirty="0"/>
              <a:t>(row);</a:t>
            </a:r>
          </a:p>
          <a:p>
            <a:r>
              <a:rPr lang="en-US" altLang="zh-TW" dirty="0"/>
              <a:t>            $("&lt;td&gt;&lt;/td&gt;").text(</a:t>
            </a:r>
            <a:r>
              <a:rPr lang="en-US" altLang="zh-TW" dirty="0" err="1"/>
              <a:t>this.price</a:t>
            </a:r>
            <a:r>
              <a:rPr lang="en-US" altLang="zh-TW" dirty="0"/>
              <a:t>).</a:t>
            </a:r>
            <a:r>
              <a:rPr lang="en-US" altLang="zh-TW" dirty="0" err="1"/>
              <a:t>appendTo</a:t>
            </a:r>
            <a:r>
              <a:rPr lang="en-US" altLang="zh-TW" dirty="0"/>
              <a:t>(row);</a:t>
            </a:r>
          </a:p>
          <a:p>
            <a:r>
              <a:rPr lang="en-US" altLang="zh-TW" dirty="0"/>
              <a:t>            $("#product").append(row);</a:t>
            </a:r>
          </a:p>
          <a:p>
            <a:r>
              <a:rPr lang="en-US" altLang="zh-TW" dirty="0"/>
              <a:t>        });</a:t>
            </a:r>
          </a:p>
          <a:p>
            <a:r>
              <a:rPr lang="en-US" altLang="zh-TW" dirty="0"/>
              <a:t>    &lt;/script&gt;</a:t>
            </a:r>
          </a:p>
          <a:p>
            <a:endParaRPr lang="en-US" altLang="zh-TW" dirty="0"/>
          </a:p>
          <a:p>
            <a:r>
              <a:rPr lang="en-US" altLang="zh-TW" dirty="0"/>
              <a:t>&lt;/body&gt;</a:t>
            </a:r>
          </a:p>
          <a:p>
            <a:endParaRPr lang="en-US" altLang="zh-TW" dirty="0"/>
          </a:p>
          <a:p>
            <a:r>
              <a:rPr lang="en-US" altLang="zh-TW" dirty="0"/>
              <a:t>&lt;/html&gt;</a:t>
            </a:r>
            <a:endParaRPr lang="zh-TW" altLang="en-US" dirty="0"/>
          </a:p>
        </p:txBody>
      </p:sp>
      <p:sp>
        <p:nvSpPr>
          <p:cNvPr id="4" name="投影片編號版面配置區 3"/>
          <p:cNvSpPr>
            <a:spLocks noGrp="1"/>
          </p:cNvSpPr>
          <p:nvPr>
            <p:ph type="sldNum" sz="quarter" idx="5"/>
          </p:nvPr>
        </p:nvSpPr>
        <p:spPr/>
        <p:txBody>
          <a:bodyPr/>
          <a:lstStyle/>
          <a:p>
            <a:pPr>
              <a:defRPr/>
            </a:pPr>
            <a:fld id="{D715DAB4-2617-344A-8A4E-35068C8BFF94}" type="slidenum">
              <a:rPr lang="en-US" altLang="zh-TW" smtClean="0"/>
              <a:pPr>
                <a:defRPr/>
              </a:pPr>
              <a:t>96</a:t>
            </a:fld>
            <a:endParaRPr lang="en-US" altLang="zh-TW"/>
          </a:p>
        </p:txBody>
      </p:sp>
    </p:spTree>
    <p:extLst>
      <p:ext uri="{BB962C8B-B14F-4D97-AF65-F5344CB8AC3E}">
        <p14:creationId xmlns:p14="http://schemas.microsoft.com/office/powerpoint/2010/main" val="417201709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b="0" dirty="0">
                <a:solidFill>
                  <a:srgbClr val="808080"/>
                </a:solidFill>
                <a:effectLst/>
                <a:latin typeface="Consolas" panose="020B0609020204030204" pitchFamily="49" charset="0"/>
              </a:rPr>
              <a:t>&lt;</a:t>
            </a:r>
            <a:r>
              <a:rPr lang="en-US" altLang="zh-TW" b="0" dirty="0">
                <a:solidFill>
                  <a:srgbClr val="569CD6"/>
                </a:solidFill>
                <a:effectLst/>
                <a:latin typeface="Consolas" panose="020B0609020204030204" pitchFamily="49" charset="0"/>
              </a:rPr>
              <a:t>head</a:t>
            </a:r>
            <a:r>
              <a:rPr lang="en-US" altLang="zh-TW" b="0" dirty="0">
                <a:solidFill>
                  <a:srgbClr val="808080"/>
                </a:solidFill>
                <a:effectLst/>
                <a:latin typeface="Consolas" panose="020B0609020204030204" pitchFamily="49" charset="0"/>
              </a:rPr>
              <a:t>&gt;</a:t>
            </a:r>
            <a:endParaRPr lang="en-US" altLang="zh-TW" b="0" dirty="0">
              <a:solidFill>
                <a:srgbClr val="D4D4D4"/>
              </a:solidFill>
              <a:effectLst/>
              <a:latin typeface="Consolas" panose="020B0609020204030204" pitchFamily="49" charset="0"/>
            </a:endParaRPr>
          </a:p>
          <a:p>
            <a:r>
              <a:rPr lang="en-US" altLang="zh-TW" b="0" dirty="0">
                <a:solidFill>
                  <a:srgbClr val="D4D4D4"/>
                </a:solidFill>
                <a:effectLst/>
                <a:latin typeface="Consolas" panose="020B0609020204030204" pitchFamily="49" charset="0"/>
              </a:rPr>
              <a:t>  </a:t>
            </a:r>
            <a:r>
              <a:rPr lang="en-US" altLang="zh-TW" b="0" dirty="0">
                <a:solidFill>
                  <a:srgbClr val="808080"/>
                </a:solidFill>
                <a:effectLst/>
                <a:latin typeface="Consolas" panose="020B0609020204030204" pitchFamily="49" charset="0"/>
              </a:rPr>
              <a:t>&lt;</a:t>
            </a:r>
            <a:r>
              <a:rPr lang="en-US" altLang="zh-TW" b="0" dirty="0">
                <a:solidFill>
                  <a:srgbClr val="569CD6"/>
                </a:solidFill>
                <a:effectLst/>
                <a:latin typeface="Consolas" panose="020B0609020204030204" pitchFamily="49" charset="0"/>
              </a:rPr>
              <a:t>meta</a:t>
            </a:r>
            <a:r>
              <a:rPr lang="en-US" altLang="zh-TW" b="0" dirty="0">
                <a:solidFill>
                  <a:srgbClr val="D4D4D4"/>
                </a:solidFill>
                <a:effectLst/>
                <a:latin typeface="Consolas" panose="020B0609020204030204" pitchFamily="49" charset="0"/>
              </a:rPr>
              <a:t> </a:t>
            </a:r>
            <a:r>
              <a:rPr lang="en-US" altLang="zh-TW" b="0" dirty="0">
                <a:solidFill>
                  <a:srgbClr val="9CDCFE"/>
                </a:solidFill>
                <a:effectLst/>
                <a:latin typeface="Consolas" panose="020B0609020204030204" pitchFamily="49" charset="0"/>
              </a:rPr>
              <a:t>charset</a:t>
            </a:r>
            <a:r>
              <a:rPr lang="en-US" altLang="zh-TW" b="0" dirty="0">
                <a:solidFill>
                  <a:srgbClr val="D4D4D4"/>
                </a:solidFill>
                <a:effectLst/>
                <a:latin typeface="Consolas" panose="020B0609020204030204" pitchFamily="49" charset="0"/>
              </a:rPr>
              <a:t>=</a:t>
            </a:r>
            <a:r>
              <a:rPr lang="en-US" altLang="zh-TW" b="0" dirty="0">
                <a:solidFill>
                  <a:srgbClr val="CE9178"/>
                </a:solidFill>
                <a:effectLst/>
                <a:latin typeface="Consolas" panose="020B0609020204030204" pitchFamily="49" charset="0"/>
              </a:rPr>
              <a:t>"utf-8"</a:t>
            </a:r>
            <a:r>
              <a:rPr lang="en-US" altLang="zh-TW" b="0" dirty="0">
                <a:solidFill>
                  <a:srgbClr val="808080"/>
                </a:solidFill>
                <a:effectLst/>
                <a:latin typeface="Consolas" panose="020B0609020204030204" pitchFamily="49" charset="0"/>
              </a:rPr>
              <a:t>&gt;</a:t>
            </a:r>
            <a:endParaRPr lang="en-US" altLang="zh-TW" b="0" dirty="0">
              <a:solidFill>
                <a:srgbClr val="D4D4D4"/>
              </a:solidFill>
              <a:effectLst/>
              <a:latin typeface="Consolas" panose="020B0609020204030204" pitchFamily="49" charset="0"/>
            </a:endParaRPr>
          </a:p>
          <a:p>
            <a:r>
              <a:rPr lang="en-US" altLang="zh-TW" b="0" dirty="0">
                <a:solidFill>
                  <a:srgbClr val="D4D4D4"/>
                </a:solidFill>
                <a:effectLst/>
                <a:latin typeface="Consolas" panose="020B0609020204030204" pitchFamily="49" charset="0"/>
              </a:rPr>
              <a:t>  </a:t>
            </a:r>
            <a:r>
              <a:rPr lang="en-US" altLang="zh-TW" b="0" dirty="0">
                <a:solidFill>
                  <a:srgbClr val="808080"/>
                </a:solidFill>
                <a:effectLst/>
                <a:latin typeface="Consolas" panose="020B0609020204030204" pitchFamily="49" charset="0"/>
              </a:rPr>
              <a:t>&lt;</a:t>
            </a:r>
            <a:r>
              <a:rPr lang="en-US" altLang="zh-TW" b="0" dirty="0">
                <a:solidFill>
                  <a:srgbClr val="569CD6"/>
                </a:solidFill>
                <a:effectLst/>
                <a:latin typeface="Consolas" panose="020B0609020204030204" pitchFamily="49" charset="0"/>
              </a:rPr>
              <a:t>script</a:t>
            </a:r>
            <a:r>
              <a:rPr lang="en-US" altLang="zh-TW" b="0" dirty="0">
                <a:solidFill>
                  <a:srgbClr val="D4D4D4"/>
                </a:solidFill>
                <a:effectLst/>
                <a:latin typeface="Consolas" panose="020B0609020204030204" pitchFamily="49" charset="0"/>
              </a:rPr>
              <a:t> </a:t>
            </a:r>
            <a:r>
              <a:rPr lang="en-US" altLang="zh-TW" b="0" dirty="0" err="1">
                <a:solidFill>
                  <a:srgbClr val="9CDCFE"/>
                </a:solidFill>
                <a:effectLst/>
                <a:latin typeface="Consolas" panose="020B0609020204030204" pitchFamily="49" charset="0"/>
              </a:rPr>
              <a:t>src</a:t>
            </a:r>
            <a:r>
              <a:rPr lang="en-US" altLang="zh-TW" b="0" dirty="0">
                <a:solidFill>
                  <a:srgbClr val="D4D4D4"/>
                </a:solidFill>
                <a:effectLst/>
                <a:latin typeface="Consolas" panose="020B0609020204030204" pitchFamily="49" charset="0"/>
              </a:rPr>
              <a:t>=</a:t>
            </a:r>
            <a:r>
              <a:rPr lang="en-US" altLang="zh-TW" b="0" dirty="0">
                <a:solidFill>
                  <a:srgbClr val="CE9178"/>
                </a:solidFill>
                <a:effectLst/>
                <a:latin typeface="Consolas" panose="020B0609020204030204" pitchFamily="49" charset="0"/>
              </a:rPr>
              <a:t>"https://code.jquery.com/jquery-3.5.1.min.js"</a:t>
            </a:r>
            <a:r>
              <a:rPr lang="en-US" altLang="zh-TW" b="0" dirty="0">
                <a:solidFill>
                  <a:srgbClr val="808080"/>
                </a:solidFill>
                <a:effectLst/>
                <a:latin typeface="Consolas" panose="020B0609020204030204" pitchFamily="49" charset="0"/>
              </a:rPr>
              <a:t>&gt;&lt;/</a:t>
            </a:r>
            <a:r>
              <a:rPr lang="en-US" altLang="zh-TW" b="0" dirty="0">
                <a:solidFill>
                  <a:srgbClr val="569CD6"/>
                </a:solidFill>
                <a:effectLst/>
                <a:latin typeface="Consolas" panose="020B0609020204030204" pitchFamily="49" charset="0"/>
              </a:rPr>
              <a:t>script</a:t>
            </a:r>
            <a:r>
              <a:rPr lang="en-US" altLang="zh-TW" b="0" dirty="0">
                <a:solidFill>
                  <a:srgbClr val="808080"/>
                </a:solidFill>
                <a:effectLst/>
                <a:latin typeface="Consolas" panose="020B0609020204030204" pitchFamily="49" charset="0"/>
              </a:rPr>
              <a:t>&gt;</a:t>
            </a:r>
            <a:endParaRPr lang="en-US" altLang="zh-TW" b="0" dirty="0">
              <a:solidFill>
                <a:srgbClr val="D4D4D4"/>
              </a:solidFill>
              <a:effectLst/>
              <a:latin typeface="Consolas" panose="020B0609020204030204" pitchFamily="49" charset="0"/>
            </a:endParaRPr>
          </a:p>
          <a:p>
            <a:r>
              <a:rPr lang="en-US" altLang="zh-TW" b="0" dirty="0">
                <a:solidFill>
                  <a:srgbClr val="808080"/>
                </a:solidFill>
                <a:effectLst/>
                <a:latin typeface="Consolas" panose="020B0609020204030204" pitchFamily="49" charset="0"/>
              </a:rPr>
              <a:t>&lt;/</a:t>
            </a:r>
            <a:r>
              <a:rPr lang="en-US" altLang="zh-TW" b="0" dirty="0">
                <a:solidFill>
                  <a:srgbClr val="569CD6"/>
                </a:solidFill>
                <a:effectLst/>
                <a:latin typeface="Consolas" panose="020B0609020204030204" pitchFamily="49" charset="0"/>
              </a:rPr>
              <a:t>head</a:t>
            </a:r>
            <a:r>
              <a:rPr lang="en-US" altLang="zh-TW" b="0" dirty="0">
                <a:solidFill>
                  <a:srgbClr val="808080"/>
                </a:solidFill>
                <a:effectLst/>
                <a:latin typeface="Consolas" panose="020B0609020204030204" pitchFamily="49" charset="0"/>
              </a:rPr>
              <a:t>&gt;</a:t>
            </a:r>
            <a:endParaRPr lang="en-US" altLang="zh-TW" b="0" dirty="0">
              <a:solidFill>
                <a:srgbClr val="D4D4D4"/>
              </a:solidFill>
              <a:effectLst/>
              <a:latin typeface="Consolas" panose="020B0609020204030204" pitchFamily="49" charset="0"/>
            </a:endParaRPr>
          </a:p>
          <a:p>
            <a:r>
              <a:rPr lang="en-US" altLang="zh-TW" b="0" dirty="0">
                <a:solidFill>
                  <a:srgbClr val="D4D4D4"/>
                </a:solidFill>
                <a:effectLst/>
                <a:latin typeface="Consolas" panose="020B0609020204030204" pitchFamily="49" charset="0"/>
              </a:rPr>
              <a:t/>
            </a:r>
            <a:br>
              <a:rPr lang="en-US" altLang="zh-TW" b="0" dirty="0">
                <a:solidFill>
                  <a:srgbClr val="D4D4D4"/>
                </a:solidFill>
                <a:effectLst/>
                <a:latin typeface="Consolas" panose="020B0609020204030204" pitchFamily="49" charset="0"/>
              </a:rPr>
            </a:br>
            <a:r>
              <a:rPr lang="en-US" altLang="zh-TW" b="0" dirty="0">
                <a:solidFill>
                  <a:srgbClr val="808080"/>
                </a:solidFill>
                <a:effectLst/>
                <a:latin typeface="Consolas" panose="020B0609020204030204" pitchFamily="49" charset="0"/>
              </a:rPr>
              <a:t>&lt;</a:t>
            </a:r>
            <a:r>
              <a:rPr lang="en-US" altLang="zh-TW" b="0" dirty="0">
                <a:solidFill>
                  <a:srgbClr val="569CD6"/>
                </a:solidFill>
                <a:effectLst/>
                <a:latin typeface="Consolas" panose="020B0609020204030204" pitchFamily="49" charset="0"/>
              </a:rPr>
              <a:t>body</a:t>
            </a:r>
            <a:r>
              <a:rPr lang="en-US" altLang="zh-TW" b="0" dirty="0">
                <a:solidFill>
                  <a:srgbClr val="808080"/>
                </a:solidFill>
                <a:effectLst/>
                <a:latin typeface="Consolas" panose="020B0609020204030204" pitchFamily="49" charset="0"/>
              </a:rPr>
              <a:t>&gt;</a:t>
            </a:r>
            <a:endParaRPr lang="en-US" altLang="zh-TW" b="0" dirty="0">
              <a:solidFill>
                <a:srgbClr val="D4D4D4"/>
              </a:solidFill>
              <a:effectLst/>
              <a:latin typeface="Consolas" panose="020B0609020204030204" pitchFamily="49" charset="0"/>
            </a:endParaRPr>
          </a:p>
          <a:p>
            <a:r>
              <a:rPr lang="en-US" altLang="zh-TW" b="0" dirty="0">
                <a:solidFill>
                  <a:srgbClr val="D4D4D4"/>
                </a:solidFill>
                <a:effectLst/>
                <a:latin typeface="Consolas" panose="020B0609020204030204" pitchFamily="49" charset="0"/>
              </a:rPr>
              <a:t>  </a:t>
            </a:r>
            <a:r>
              <a:rPr lang="en-US" altLang="zh-TW" b="0" dirty="0">
                <a:solidFill>
                  <a:srgbClr val="808080"/>
                </a:solidFill>
                <a:effectLst/>
                <a:latin typeface="Consolas" panose="020B0609020204030204" pitchFamily="49" charset="0"/>
              </a:rPr>
              <a:t>&lt;</a:t>
            </a:r>
            <a:r>
              <a:rPr lang="en-US" altLang="zh-TW" b="0" dirty="0" err="1">
                <a:solidFill>
                  <a:srgbClr val="569CD6"/>
                </a:solidFill>
                <a:effectLst/>
                <a:latin typeface="Consolas" panose="020B0609020204030204" pitchFamily="49" charset="0"/>
              </a:rPr>
              <a:t>img</a:t>
            </a:r>
            <a:r>
              <a:rPr lang="en-US" altLang="zh-TW" b="0" dirty="0">
                <a:solidFill>
                  <a:srgbClr val="D4D4D4"/>
                </a:solidFill>
                <a:effectLst/>
                <a:latin typeface="Consolas" panose="020B0609020204030204" pitchFamily="49" charset="0"/>
              </a:rPr>
              <a:t> </a:t>
            </a:r>
            <a:r>
              <a:rPr lang="en-US" altLang="zh-TW" b="0" dirty="0">
                <a:solidFill>
                  <a:srgbClr val="9CDCFE"/>
                </a:solidFill>
                <a:effectLst/>
                <a:latin typeface="Consolas" panose="020B0609020204030204" pitchFamily="49" charset="0"/>
              </a:rPr>
              <a:t>alt</a:t>
            </a:r>
            <a:r>
              <a:rPr lang="en-US" altLang="zh-TW" b="0" dirty="0">
                <a:solidFill>
                  <a:srgbClr val="D4D4D4"/>
                </a:solidFill>
                <a:effectLst/>
                <a:latin typeface="Consolas" panose="020B0609020204030204" pitchFamily="49" charset="0"/>
              </a:rPr>
              <a:t>=</a:t>
            </a:r>
            <a:r>
              <a:rPr lang="en-US" altLang="zh-TW" b="0" dirty="0">
                <a:solidFill>
                  <a:srgbClr val="CE9178"/>
                </a:solidFill>
                <a:effectLst/>
                <a:latin typeface="Consolas" panose="020B0609020204030204" pitchFamily="49" charset="0"/>
              </a:rPr>
              <a:t>"piece1"</a:t>
            </a:r>
            <a:r>
              <a:rPr lang="en-US" altLang="zh-TW" b="0" dirty="0">
                <a:solidFill>
                  <a:srgbClr val="D4D4D4"/>
                </a:solidFill>
                <a:effectLst/>
                <a:latin typeface="Consolas" panose="020B0609020204030204" pitchFamily="49" charset="0"/>
              </a:rPr>
              <a:t> </a:t>
            </a:r>
            <a:r>
              <a:rPr lang="en-US" altLang="zh-TW" b="0" dirty="0" err="1">
                <a:solidFill>
                  <a:srgbClr val="9CDCFE"/>
                </a:solidFill>
                <a:effectLst/>
                <a:latin typeface="Consolas" panose="020B0609020204030204" pitchFamily="49" charset="0"/>
              </a:rPr>
              <a:t>src</a:t>
            </a:r>
            <a:r>
              <a:rPr lang="en-US" altLang="zh-TW" b="0" dirty="0">
                <a:solidFill>
                  <a:srgbClr val="D4D4D4"/>
                </a:solidFill>
                <a:effectLst/>
                <a:latin typeface="Consolas" panose="020B0609020204030204" pitchFamily="49" charset="0"/>
              </a:rPr>
              <a:t>=</a:t>
            </a:r>
            <a:r>
              <a:rPr lang="en-US" altLang="zh-TW" b="0" dirty="0">
                <a:solidFill>
                  <a:srgbClr val="CE9178"/>
                </a:solidFill>
                <a:effectLst/>
                <a:latin typeface="Consolas" panose="020B0609020204030204" pitchFamily="49" charset="0"/>
              </a:rPr>
              <a:t>"piece1.jpg"</a:t>
            </a:r>
            <a:r>
              <a:rPr lang="en-US" altLang="zh-TW" b="0" dirty="0">
                <a:solidFill>
                  <a:srgbClr val="D4D4D4"/>
                </a:solidFill>
                <a:effectLst/>
                <a:latin typeface="Consolas" panose="020B0609020204030204" pitchFamily="49" charset="0"/>
              </a:rPr>
              <a:t> </a:t>
            </a:r>
            <a:r>
              <a:rPr lang="en-US" altLang="zh-TW" b="0" dirty="0">
                <a:solidFill>
                  <a:srgbClr val="9CDCFE"/>
                </a:solidFill>
                <a:effectLst/>
                <a:latin typeface="Consolas" panose="020B0609020204030204" pitchFamily="49" charset="0"/>
              </a:rPr>
              <a:t>width</a:t>
            </a:r>
            <a:r>
              <a:rPr lang="en-US" altLang="zh-TW" b="0" dirty="0">
                <a:solidFill>
                  <a:srgbClr val="D4D4D4"/>
                </a:solidFill>
                <a:effectLst/>
                <a:latin typeface="Consolas" panose="020B0609020204030204" pitchFamily="49" charset="0"/>
              </a:rPr>
              <a:t>=</a:t>
            </a:r>
            <a:r>
              <a:rPr lang="en-US" altLang="zh-TW" b="0" dirty="0">
                <a:solidFill>
                  <a:srgbClr val="CE9178"/>
                </a:solidFill>
                <a:effectLst/>
                <a:latin typeface="Consolas" panose="020B0609020204030204" pitchFamily="49" charset="0"/>
              </a:rPr>
              <a:t>"250"</a:t>
            </a:r>
            <a:r>
              <a:rPr lang="en-US" altLang="zh-TW" b="0" dirty="0">
                <a:solidFill>
                  <a:srgbClr val="808080"/>
                </a:solidFill>
                <a:effectLst/>
                <a:latin typeface="Consolas" panose="020B0609020204030204" pitchFamily="49" charset="0"/>
              </a:rPr>
              <a:t>&gt;</a:t>
            </a:r>
            <a:endParaRPr lang="en-US" altLang="zh-TW" b="0" dirty="0">
              <a:solidFill>
                <a:srgbClr val="D4D4D4"/>
              </a:solidFill>
              <a:effectLst/>
              <a:latin typeface="Consolas" panose="020B0609020204030204" pitchFamily="49" charset="0"/>
            </a:endParaRPr>
          </a:p>
          <a:p>
            <a:r>
              <a:rPr lang="en-US" altLang="zh-TW" b="0" dirty="0">
                <a:solidFill>
                  <a:srgbClr val="D4D4D4"/>
                </a:solidFill>
                <a:effectLst/>
                <a:latin typeface="Consolas" panose="020B0609020204030204" pitchFamily="49" charset="0"/>
              </a:rPr>
              <a:t>  </a:t>
            </a:r>
            <a:r>
              <a:rPr lang="en-US" altLang="zh-TW" b="0" dirty="0">
                <a:solidFill>
                  <a:srgbClr val="808080"/>
                </a:solidFill>
                <a:effectLst/>
                <a:latin typeface="Consolas" panose="020B0609020204030204" pitchFamily="49" charset="0"/>
              </a:rPr>
              <a:t>&lt;</a:t>
            </a:r>
            <a:r>
              <a:rPr lang="en-US" altLang="zh-TW" b="0" dirty="0">
                <a:solidFill>
                  <a:srgbClr val="569CD6"/>
                </a:solidFill>
                <a:effectLst/>
                <a:latin typeface="Consolas" panose="020B0609020204030204" pitchFamily="49" charset="0"/>
              </a:rPr>
              <a:t>script</a:t>
            </a:r>
            <a:r>
              <a:rPr lang="en-US" altLang="zh-TW" b="0" dirty="0">
                <a:solidFill>
                  <a:srgbClr val="808080"/>
                </a:solidFill>
                <a:effectLst/>
                <a:latin typeface="Consolas" panose="020B0609020204030204" pitchFamily="49" charset="0"/>
              </a:rPr>
              <a:t>&gt;</a:t>
            </a:r>
            <a:endParaRPr lang="en-US" altLang="zh-TW" b="0" dirty="0">
              <a:solidFill>
                <a:srgbClr val="D4D4D4"/>
              </a:solidFill>
              <a:effectLst/>
              <a:latin typeface="Consolas" panose="020B0609020204030204" pitchFamily="49" charset="0"/>
            </a:endParaRPr>
          </a:p>
          <a:p>
            <a:r>
              <a:rPr lang="en-US" altLang="zh-TW" b="0" dirty="0">
                <a:solidFill>
                  <a:srgbClr val="D4D4D4"/>
                </a:solidFill>
                <a:effectLst/>
                <a:latin typeface="Consolas" panose="020B0609020204030204" pitchFamily="49" charset="0"/>
              </a:rPr>
              <a:t>    $(</a:t>
            </a:r>
            <a:r>
              <a:rPr lang="en-US" altLang="zh-TW" b="0" dirty="0">
                <a:solidFill>
                  <a:srgbClr val="CE9178"/>
                </a:solidFill>
                <a:effectLst/>
                <a:latin typeface="Consolas" panose="020B0609020204030204" pitchFamily="49" charset="0"/>
              </a:rPr>
              <a:t>"</a:t>
            </a:r>
            <a:r>
              <a:rPr lang="en-US" altLang="zh-TW" b="0" dirty="0" err="1">
                <a:solidFill>
                  <a:srgbClr val="CE9178"/>
                </a:solidFill>
                <a:effectLst/>
                <a:latin typeface="Consolas" panose="020B0609020204030204" pitchFamily="49" charset="0"/>
              </a:rPr>
              <a:t>img</a:t>
            </a:r>
            <a:r>
              <a:rPr lang="en-US" altLang="zh-TW" b="0" dirty="0">
                <a:solidFill>
                  <a:srgbClr val="CE9178"/>
                </a:solidFill>
                <a:effectLst/>
                <a:latin typeface="Consolas" panose="020B0609020204030204" pitchFamily="49" charset="0"/>
              </a:rPr>
              <a:t>"</a:t>
            </a:r>
            <a:r>
              <a:rPr lang="en-US" altLang="zh-TW" b="0" dirty="0">
                <a:solidFill>
                  <a:srgbClr val="D4D4D4"/>
                </a:solidFill>
                <a:effectLst/>
                <a:latin typeface="Consolas" panose="020B0609020204030204" pitchFamily="49" charset="0"/>
              </a:rPr>
              <a:t>).on(</a:t>
            </a:r>
            <a:r>
              <a:rPr lang="en-US" altLang="zh-TW" b="0" dirty="0">
                <a:solidFill>
                  <a:srgbClr val="CE9178"/>
                </a:solidFill>
                <a:effectLst/>
                <a:latin typeface="Consolas" panose="020B0609020204030204" pitchFamily="49" charset="0"/>
              </a:rPr>
              <a:t>"mouseover"</a:t>
            </a:r>
            <a:r>
              <a:rPr lang="en-US" altLang="zh-TW" b="0" dirty="0">
                <a:solidFill>
                  <a:srgbClr val="D4D4D4"/>
                </a:solidFill>
                <a:effectLst/>
                <a:latin typeface="Consolas" panose="020B0609020204030204" pitchFamily="49" charset="0"/>
              </a:rPr>
              <a:t>, </a:t>
            </a:r>
            <a:r>
              <a:rPr lang="en-US" altLang="zh-TW" b="0" dirty="0">
                <a:solidFill>
                  <a:srgbClr val="569CD6"/>
                </a:solidFill>
                <a:effectLst/>
                <a:latin typeface="Consolas" panose="020B0609020204030204" pitchFamily="49" charset="0"/>
              </a:rPr>
              <a:t>function</a:t>
            </a:r>
            <a:r>
              <a:rPr lang="en-US" altLang="zh-TW" b="0" dirty="0">
                <a:solidFill>
                  <a:srgbClr val="D4D4D4"/>
                </a:solidFill>
                <a:effectLst/>
                <a:latin typeface="Consolas" panose="020B0609020204030204" pitchFamily="49" charset="0"/>
              </a:rPr>
              <a:t> () {</a:t>
            </a:r>
          </a:p>
          <a:p>
            <a:r>
              <a:rPr lang="en-US" altLang="zh-TW" b="0" dirty="0">
                <a:solidFill>
                  <a:srgbClr val="D4D4D4"/>
                </a:solidFill>
                <a:effectLst/>
                <a:latin typeface="Consolas" panose="020B0609020204030204" pitchFamily="49" charset="0"/>
              </a:rPr>
              <a:t>      $(</a:t>
            </a:r>
            <a:r>
              <a:rPr lang="en-US" altLang="zh-TW" b="0" dirty="0">
                <a:solidFill>
                  <a:srgbClr val="CE9178"/>
                </a:solidFill>
                <a:effectLst/>
                <a:latin typeface="Consolas" panose="020B0609020204030204" pitchFamily="49" charset="0"/>
              </a:rPr>
              <a:t>"</a:t>
            </a:r>
            <a:r>
              <a:rPr lang="en-US" altLang="zh-TW" b="0" dirty="0" err="1">
                <a:solidFill>
                  <a:srgbClr val="CE9178"/>
                </a:solidFill>
                <a:effectLst/>
                <a:latin typeface="Consolas" panose="020B0609020204030204" pitchFamily="49" charset="0"/>
              </a:rPr>
              <a:t>img</a:t>
            </a:r>
            <a:r>
              <a:rPr lang="en-US" altLang="zh-TW" b="0" dirty="0">
                <a:solidFill>
                  <a:srgbClr val="CE9178"/>
                </a:solidFill>
                <a:effectLst/>
                <a:latin typeface="Consolas" panose="020B0609020204030204" pitchFamily="49" charset="0"/>
              </a:rPr>
              <a:t>"</a:t>
            </a:r>
            <a:r>
              <a:rPr lang="en-US" altLang="zh-TW" b="0" dirty="0">
                <a:solidFill>
                  <a:srgbClr val="D4D4D4"/>
                </a:solidFill>
                <a:effectLst/>
                <a:latin typeface="Consolas" panose="020B0609020204030204" pitchFamily="49" charset="0"/>
              </a:rPr>
              <a:t>).</a:t>
            </a:r>
            <a:r>
              <a:rPr lang="en-US" altLang="zh-TW" b="0" dirty="0" err="1">
                <a:solidFill>
                  <a:srgbClr val="D4D4D4"/>
                </a:solidFill>
                <a:effectLst/>
                <a:latin typeface="Consolas" panose="020B0609020204030204" pitchFamily="49" charset="0"/>
              </a:rPr>
              <a:t>attr</a:t>
            </a:r>
            <a:r>
              <a:rPr lang="en-US" altLang="zh-TW" b="0" dirty="0">
                <a:solidFill>
                  <a:srgbClr val="D4D4D4"/>
                </a:solidFill>
                <a:effectLst/>
                <a:latin typeface="Consolas" panose="020B0609020204030204" pitchFamily="49" charset="0"/>
              </a:rPr>
              <a:t>(</a:t>
            </a:r>
            <a:r>
              <a:rPr lang="en-US" altLang="zh-TW" b="0" dirty="0">
                <a:solidFill>
                  <a:srgbClr val="CE9178"/>
                </a:solidFill>
                <a:effectLst/>
                <a:latin typeface="Consolas" panose="020B0609020204030204" pitchFamily="49" charset="0"/>
              </a:rPr>
              <a:t>"</a:t>
            </a:r>
            <a:r>
              <a:rPr lang="en-US" altLang="zh-TW" b="0" dirty="0" err="1">
                <a:solidFill>
                  <a:srgbClr val="CE9178"/>
                </a:solidFill>
                <a:effectLst/>
                <a:latin typeface="Consolas" panose="020B0609020204030204" pitchFamily="49" charset="0"/>
              </a:rPr>
              <a:t>src</a:t>
            </a:r>
            <a:r>
              <a:rPr lang="en-US" altLang="zh-TW" b="0" dirty="0">
                <a:solidFill>
                  <a:srgbClr val="CE9178"/>
                </a:solidFill>
                <a:effectLst/>
                <a:latin typeface="Consolas" panose="020B0609020204030204" pitchFamily="49" charset="0"/>
              </a:rPr>
              <a:t>"</a:t>
            </a:r>
            <a:r>
              <a:rPr lang="en-US" altLang="zh-TW" b="0" dirty="0">
                <a:solidFill>
                  <a:srgbClr val="D4D4D4"/>
                </a:solidFill>
                <a:effectLst/>
                <a:latin typeface="Consolas" panose="020B0609020204030204" pitchFamily="49" charset="0"/>
              </a:rPr>
              <a:t>, </a:t>
            </a:r>
            <a:r>
              <a:rPr lang="en-US" altLang="zh-TW" b="0" dirty="0">
                <a:solidFill>
                  <a:srgbClr val="CE9178"/>
                </a:solidFill>
                <a:effectLst/>
                <a:latin typeface="Consolas" panose="020B0609020204030204" pitchFamily="49" charset="0"/>
              </a:rPr>
              <a:t>"piece2.jpg"</a:t>
            </a:r>
            <a:r>
              <a:rPr lang="en-US" altLang="zh-TW" b="0" dirty="0">
                <a:solidFill>
                  <a:srgbClr val="D4D4D4"/>
                </a:solidFill>
                <a:effectLst/>
                <a:latin typeface="Consolas" panose="020B0609020204030204" pitchFamily="49" charset="0"/>
              </a:rPr>
              <a:t>);</a:t>
            </a:r>
          </a:p>
          <a:p>
            <a:r>
              <a:rPr lang="en-US" altLang="zh-TW" b="0" dirty="0">
                <a:solidFill>
                  <a:srgbClr val="D4D4D4"/>
                </a:solidFill>
                <a:effectLst/>
                <a:latin typeface="Consolas" panose="020B0609020204030204" pitchFamily="49" charset="0"/>
              </a:rPr>
              <a:t>    });</a:t>
            </a:r>
          </a:p>
          <a:p>
            <a:r>
              <a:rPr lang="en-US" altLang="zh-TW" b="0" dirty="0">
                <a:solidFill>
                  <a:srgbClr val="D4D4D4"/>
                </a:solidFill>
                <a:effectLst/>
                <a:latin typeface="Consolas" panose="020B0609020204030204" pitchFamily="49" charset="0"/>
              </a:rPr>
              <a:t/>
            </a:r>
            <a:br>
              <a:rPr lang="en-US" altLang="zh-TW" b="0" dirty="0">
                <a:solidFill>
                  <a:srgbClr val="D4D4D4"/>
                </a:solidFill>
                <a:effectLst/>
                <a:latin typeface="Consolas" panose="020B0609020204030204" pitchFamily="49" charset="0"/>
              </a:rPr>
            </a:br>
            <a:r>
              <a:rPr lang="en-US" altLang="zh-TW" b="0" dirty="0">
                <a:solidFill>
                  <a:srgbClr val="D4D4D4"/>
                </a:solidFill>
                <a:effectLst/>
                <a:latin typeface="Consolas" panose="020B0609020204030204" pitchFamily="49" charset="0"/>
              </a:rPr>
              <a:t>    $(</a:t>
            </a:r>
            <a:r>
              <a:rPr lang="en-US" altLang="zh-TW" b="0" dirty="0">
                <a:solidFill>
                  <a:srgbClr val="CE9178"/>
                </a:solidFill>
                <a:effectLst/>
                <a:latin typeface="Consolas" panose="020B0609020204030204" pitchFamily="49" charset="0"/>
              </a:rPr>
              <a:t>"</a:t>
            </a:r>
            <a:r>
              <a:rPr lang="en-US" altLang="zh-TW" b="0" dirty="0" err="1">
                <a:solidFill>
                  <a:srgbClr val="CE9178"/>
                </a:solidFill>
                <a:effectLst/>
                <a:latin typeface="Consolas" panose="020B0609020204030204" pitchFamily="49" charset="0"/>
              </a:rPr>
              <a:t>img</a:t>
            </a:r>
            <a:r>
              <a:rPr lang="en-US" altLang="zh-TW" b="0" dirty="0">
                <a:solidFill>
                  <a:srgbClr val="CE9178"/>
                </a:solidFill>
                <a:effectLst/>
                <a:latin typeface="Consolas" panose="020B0609020204030204" pitchFamily="49" charset="0"/>
              </a:rPr>
              <a:t>"</a:t>
            </a:r>
            <a:r>
              <a:rPr lang="en-US" altLang="zh-TW" b="0" dirty="0">
                <a:solidFill>
                  <a:srgbClr val="D4D4D4"/>
                </a:solidFill>
                <a:effectLst/>
                <a:latin typeface="Consolas" panose="020B0609020204030204" pitchFamily="49" charset="0"/>
              </a:rPr>
              <a:t>).on(</a:t>
            </a:r>
            <a:r>
              <a:rPr lang="en-US" altLang="zh-TW" b="0" dirty="0">
                <a:solidFill>
                  <a:srgbClr val="CE9178"/>
                </a:solidFill>
                <a:effectLst/>
                <a:latin typeface="Consolas" panose="020B0609020204030204" pitchFamily="49" charset="0"/>
              </a:rPr>
              <a:t>"</a:t>
            </a:r>
            <a:r>
              <a:rPr lang="en-US" altLang="zh-TW" b="0" dirty="0" err="1">
                <a:solidFill>
                  <a:srgbClr val="CE9178"/>
                </a:solidFill>
                <a:effectLst/>
                <a:latin typeface="Consolas" panose="020B0609020204030204" pitchFamily="49" charset="0"/>
              </a:rPr>
              <a:t>mouseout</a:t>
            </a:r>
            <a:r>
              <a:rPr lang="en-US" altLang="zh-TW" b="0" dirty="0">
                <a:solidFill>
                  <a:srgbClr val="CE9178"/>
                </a:solidFill>
                <a:effectLst/>
                <a:latin typeface="Consolas" panose="020B0609020204030204" pitchFamily="49" charset="0"/>
              </a:rPr>
              <a:t>"</a:t>
            </a:r>
            <a:r>
              <a:rPr lang="en-US" altLang="zh-TW" b="0" dirty="0">
                <a:solidFill>
                  <a:srgbClr val="D4D4D4"/>
                </a:solidFill>
                <a:effectLst/>
                <a:latin typeface="Consolas" panose="020B0609020204030204" pitchFamily="49" charset="0"/>
              </a:rPr>
              <a:t>, </a:t>
            </a:r>
            <a:r>
              <a:rPr lang="en-US" altLang="zh-TW" b="0" dirty="0">
                <a:solidFill>
                  <a:srgbClr val="569CD6"/>
                </a:solidFill>
                <a:effectLst/>
                <a:latin typeface="Consolas" panose="020B0609020204030204" pitchFamily="49" charset="0"/>
              </a:rPr>
              <a:t>function</a:t>
            </a:r>
            <a:r>
              <a:rPr lang="en-US" altLang="zh-TW" b="0" dirty="0">
                <a:solidFill>
                  <a:srgbClr val="D4D4D4"/>
                </a:solidFill>
                <a:effectLst/>
                <a:latin typeface="Consolas" panose="020B0609020204030204" pitchFamily="49" charset="0"/>
              </a:rPr>
              <a:t> () {</a:t>
            </a:r>
          </a:p>
          <a:p>
            <a:r>
              <a:rPr lang="en-US" altLang="zh-TW" b="0" dirty="0">
                <a:solidFill>
                  <a:srgbClr val="D4D4D4"/>
                </a:solidFill>
                <a:effectLst/>
                <a:latin typeface="Consolas" panose="020B0609020204030204" pitchFamily="49" charset="0"/>
              </a:rPr>
              <a:t>      $(</a:t>
            </a:r>
            <a:r>
              <a:rPr lang="en-US" altLang="zh-TW" b="0" dirty="0">
                <a:solidFill>
                  <a:srgbClr val="CE9178"/>
                </a:solidFill>
                <a:effectLst/>
                <a:latin typeface="Consolas" panose="020B0609020204030204" pitchFamily="49" charset="0"/>
              </a:rPr>
              <a:t>"</a:t>
            </a:r>
            <a:r>
              <a:rPr lang="en-US" altLang="zh-TW" b="0" dirty="0" err="1">
                <a:solidFill>
                  <a:srgbClr val="CE9178"/>
                </a:solidFill>
                <a:effectLst/>
                <a:latin typeface="Consolas" panose="020B0609020204030204" pitchFamily="49" charset="0"/>
              </a:rPr>
              <a:t>img</a:t>
            </a:r>
            <a:r>
              <a:rPr lang="en-US" altLang="zh-TW" b="0" dirty="0">
                <a:solidFill>
                  <a:srgbClr val="CE9178"/>
                </a:solidFill>
                <a:effectLst/>
                <a:latin typeface="Consolas" panose="020B0609020204030204" pitchFamily="49" charset="0"/>
              </a:rPr>
              <a:t>"</a:t>
            </a:r>
            <a:r>
              <a:rPr lang="en-US" altLang="zh-TW" b="0" dirty="0">
                <a:solidFill>
                  <a:srgbClr val="D4D4D4"/>
                </a:solidFill>
                <a:effectLst/>
                <a:latin typeface="Consolas" panose="020B0609020204030204" pitchFamily="49" charset="0"/>
              </a:rPr>
              <a:t>).</a:t>
            </a:r>
            <a:r>
              <a:rPr lang="en-US" altLang="zh-TW" b="0" dirty="0" err="1">
                <a:solidFill>
                  <a:srgbClr val="D4D4D4"/>
                </a:solidFill>
                <a:effectLst/>
                <a:latin typeface="Consolas" panose="020B0609020204030204" pitchFamily="49" charset="0"/>
              </a:rPr>
              <a:t>attr</a:t>
            </a:r>
            <a:r>
              <a:rPr lang="en-US" altLang="zh-TW" b="0" dirty="0">
                <a:solidFill>
                  <a:srgbClr val="D4D4D4"/>
                </a:solidFill>
                <a:effectLst/>
                <a:latin typeface="Consolas" panose="020B0609020204030204" pitchFamily="49" charset="0"/>
              </a:rPr>
              <a:t>(</a:t>
            </a:r>
            <a:r>
              <a:rPr lang="en-US" altLang="zh-TW" b="0" dirty="0">
                <a:solidFill>
                  <a:srgbClr val="CE9178"/>
                </a:solidFill>
                <a:effectLst/>
                <a:latin typeface="Consolas" panose="020B0609020204030204" pitchFamily="49" charset="0"/>
              </a:rPr>
              <a:t>"</a:t>
            </a:r>
            <a:r>
              <a:rPr lang="en-US" altLang="zh-TW" b="0" dirty="0" err="1">
                <a:solidFill>
                  <a:srgbClr val="CE9178"/>
                </a:solidFill>
                <a:effectLst/>
                <a:latin typeface="Consolas" panose="020B0609020204030204" pitchFamily="49" charset="0"/>
              </a:rPr>
              <a:t>src</a:t>
            </a:r>
            <a:r>
              <a:rPr lang="en-US" altLang="zh-TW" b="0" dirty="0">
                <a:solidFill>
                  <a:srgbClr val="CE9178"/>
                </a:solidFill>
                <a:effectLst/>
                <a:latin typeface="Consolas" panose="020B0609020204030204" pitchFamily="49" charset="0"/>
              </a:rPr>
              <a:t>"</a:t>
            </a:r>
            <a:r>
              <a:rPr lang="en-US" altLang="zh-TW" b="0" dirty="0">
                <a:solidFill>
                  <a:srgbClr val="D4D4D4"/>
                </a:solidFill>
                <a:effectLst/>
                <a:latin typeface="Consolas" panose="020B0609020204030204" pitchFamily="49" charset="0"/>
              </a:rPr>
              <a:t>, </a:t>
            </a:r>
            <a:r>
              <a:rPr lang="en-US" altLang="zh-TW" b="0" dirty="0">
                <a:solidFill>
                  <a:srgbClr val="CE9178"/>
                </a:solidFill>
                <a:effectLst/>
                <a:latin typeface="Consolas" panose="020B0609020204030204" pitchFamily="49" charset="0"/>
              </a:rPr>
              <a:t>"piece1.jpg"</a:t>
            </a:r>
            <a:r>
              <a:rPr lang="en-US" altLang="zh-TW" b="0" dirty="0">
                <a:solidFill>
                  <a:srgbClr val="D4D4D4"/>
                </a:solidFill>
                <a:effectLst/>
                <a:latin typeface="Consolas" panose="020B0609020204030204" pitchFamily="49" charset="0"/>
              </a:rPr>
              <a:t>);</a:t>
            </a:r>
          </a:p>
          <a:p>
            <a:r>
              <a:rPr lang="en-US" altLang="zh-TW" b="0" dirty="0">
                <a:solidFill>
                  <a:srgbClr val="D4D4D4"/>
                </a:solidFill>
                <a:effectLst/>
                <a:latin typeface="Consolas" panose="020B0609020204030204" pitchFamily="49" charset="0"/>
              </a:rPr>
              <a:t>    });</a:t>
            </a:r>
          </a:p>
          <a:p>
            <a:r>
              <a:rPr lang="en-US" altLang="zh-TW" b="0" dirty="0">
                <a:solidFill>
                  <a:srgbClr val="D4D4D4"/>
                </a:solidFill>
                <a:effectLst/>
                <a:latin typeface="Consolas" panose="020B0609020204030204" pitchFamily="49" charset="0"/>
              </a:rPr>
              <a:t>  </a:t>
            </a:r>
            <a:r>
              <a:rPr lang="en-US" altLang="zh-TW" b="0" dirty="0">
                <a:solidFill>
                  <a:srgbClr val="808080"/>
                </a:solidFill>
                <a:effectLst/>
                <a:latin typeface="Consolas" panose="020B0609020204030204" pitchFamily="49" charset="0"/>
              </a:rPr>
              <a:t>&lt;/</a:t>
            </a:r>
            <a:r>
              <a:rPr lang="en-US" altLang="zh-TW" b="0" dirty="0">
                <a:solidFill>
                  <a:srgbClr val="569CD6"/>
                </a:solidFill>
                <a:effectLst/>
                <a:latin typeface="Consolas" panose="020B0609020204030204" pitchFamily="49" charset="0"/>
              </a:rPr>
              <a:t>script</a:t>
            </a:r>
            <a:r>
              <a:rPr lang="en-US" altLang="zh-TW" b="0" dirty="0">
                <a:solidFill>
                  <a:srgbClr val="808080"/>
                </a:solidFill>
                <a:effectLst/>
                <a:latin typeface="Consolas" panose="020B0609020204030204" pitchFamily="49" charset="0"/>
              </a:rPr>
              <a:t>&gt;</a:t>
            </a:r>
            <a:endParaRPr lang="en-US" altLang="zh-TW" b="0" dirty="0">
              <a:solidFill>
                <a:srgbClr val="D4D4D4"/>
              </a:solidFill>
              <a:effectLst/>
              <a:latin typeface="Consolas" panose="020B0609020204030204" pitchFamily="49" charset="0"/>
            </a:endParaRPr>
          </a:p>
          <a:p>
            <a:endParaRPr lang="zh-TW" altLang="en-US" dirty="0"/>
          </a:p>
        </p:txBody>
      </p:sp>
      <p:sp>
        <p:nvSpPr>
          <p:cNvPr id="4" name="投影片編號版面配置區 3"/>
          <p:cNvSpPr>
            <a:spLocks noGrp="1"/>
          </p:cNvSpPr>
          <p:nvPr>
            <p:ph type="sldNum" sz="quarter" idx="5"/>
          </p:nvPr>
        </p:nvSpPr>
        <p:spPr/>
        <p:txBody>
          <a:bodyPr/>
          <a:lstStyle/>
          <a:p>
            <a:pPr>
              <a:defRPr/>
            </a:pPr>
            <a:fld id="{D715DAB4-2617-344A-8A4E-35068C8BFF94}" type="slidenum">
              <a:rPr lang="en-US" altLang="zh-TW" smtClean="0"/>
              <a:pPr>
                <a:defRPr/>
              </a:pPr>
              <a:t>113</a:t>
            </a:fld>
            <a:endParaRPr lang="en-US" altLang="zh-TW"/>
          </a:p>
        </p:txBody>
      </p:sp>
    </p:spTree>
    <p:extLst>
      <p:ext uri="{BB962C8B-B14F-4D97-AF65-F5344CB8AC3E}">
        <p14:creationId xmlns:p14="http://schemas.microsoft.com/office/powerpoint/2010/main" val="109897688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&lt;head&gt;</a:t>
            </a:r>
          </a:p>
          <a:p>
            <a:r>
              <a:rPr lang="en-US" altLang="zh-TW" dirty="0"/>
              <a:t>  &lt;meta charset="utf-8"&gt;</a:t>
            </a:r>
          </a:p>
          <a:p>
            <a:r>
              <a:rPr lang="en-US" altLang="zh-TW" dirty="0"/>
              <a:t>  &lt;script </a:t>
            </a:r>
            <a:r>
              <a:rPr lang="en-US" altLang="zh-TW" dirty="0" err="1"/>
              <a:t>src</a:t>
            </a:r>
            <a:r>
              <a:rPr lang="en-US" altLang="zh-TW" dirty="0"/>
              <a:t>="https://code.jquery.com/jquery-3.5.1.min.js"&gt;&lt;/script&gt;</a:t>
            </a:r>
          </a:p>
          <a:p>
            <a:r>
              <a:rPr lang="en-US" altLang="zh-TW" dirty="0"/>
              <a:t>&lt;/head&gt;</a:t>
            </a:r>
          </a:p>
          <a:p>
            <a:endParaRPr lang="en-US" altLang="zh-TW" dirty="0"/>
          </a:p>
          <a:p>
            <a:r>
              <a:rPr lang="en-US" altLang="zh-TW" dirty="0"/>
              <a:t>&lt;body&gt;</a:t>
            </a:r>
          </a:p>
          <a:p>
            <a:r>
              <a:rPr lang="en-US" altLang="zh-TW" dirty="0"/>
              <a:t>  &lt;</a:t>
            </a:r>
            <a:r>
              <a:rPr lang="en-US" altLang="zh-TW" dirty="0" err="1"/>
              <a:t>img</a:t>
            </a:r>
            <a:r>
              <a:rPr lang="en-US" altLang="zh-TW" dirty="0"/>
              <a:t> alt="piece1" </a:t>
            </a:r>
            <a:r>
              <a:rPr lang="en-US" altLang="zh-TW" dirty="0" err="1"/>
              <a:t>src</a:t>
            </a:r>
            <a:r>
              <a:rPr lang="en-US" altLang="zh-TW" dirty="0"/>
              <a:t>="piece1.jpg" width="250"&gt;</a:t>
            </a:r>
          </a:p>
          <a:p>
            <a:r>
              <a:rPr lang="en-US" altLang="zh-TW" dirty="0"/>
              <a:t>  &lt;script&gt;</a:t>
            </a:r>
          </a:p>
          <a:p>
            <a:r>
              <a:rPr lang="en-US" altLang="zh-TW" dirty="0"/>
              <a:t>    $("</a:t>
            </a:r>
            <a:r>
              <a:rPr lang="en-US" altLang="zh-TW" dirty="0" err="1"/>
              <a:t>img</a:t>
            </a:r>
            <a:r>
              <a:rPr lang="en-US" altLang="zh-TW" dirty="0"/>
              <a:t>").on("mouseover", function () {</a:t>
            </a:r>
          </a:p>
          <a:p>
            <a:r>
              <a:rPr lang="en-US" altLang="zh-TW" dirty="0"/>
              <a:t>      $("</a:t>
            </a:r>
            <a:r>
              <a:rPr lang="en-US" altLang="zh-TW" dirty="0" err="1"/>
              <a:t>img</a:t>
            </a:r>
            <a:r>
              <a:rPr lang="en-US" altLang="zh-TW" dirty="0"/>
              <a:t>").</a:t>
            </a:r>
            <a:r>
              <a:rPr lang="en-US" altLang="zh-TW" dirty="0" err="1"/>
              <a:t>attr</a:t>
            </a:r>
            <a:r>
              <a:rPr lang="en-US" altLang="zh-TW" dirty="0"/>
              <a:t>("</a:t>
            </a:r>
            <a:r>
              <a:rPr lang="en-US" altLang="zh-TW" dirty="0" err="1"/>
              <a:t>src</a:t>
            </a:r>
            <a:r>
              <a:rPr lang="en-US" altLang="zh-TW" dirty="0"/>
              <a:t>", "piece2.jpg");</a:t>
            </a:r>
          </a:p>
          <a:p>
            <a:r>
              <a:rPr lang="en-US" altLang="zh-TW" dirty="0"/>
              <a:t>    });</a:t>
            </a:r>
          </a:p>
          <a:p>
            <a:endParaRPr lang="en-US" altLang="zh-TW" dirty="0"/>
          </a:p>
          <a:p>
            <a:r>
              <a:rPr lang="en-US" altLang="zh-TW" dirty="0"/>
              <a:t>    $("</a:t>
            </a:r>
            <a:r>
              <a:rPr lang="en-US" altLang="zh-TW" dirty="0" err="1"/>
              <a:t>img</a:t>
            </a:r>
            <a:r>
              <a:rPr lang="en-US" altLang="zh-TW" dirty="0"/>
              <a:t>").on("</a:t>
            </a:r>
            <a:r>
              <a:rPr lang="en-US" altLang="zh-TW" dirty="0" err="1"/>
              <a:t>mouseout</a:t>
            </a:r>
            <a:r>
              <a:rPr lang="en-US" altLang="zh-TW" dirty="0"/>
              <a:t>", function () {</a:t>
            </a:r>
          </a:p>
          <a:p>
            <a:r>
              <a:rPr lang="en-US" altLang="zh-TW" dirty="0"/>
              <a:t>      $("</a:t>
            </a:r>
            <a:r>
              <a:rPr lang="en-US" altLang="zh-TW" dirty="0" err="1"/>
              <a:t>img</a:t>
            </a:r>
            <a:r>
              <a:rPr lang="en-US" altLang="zh-TW" dirty="0"/>
              <a:t>").</a:t>
            </a:r>
            <a:r>
              <a:rPr lang="en-US" altLang="zh-TW" dirty="0" err="1"/>
              <a:t>attr</a:t>
            </a:r>
            <a:r>
              <a:rPr lang="en-US" altLang="zh-TW" dirty="0"/>
              <a:t>("</a:t>
            </a:r>
            <a:r>
              <a:rPr lang="en-US" altLang="zh-TW" dirty="0" err="1"/>
              <a:t>src</a:t>
            </a:r>
            <a:r>
              <a:rPr lang="en-US" altLang="zh-TW" dirty="0"/>
              <a:t>", "piece1.jpg");</a:t>
            </a:r>
          </a:p>
          <a:p>
            <a:r>
              <a:rPr lang="en-US" altLang="zh-TW" dirty="0"/>
              <a:t>    });</a:t>
            </a:r>
          </a:p>
          <a:p>
            <a:r>
              <a:rPr lang="en-US" altLang="zh-TW" dirty="0"/>
              <a:t>  &lt;/script&gt;</a:t>
            </a:r>
            <a:endParaRPr lang="zh-TW" altLang="en-US" dirty="0"/>
          </a:p>
        </p:txBody>
      </p:sp>
      <p:sp>
        <p:nvSpPr>
          <p:cNvPr id="4" name="投影片編號版面配置區 3"/>
          <p:cNvSpPr>
            <a:spLocks noGrp="1"/>
          </p:cNvSpPr>
          <p:nvPr>
            <p:ph type="sldNum" sz="quarter" idx="5"/>
          </p:nvPr>
        </p:nvSpPr>
        <p:spPr/>
        <p:txBody>
          <a:bodyPr/>
          <a:lstStyle/>
          <a:p>
            <a:pPr>
              <a:defRPr/>
            </a:pPr>
            <a:fld id="{D715DAB4-2617-344A-8A4E-35068C8BFF94}" type="slidenum">
              <a:rPr lang="en-US" altLang="zh-TW" smtClean="0"/>
              <a:pPr>
                <a:defRPr/>
              </a:pPr>
              <a:t>115</a:t>
            </a:fld>
            <a:endParaRPr lang="en-US" altLang="zh-TW"/>
          </a:p>
        </p:txBody>
      </p:sp>
    </p:spTree>
    <p:extLst>
      <p:ext uri="{BB962C8B-B14F-4D97-AF65-F5344CB8AC3E}">
        <p14:creationId xmlns:p14="http://schemas.microsoft.com/office/powerpoint/2010/main" val="234320314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&lt;head&gt;</a:t>
            </a:r>
          </a:p>
          <a:p>
            <a:r>
              <a:rPr lang="en-US" altLang="zh-TW" dirty="0"/>
              <a:t>  &lt;meta charset="utf-8"&gt;</a:t>
            </a:r>
          </a:p>
          <a:p>
            <a:r>
              <a:rPr lang="en-US" altLang="zh-TW" dirty="0"/>
              <a:t>  &lt;script </a:t>
            </a:r>
            <a:r>
              <a:rPr lang="en-US" altLang="zh-TW" dirty="0" err="1"/>
              <a:t>src</a:t>
            </a:r>
            <a:r>
              <a:rPr lang="en-US" altLang="zh-TW" dirty="0"/>
              <a:t>="https://code.jquery.com/jquery-3.5.1.min.js"&gt;&lt;/script&gt;</a:t>
            </a:r>
          </a:p>
          <a:p>
            <a:r>
              <a:rPr lang="en-US" altLang="zh-TW" dirty="0"/>
              <a:t>&lt;/head&gt;</a:t>
            </a:r>
          </a:p>
          <a:p>
            <a:endParaRPr lang="en-US" altLang="zh-TW" dirty="0"/>
          </a:p>
          <a:p>
            <a:r>
              <a:rPr lang="en-US" altLang="zh-TW" dirty="0"/>
              <a:t>&lt;body&gt;</a:t>
            </a:r>
          </a:p>
          <a:p>
            <a:r>
              <a:rPr lang="en-US" altLang="zh-TW" dirty="0"/>
              <a:t>  &lt;</a:t>
            </a:r>
            <a:r>
              <a:rPr lang="en-US" altLang="zh-TW" dirty="0" err="1"/>
              <a:t>img</a:t>
            </a:r>
            <a:r>
              <a:rPr lang="en-US" altLang="zh-TW" dirty="0"/>
              <a:t> alt="piece1" </a:t>
            </a:r>
            <a:r>
              <a:rPr lang="en-US" altLang="zh-TW" dirty="0" err="1"/>
              <a:t>src</a:t>
            </a:r>
            <a:r>
              <a:rPr lang="en-US" altLang="zh-TW" dirty="0"/>
              <a:t>="piece1.jpg" width="250"&gt;</a:t>
            </a:r>
          </a:p>
          <a:p>
            <a:r>
              <a:rPr lang="en-US" altLang="zh-TW" dirty="0"/>
              <a:t>  &lt;script&gt;</a:t>
            </a:r>
          </a:p>
          <a:p>
            <a:r>
              <a:rPr lang="en-US" altLang="zh-TW" dirty="0"/>
              <a:t>    $("</a:t>
            </a:r>
            <a:r>
              <a:rPr lang="en-US" altLang="zh-TW" dirty="0" err="1"/>
              <a:t>img</a:t>
            </a:r>
            <a:r>
              <a:rPr lang="en-US" altLang="zh-TW" dirty="0"/>
              <a:t>").on("mouseover", function () {</a:t>
            </a:r>
          </a:p>
          <a:p>
            <a:r>
              <a:rPr lang="en-US" altLang="zh-TW" dirty="0"/>
              <a:t>      $("</a:t>
            </a:r>
            <a:r>
              <a:rPr lang="en-US" altLang="zh-TW" dirty="0" err="1"/>
              <a:t>img</a:t>
            </a:r>
            <a:r>
              <a:rPr lang="en-US" altLang="zh-TW" dirty="0"/>
              <a:t>").</a:t>
            </a:r>
            <a:r>
              <a:rPr lang="en-US" altLang="zh-TW" dirty="0" err="1"/>
              <a:t>attr</a:t>
            </a:r>
            <a:r>
              <a:rPr lang="en-US" altLang="zh-TW" dirty="0"/>
              <a:t>("</a:t>
            </a:r>
            <a:r>
              <a:rPr lang="en-US" altLang="zh-TW" dirty="0" err="1"/>
              <a:t>src</a:t>
            </a:r>
            <a:r>
              <a:rPr lang="en-US" altLang="zh-TW" dirty="0"/>
              <a:t>", "piece2.jpg");</a:t>
            </a:r>
          </a:p>
          <a:p>
            <a:r>
              <a:rPr lang="en-US" altLang="zh-TW" dirty="0"/>
              <a:t>    });</a:t>
            </a:r>
          </a:p>
          <a:p>
            <a:endParaRPr lang="en-US" altLang="zh-TW" dirty="0"/>
          </a:p>
          <a:p>
            <a:r>
              <a:rPr lang="en-US" altLang="zh-TW" dirty="0"/>
              <a:t>    $("</a:t>
            </a:r>
            <a:r>
              <a:rPr lang="en-US" altLang="zh-TW" dirty="0" err="1"/>
              <a:t>img</a:t>
            </a:r>
            <a:r>
              <a:rPr lang="en-US" altLang="zh-TW" dirty="0"/>
              <a:t>").on("</a:t>
            </a:r>
            <a:r>
              <a:rPr lang="en-US" altLang="zh-TW" dirty="0" err="1"/>
              <a:t>mouseout</a:t>
            </a:r>
            <a:r>
              <a:rPr lang="en-US" altLang="zh-TW" dirty="0"/>
              <a:t>", function () {</a:t>
            </a:r>
          </a:p>
          <a:p>
            <a:r>
              <a:rPr lang="en-US" altLang="zh-TW" dirty="0"/>
              <a:t>      $("</a:t>
            </a:r>
            <a:r>
              <a:rPr lang="en-US" altLang="zh-TW" dirty="0" err="1"/>
              <a:t>img</a:t>
            </a:r>
            <a:r>
              <a:rPr lang="en-US" altLang="zh-TW" dirty="0"/>
              <a:t>").</a:t>
            </a:r>
            <a:r>
              <a:rPr lang="en-US" altLang="zh-TW" dirty="0" err="1"/>
              <a:t>attr</a:t>
            </a:r>
            <a:r>
              <a:rPr lang="en-US" altLang="zh-TW" dirty="0"/>
              <a:t>("</a:t>
            </a:r>
            <a:r>
              <a:rPr lang="en-US" altLang="zh-TW" dirty="0" err="1"/>
              <a:t>src</a:t>
            </a:r>
            <a:r>
              <a:rPr lang="en-US" altLang="zh-TW" dirty="0"/>
              <a:t>", "piece1.jpg");</a:t>
            </a:r>
          </a:p>
          <a:p>
            <a:r>
              <a:rPr lang="en-US" altLang="zh-TW" dirty="0"/>
              <a:t>    });</a:t>
            </a:r>
          </a:p>
          <a:p>
            <a:r>
              <a:rPr lang="en-US" altLang="zh-TW" dirty="0"/>
              <a:t>  &lt;/script&gt;</a:t>
            </a:r>
            <a:endParaRPr lang="zh-TW" altLang="en-US" dirty="0"/>
          </a:p>
        </p:txBody>
      </p:sp>
      <p:sp>
        <p:nvSpPr>
          <p:cNvPr id="4" name="投影片編號版面配置區 3"/>
          <p:cNvSpPr>
            <a:spLocks noGrp="1"/>
          </p:cNvSpPr>
          <p:nvPr>
            <p:ph type="sldNum" sz="quarter" idx="5"/>
          </p:nvPr>
        </p:nvSpPr>
        <p:spPr/>
        <p:txBody>
          <a:bodyPr/>
          <a:lstStyle/>
          <a:p>
            <a:pPr>
              <a:defRPr/>
            </a:pPr>
            <a:fld id="{D715DAB4-2617-344A-8A4E-35068C8BFF94}" type="slidenum">
              <a:rPr lang="en-US" altLang="zh-TW" smtClean="0"/>
              <a:pPr>
                <a:defRPr/>
              </a:pPr>
              <a:t>121</a:t>
            </a:fld>
            <a:endParaRPr lang="en-US" altLang="zh-TW"/>
          </a:p>
        </p:txBody>
      </p:sp>
    </p:spTree>
    <p:extLst>
      <p:ext uri="{BB962C8B-B14F-4D97-AF65-F5344CB8AC3E}">
        <p14:creationId xmlns:p14="http://schemas.microsoft.com/office/powerpoint/2010/main" val="282658389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&lt;!DOCTYPE html&gt;</a:t>
            </a:r>
          </a:p>
          <a:p>
            <a:r>
              <a:rPr lang="en-US" altLang="zh-TW" dirty="0"/>
              <a:t>&lt;html lang="</a:t>
            </a:r>
            <a:r>
              <a:rPr lang="en-US" altLang="zh-TW" dirty="0" err="1"/>
              <a:t>en</a:t>
            </a:r>
            <a:r>
              <a:rPr lang="en-US" altLang="zh-TW" dirty="0"/>
              <a:t>"&gt;</a:t>
            </a:r>
          </a:p>
          <a:p>
            <a:r>
              <a:rPr lang="en-US" altLang="zh-TW" dirty="0"/>
              <a:t>&lt;head&gt;</a:t>
            </a:r>
          </a:p>
          <a:p>
            <a:r>
              <a:rPr lang="en-US" altLang="zh-TW" dirty="0"/>
              <a:t>&lt;meta charset="utf-8"&gt;</a:t>
            </a:r>
          </a:p>
          <a:p>
            <a:r>
              <a:rPr lang="en-US" altLang="zh-TW" dirty="0"/>
              <a:t>&lt;title&gt;Executing a Function on Form Submit Event in jQuery&lt;/title&gt;</a:t>
            </a:r>
          </a:p>
          <a:p>
            <a:r>
              <a:rPr lang="en-US" altLang="zh-TW" dirty="0"/>
              <a:t>&lt;script </a:t>
            </a:r>
            <a:r>
              <a:rPr lang="en-US" altLang="zh-TW" dirty="0" err="1"/>
              <a:t>src</a:t>
            </a:r>
            <a:r>
              <a:rPr lang="en-US" altLang="zh-TW" dirty="0"/>
              <a:t>="https://code.jquery.com/jquery-3.6.0.min.js"&gt;&lt;/script&gt;</a:t>
            </a:r>
          </a:p>
          <a:p>
            <a:r>
              <a:rPr lang="en-US" altLang="zh-TW" dirty="0"/>
              <a:t>&lt;style&gt;</a:t>
            </a:r>
          </a:p>
          <a:p>
            <a:r>
              <a:rPr lang="en-US" altLang="zh-TW" dirty="0"/>
              <a:t>    .error{</a:t>
            </a:r>
          </a:p>
          <a:p>
            <a:r>
              <a:rPr lang="en-US" altLang="zh-TW" dirty="0"/>
              <a:t>        color: red;</a:t>
            </a:r>
          </a:p>
          <a:p>
            <a:r>
              <a:rPr lang="en-US" altLang="zh-TW" dirty="0"/>
              <a:t>    }</a:t>
            </a:r>
          </a:p>
          <a:p>
            <a:r>
              <a:rPr lang="en-US" altLang="zh-TW" dirty="0"/>
              <a:t>&lt;/style&gt;</a:t>
            </a:r>
          </a:p>
          <a:p>
            <a:r>
              <a:rPr lang="en-US" altLang="zh-TW" dirty="0"/>
              <a:t>&lt;script&gt;</a:t>
            </a:r>
          </a:p>
          <a:p>
            <a:r>
              <a:rPr lang="en-US" altLang="zh-TW" dirty="0"/>
              <a:t>$(document).ready(function(){</a:t>
            </a:r>
          </a:p>
          <a:p>
            <a:r>
              <a:rPr lang="en-US" altLang="zh-TW" dirty="0"/>
              <a:t>    $("form").submit(function(event){</a:t>
            </a:r>
          </a:p>
          <a:p>
            <a:r>
              <a:rPr lang="en-US" altLang="zh-TW" dirty="0"/>
              <a:t>        var regex = /^[a-</a:t>
            </a:r>
            <a:r>
              <a:rPr lang="en-US" altLang="zh-TW" dirty="0" err="1"/>
              <a:t>zA</a:t>
            </a:r>
            <a:r>
              <a:rPr lang="en-US" altLang="zh-TW" dirty="0"/>
              <a:t>-Z]+$/;</a:t>
            </a:r>
          </a:p>
          <a:p>
            <a:r>
              <a:rPr lang="en-US" altLang="zh-TW" dirty="0"/>
              <a:t>        var </a:t>
            </a:r>
            <a:r>
              <a:rPr lang="en-US" altLang="zh-TW" dirty="0" err="1"/>
              <a:t>currentValue</a:t>
            </a:r>
            <a:r>
              <a:rPr lang="en-US" altLang="zh-TW" dirty="0"/>
              <a:t> = $("#</a:t>
            </a:r>
            <a:r>
              <a:rPr lang="en-US" altLang="zh-TW" dirty="0" err="1"/>
              <a:t>firstName</a:t>
            </a:r>
            <a:r>
              <a:rPr lang="en-US" altLang="zh-TW" dirty="0"/>
              <a:t>").</a:t>
            </a:r>
            <a:r>
              <a:rPr lang="en-US" altLang="zh-TW" dirty="0" err="1"/>
              <a:t>val</a:t>
            </a:r>
            <a:r>
              <a:rPr lang="en-US" altLang="zh-TW" dirty="0"/>
              <a:t>();</a:t>
            </a:r>
          </a:p>
          <a:p>
            <a:r>
              <a:rPr lang="en-US" altLang="zh-TW" dirty="0"/>
              <a:t>        if(</a:t>
            </a:r>
            <a:r>
              <a:rPr lang="en-US" altLang="zh-TW" dirty="0" err="1"/>
              <a:t>regex.test</a:t>
            </a:r>
            <a:r>
              <a:rPr lang="en-US" altLang="zh-TW" dirty="0"/>
              <a:t>(</a:t>
            </a:r>
            <a:r>
              <a:rPr lang="en-US" altLang="zh-TW" dirty="0" err="1"/>
              <a:t>currentValue</a:t>
            </a:r>
            <a:r>
              <a:rPr lang="en-US" altLang="zh-TW" dirty="0"/>
              <a:t>) == false){</a:t>
            </a:r>
          </a:p>
          <a:p>
            <a:r>
              <a:rPr lang="en-US" altLang="zh-TW" dirty="0"/>
              <a:t>            $("#result").html('&lt;p class="error"&gt;Not valid!&lt;/p&gt;').show().</a:t>
            </a:r>
            <a:r>
              <a:rPr lang="en-US" altLang="zh-TW" dirty="0" err="1"/>
              <a:t>fadeOut</a:t>
            </a:r>
            <a:r>
              <a:rPr lang="en-US" altLang="zh-TW" dirty="0"/>
              <a:t>(1000);</a:t>
            </a:r>
          </a:p>
          <a:p>
            <a:r>
              <a:rPr lang="en-US" altLang="zh-TW" dirty="0"/>
              <a:t>            // Preventing form submission</a:t>
            </a:r>
          </a:p>
          <a:p>
            <a:r>
              <a:rPr lang="en-US" altLang="zh-TW" dirty="0"/>
              <a:t>            </a:t>
            </a:r>
            <a:r>
              <a:rPr lang="en-US" altLang="zh-TW" dirty="0" err="1"/>
              <a:t>event.preventDefault</a:t>
            </a:r>
            <a:r>
              <a:rPr lang="en-US" altLang="zh-TW" dirty="0"/>
              <a:t>();</a:t>
            </a:r>
          </a:p>
          <a:p>
            <a:r>
              <a:rPr lang="en-US" altLang="zh-TW" dirty="0"/>
              <a:t>        }</a:t>
            </a:r>
          </a:p>
          <a:p>
            <a:r>
              <a:rPr lang="en-US" altLang="zh-TW" dirty="0"/>
              <a:t>    });</a:t>
            </a:r>
          </a:p>
          <a:p>
            <a:r>
              <a:rPr lang="en-US" altLang="zh-TW" dirty="0"/>
              <a:t>});</a:t>
            </a:r>
          </a:p>
          <a:p>
            <a:r>
              <a:rPr lang="en-US" altLang="zh-TW" dirty="0"/>
              <a:t>&lt;/script&gt;</a:t>
            </a:r>
          </a:p>
          <a:p>
            <a:r>
              <a:rPr lang="en-US" altLang="zh-TW" dirty="0"/>
              <a:t>&lt;/head&gt;</a:t>
            </a:r>
          </a:p>
          <a:p>
            <a:r>
              <a:rPr lang="en-US" altLang="zh-TW" dirty="0"/>
              <a:t>&lt;body&gt;</a:t>
            </a:r>
          </a:p>
          <a:p>
            <a:r>
              <a:rPr lang="en-US" altLang="zh-TW" dirty="0"/>
              <a:t>    &lt;p&gt;&lt;strong&gt;Note:&lt;/strong&gt; If try to submit any invalid value. It will produce an error.&lt;/p&gt;</a:t>
            </a:r>
          </a:p>
          <a:p>
            <a:r>
              <a:rPr lang="en-US" altLang="zh-TW" dirty="0"/>
              <a:t>    &lt;form action="/examples/html/</a:t>
            </a:r>
            <a:r>
              <a:rPr lang="en-US" altLang="zh-TW" dirty="0" err="1"/>
              <a:t>action.php</a:t>
            </a:r>
            <a:r>
              <a:rPr lang="en-US" altLang="zh-TW" dirty="0"/>
              <a:t>" method="post" id="users"&gt;</a:t>
            </a:r>
          </a:p>
          <a:p>
            <a:r>
              <a:rPr lang="en-US" altLang="zh-TW" dirty="0"/>
              <a:t>        &lt;label for="</a:t>
            </a:r>
            <a:r>
              <a:rPr lang="en-US" altLang="zh-TW" dirty="0" err="1"/>
              <a:t>firstName</a:t>
            </a:r>
            <a:r>
              <a:rPr lang="en-US" altLang="zh-TW" dirty="0"/>
              <a:t>"&gt;First Name:&lt;/label&gt;</a:t>
            </a:r>
          </a:p>
          <a:p>
            <a:r>
              <a:rPr lang="en-US" altLang="zh-TW" dirty="0"/>
              <a:t>        &lt;input type="text" name="first-name" id="</a:t>
            </a:r>
            <a:r>
              <a:rPr lang="en-US" altLang="zh-TW" dirty="0" err="1"/>
              <a:t>firstName</a:t>
            </a:r>
            <a:r>
              <a:rPr lang="en-US" altLang="zh-TW" dirty="0"/>
              <a:t>"&gt;</a:t>
            </a:r>
          </a:p>
          <a:p>
            <a:r>
              <a:rPr lang="en-US" altLang="zh-TW" dirty="0"/>
              <a:t>        &lt;input type="submit" value="Submit"&gt;</a:t>
            </a:r>
          </a:p>
          <a:p>
            <a:r>
              <a:rPr lang="en-US" altLang="zh-TW" dirty="0"/>
              <a:t>        &lt;div id="result"&gt;&lt;/div&gt;</a:t>
            </a:r>
          </a:p>
          <a:p>
            <a:r>
              <a:rPr lang="en-US" altLang="zh-TW" dirty="0"/>
              <a:t>    &lt;/form&gt;    </a:t>
            </a:r>
          </a:p>
          <a:p>
            <a:r>
              <a:rPr lang="en-US" altLang="zh-TW" dirty="0"/>
              <a:t>&lt;/body&gt;</a:t>
            </a:r>
          </a:p>
          <a:p>
            <a:r>
              <a:rPr lang="en-US" altLang="zh-TW" dirty="0"/>
              <a:t>&lt;/html&gt;</a:t>
            </a:r>
            <a:endParaRPr lang="zh-TW" altLang="en-US" dirty="0"/>
          </a:p>
        </p:txBody>
      </p:sp>
      <p:sp>
        <p:nvSpPr>
          <p:cNvPr id="4" name="投影片編號版面配置區 3"/>
          <p:cNvSpPr>
            <a:spLocks noGrp="1"/>
          </p:cNvSpPr>
          <p:nvPr>
            <p:ph type="sldNum" sz="quarter" idx="5"/>
          </p:nvPr>
        </p:nvSpPr>
        <p:spPr/>
        <p:txBody>
          <a:bodyPr/>
          <a:lstStyle/>
          <a:p>
            <a:pPr>
              <a:defRPr/>
            </a:pPr>
            <a:fld id="{D715DAB4-2617-344A-8A4E-35068C8BFF94}" type="slidenum">
              <a:rPr lang="en-US" altLang="zh-TW" smtClean="0"/>
              <a:pPr>
                <a:defRPr/>
              </a:pPr>
              <a:t>125</a:t>
            </a:fld>
            <a:endParaRPr lang="en-US" altLang="zh-TW"/>
          </a:p>
        </p:txBody>
      </p:sp>
    </p:spTree>
    <p:extLst>
      <p:ext uri="{BB962C8B-B14F-4D97-AF65-F5344CB8AC3E}">
        <p14:creationId xmlns:p14="http://schemas.microsoft.com/office/powerpoint/2010/main" val="237628321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&lt;script&gt;</a:t>
            </a:r>
          </a:p>
          <a:p>
            <a:r>
              <a:rPr kumimoji="1" lang="en-US" altLang="zh-TW" sz="1200" b="0" i="0" kern="1200" dirty="0">
                <a:solidFill>
                  <a:schemeClr val="tx1"/>
                </a:solidFill>
                <a:effectLst/>
                <a:latin typeface="Arial" charset="0"/>
                <a:ea typeface="新細明體" pitchFamily="18" charset="-120"/>
                <a:cs typeface="新細明體" charset="0"/>
              </a:rPr>
              <a:t>$.ajax({</a:t>
            </a:r>
          </a:p>
          <a:p>
            <a:r>
              <a:rPr kumimoji="1" lang="en-US" altLang="zh-TW" sz="1200" b="0" i="0" kern="1200" dirty="0">
                <a:solidFill>
                  <a:schemeClr val="tx1"/>
                </a:solidFill>
                <a:effectLst/>
                <a:latin typeface="Arial" charset="0"/>
                <a:ea typeface="新細明體" pitchFamily="18" charset="-120"/>
                <a:cs typeface="新細明體" charset="0"/>
              </a:rPr>
              <a:t>    </a:t>
            </a:r>
            <a:r>
              <a:rPr kumimoji="1" lang="en-US" altLang="zh-TW" sz="1200" b="0" i="0" kern="1200" dirty="0" err="1">
                <a:solidFill>
                  <a:schemeClr val="tx1"/>
                </a:solidFill>
                <a:effectLst/>
                <a:latin typeface="Arial" charset="0"/>
                <a:ea typeface="新細明體" pitchFamily="18" charset="-120"/>
                <a:cs typeface="新細明體" charset="0"/>
              </a:rPr>
              <a:t>url</a:t>
            </a:r>
            <a:r>
              <a:rPr kumimoji="1" lang="en-US" altLang="zh-TW" sz="1200" b="0" i="0" kern="1200" dirty="0">
                <a:solidFill>
                  <a:schemeClr val="tx1"/>
                </a:solidFill>
                <a:effectLst/>
                <a:latin typeface="Arial" charset="0"/>
                <a:ea typeface="新細明體" pitchFamily="18" charset="-120"/>
                <a:cs typeface="新細明體" charset="0"/>
              </a:rPr>
              <a:t> : '../</a:t>
            </a:r>
            <a:r>
              <a:rPr kumimoji="1" lang="en-US" altLang="zh-TW" sz="1200" b="0" i="0" kern="1200" dirty="0" err="1">
                <a:solidFill>
                  <a:schemeClr val="tx1"/>
                </a:solidFill>
                <a:effectLst/>
                <a:latin typeface="Arial" charset="0"/>
                <a:ea typeface="新細明體" pitchFamily="18" charset="-120"/>
                <a:cs typeface="新細明體" charset="0"/>
              </a:rPr>
              <a:t>getUser</a:t>
            </a:r>
            <a:r>
              <a:rPr kumimoji="1" lang="en-US" altLang="zh-TW" sz="1200" b="0" i="0" kern="1200" dirty="0">
                <a:solidFill>
                  <a:schemeClr val="tx1"/>
                </a:solidFill>
                <a:effectLst/>
                <a:latin typeface="Arial" charset="0"/>
                <a:ea typeface="新細明體" pitchFamily="18" charset="-120"/>
                <a:cs typeface="新細明體" charset="0"/>
              </a:rPr>
              <a:t>' ,</a:t>
            </a:r>
          </a:p>
          <a:p>
            <a:r>
              <a:rPr kumimoji="1" lang="en-US" altLang="zh-TW" sz="1200" b="0" i="0" kern="1200" dirty="0">
                <a:solidFill>
                  <a:schemeClr val="tx1"/>
                </a:solidFill>
                <a:effectLst/>
                <a:latin typeface="Arial" charset="0"/>
                <a:ea typeface="新細明體" pitchFamily="18" charset="-120"/>
                <a:cs typeface="新細明體" charset="0"/>
              </a:rPr>
              <a:t>    type : 'post', </a:t>
            </a:r>
          </a:p>
          <a:p>
            <a:r>
              <a:rPr kumimoji="1" lang="en-US" altLang="zh-TW" sz="1200" b="0" i="0" kern="1200" dirty="0">
                <a:solidFill>
                  <a:schemeClr val="tx1"/>
                </a:solidFill>
                <a:effectLst/>
                <a:latin typeface="Arial" charset="0"/>
                <a:ea typeface="新細明體" pitchFamily="18" charset="-120"/>
                <a:cs typeface="新細明體" charset="0"/>
              </a:rPr>
              <a:t>    </a:t>
            </a:r>
            <a:r>
              <a:rPr kumimoji="1" lang="en-US" altLang="zh-TW" sz="1200" b="0" i="0" kern="1200" dirty="0" err="1">
                <a:solidFill>
                  <a:schemeClr val="tx1"/>
                </a:solidFill>
                <a:effectLst/>
                <a:latin typeface="Arial" charset="0"/>
                <a:ea typeface="新細明體" pitchFamily="18" charset="-120"/>
                <a:cs typeface="新細明體" charset="0"/>
              </a:rPr>
              <a:t>dataType</a:t>
            </a:r>
            <a:r>
              <a:rPr kumimoji="1" lang="en-US" altLang="zh-TW" sz="1200" b="0" i="0" kern="1200" dirty="0">
                <a:solidFill>
                  <a:schemeClr val="tx1"/>
                </a:solidFill>
                <a:effectLst/>
                <a:latin typeface="Arial" charset="0"/>
                <a:ea typeface="新細明體" pitchFamily="18" charset="-120"/>
                <a:cs typeface="新細明體" charset="0"/>
              </a:rPr>
              <a:t> : '</a:t>
            </a:r>
            <a:r>
              <a:rPr kumimoji="1" lang="en-US" altLang="zh-TW" sz="1200" b="0" i="0" kern="1200" dirty="0" err="1">
                <a:solidFill>
                  <a:schemeClr val="tx1"/>
                </a:solidFill>
                <a:effectLst/>
                <a:latin typeface="Arial" charset="0"/>
                <a:ea typeface="新細明體" pitchFamily="18" charset="-120"/>
                <a:cs typeface="新細明體" charset="0"/>
              </a:rPr>
              <a:t>json</a:t>
            </a:r>
            <a:r>
              <a:rPr kumimoji="1" lang="en-US" altLang="zh-TW" sz="1200" b="0" i="0" kern="1200" dirty="0">
                <a:solidFill>
                  <a:schemeClr val="tx1"/>
                </a:solidFill>
                <a:effectLst/>
                <a:latin typeface="Arial" charset="0"/>
                <a:ea typeface="新細明體" pitchFamily="18" charset="-120"/>
                <a:cs typeface="新細明體" charset="0"/>
              </a:rPr>
              <a:t>', </a:t>
            </a:r>
          </a:p>
          <a:p>
            <a:r>
              <a:rPr kumimoji="1" lang="en-US" altLang="zh-TW" sz="1200" b="0" i="0" kern="1200" dirty="0">
                <a:solidFill>
                  <a:schemeClr val="tx1"/>
                </a:solidFill>
                <a:effectLst/>
                <a:latin typeface="Arial" charset="0"/>
                <a:ea typeface="新細明體" pitchFamily="18" charset="-120"/>
                <a:cs typeface="新細明體" charset="0"/>
              </a:rPr>
              <a:t>    </a:t>
            </a:r>
            <a:r>
              <a:rPr kumimoji="1" lang="en-US" altLang="zh-TW" sz="1200" b="0" i="0" kern="1200" dirty="0" err="1">
                <a:solidFill>
                  <a:schemeClr val="tx1"/>
                </a:solidFill>
                <a:effectLst/>
                <a:latin typeface="Arial" charset="0"/>
                <a:ea typeface="新細明體" pitchFamily="18" charset="-120"/>
                <a:cs typeface="新細明體" charset="0"/>
              </a:rPr>
              <a:t>contentType</a:t>
            </a:r>
            <a:r>
              <a:rPr kumimoji="1" lang="en-US" altLang="zh-TW" sz="1200" b="0" i="0" kern="1200" dirty="0">
                <a:solidFill>
                  <a:schemeClr val="tx1"/>
                </a:solidFill>
                <a:effectLst/>
                <a:latin typeface="Arial" charset="0"/>
                <a:ea typeface="新細明體" pitchFamily="18" charset="-120"/>
                <a:cs typeface="新細明體" charset="0"/>
              </a:rPr>
              <a:t> : 'application/x-www-form-</a:t>
            </a:r>
            <a:r>
              <a:rPr kumimoji="1" lang="en-US" altLang="zh-TW" sz="1200" b="0" i="0" kern="1200" dirty="0" err="1">
                <a:solidFill>
                  <a:schemeClr val="tx1"/>
                </a:solidFill>
                <a:effectLst/>
                <a:latin typeface="Arial" charset="0"/>
                <a:ea typeface="新細明體" pitchFamily="18" charset="-120"/>
                <a:cs typeface="新細明體" charset="0"/>
              </a:rPr>
              <a:t>urlencoded</a:t>
            </a:r>
            <a:r>
              <a:rPr kumimoji="1" lang="en-US" altLang="zh-TW" sz="1200" b="0" i="0" kern="1200" dirty="0">
                <a:solidFill>
                  <a:schemeClr val="tx1"/>
                </a:solidFill>
                <a:effectLst/>
                <a:latin typeface="Arial" charset="0"/>
                <a:ea typeface="新細明體" pitchFamily="18" charset="-120"/>
                <a:cs typeface="新細明體" charset="0"/>
              </a:rPr>
              <a:t>; charset=UTF-8', </a:t>
            </a:r>
          </a:p>
          <a:p>
            <a:r>
              <a:rPr kumimoji="1" lang="en-US" altLang="zh-TW" sz="1200" b="0" i="0" kern="1200" dirty="0">
                <a:solidFill>
                  <a:schemeClr val="tx1"/>
                </a:solidFill>
                <a:effectLst/>
                <a:latin typeface="Arial" charset="0"/>
                <a:ea typeface="新細明體" pitchFamily="18" charset="-120"/>
                <a:cs typeface="新細明體" charset="0"/>
              </a:rPr>
              <a:t>    data : $('#</a:t>
            </a:r>
            <a:r>
              <a:rPr kumimoji="1" lang="en-US" altLang="zh-TW" sz="1200" b="0" i="0" kern="1200" dirty="0" err="1">
                <a:solidFill>
                  <a:schemeClr val="tx1"/>
                </a:solidFill>
                <a:effectLst/>
                <a:latin typeface="Arial" charset="0"/>
                <a:ea typeface="新細明體" pitchFamily="18" charset="-120"/>
                <a:cs typeface="新細明體" charset="0"/>
              </a:rPr>
              <a:t>myForm</a:t>
            </a:r>
            <a:r>
              <a:rPr kumimoji="1" lang="en-US" altLang="zh-TW" sz="1200" b="0" i="0" kern="1200" dirty="0">
                <a:solidFill>
                  <a:schemeClr val="tx1"/>
                </a:solidFill>
                <a:effectLst/>
                <a:latin typeface="Arial" charset="0"/>
                <a:ea typeface="新細明體" pitchFamily="18" charset="-120"/>
                <a:cs typeface="新細明體" charset="0"/>
              </a:rPr>
              <a:t>').serialize(), </a:t>
            </a:r>
          </a:p>
          <a:p>
            <a:r>
              <a:rPr kumimoji="1" lang="en-US" altLang="zh-TW" sz="1200" b="0" i="0" kern="1200" dirty="0">
                <a:solidFill>
                  <a:schemeClr val="tx1"/>
                </a:solidFill>
                <a:effectLst/>
                <a:latin typeface="Arial" charset="0"/>
                <a:ea typeface="新細明體" pitchFamily="18" charset="-120"/>
                <a:cs typeface="新細明體" charset="0"/>
              </a:rPr>
              <a:t>    success : function(result) { alert(</a:t>
            </a:r>
            <a:r>
              <a:rPr kumimoji="1" lang="en-US" altLang="zh-TW" sz="1200" b="0" i="0" kern="1200" dirty="0" err="1">
                <a:solidFill>
                  <a:schemeClr val="tx1"/>
                </a:solidFill>
                <a:effectLst/>
                <a:latin typeface="Arial" charset="0"/>
                <a:ea typeface="新細明體" pitchFamily="18" charset="-120"/>
                <a:cs typeface="新細明體" charset="0"/>
              </a:rPr>
              <a:t>result.success</a:t>
            </a:r>
            <a:r>
              <a:rPr kumimoji="1" lang="en-US" altLang="zh-TW" sz="1200" b="0" i="0" kern="1200" dirty="0">
                <a:solidFill>
                  <a:schemeClr val="tx1"/>
                </a:solidFill>
                <a:effectLst/>
                <a:latin typeface="Arial" charset="0"/>
                <a:ea typeface="新細明體" pitchFamily="18" charset="-120"/>
                <a:cs typeface="新細明體" charset="0"/>
              </a:rPr>
              <a:t>); // result</a:t>
            </a:r>
            <a:r>
              <a:rPr kumimoji="1" lang="zh-TW" altLang="en-US" sz="1200" b="0" i="0" kern="1200" dirty="0">
                <a:solidFill>
                  <a:schemeClr val="tx1"/>
                </a:solidFill>
                <a:effectLst/>
                <a:latin typeface="Arial" charset="0"/>
                <a:ea typeface="新細明體" pitchFamily="18" charset="-120"/>
                <a:cs typeface="新細明體" charset="0"/>
              </a:rPr>
              <a:t>是</a:t>
            </a:r>
            <a:r>
              <a:rPr kumimoji="1" lang="en-US" altLang="zh-TW" sz="1200" b="0" i="0" kern="1200" dirty="0" err="1">
                <a:solidFill>
                  <a:schemeClr val="tx1"/>
                </a:solidFill>
                <a:effectLst/>
                <a:latin typeface="Arial" charset="0"/>
                <a:ea typeface="新細明體" pitchFamily="18" charset="-120"/>
                <a:cs typeface="新細明體" charset="0"/>
              </a:rPr>
              <a:t>json</a:t>
            </a:r>
            <a:r>
              <a:rPr kumimoji="1" lang="zh-TW" altLang="en-US" sz="1200" b="0" i="0" kern="1200" dirty="0">
                <a:solidFill>
                  <a:schemeClr val="tx1"/>
                </a:solidFill>
                <a:effectLst/>
                <a:latin typeface="Arial" charset="0"/>
                <a:ea typeface="新細明體" pitchFamily="18" charset="-120"/>
                <a:cs typeface="新細明體" charset="0"/>
              </a:rPr>
              <a:t>物件 </a:t>
            </a:r>
            <a:r>
              <a:rPr kumimoji="1" lang="en-US" altLang="zh-TW" sz="1200" b="0" i="0" kern="1200" dirty="0">
                <a:solidFill>
                  <a:schemeClr val="tx1"/>
                </a:solidFill>
                <a:effectLst/>
                <a:latin typeface="Arial" charset="0"/>
                <a:ea typeface="新細明體" pitchFamily="18" charset="-120"/>
                <a:cs typeface="新細明體" charset="0"/>
              </a:rPr>
              <a:t>},     </a:t>
            </a:r>
          </a:p>
          <a:p>
            <a:r>
              <a:rPr kumimoji="1" lang="en-US" altLang="zh-TW" sz="1200" b="0" i="0" kern="1200" dirty="0">
                <a:solidFill>
                  <a:schemeClr val="tx1"/>
                </a:solidFill>
                <a:effectLst/>
                <a:latin typeface="Arial" charset="0"/>
                <a:ea typeface="新細明體" pitchFamily="18" charset="-120"/>
                <a:cs typeface="新細明體" charset="0"/>
              </a:rPr>
              <a:t>    });</a:t>
            </a:r>
            <a:endParaRPr lang="en-US" altLang="zh-TW" dirty="0"/>
          </a:p>
          <a:p>
            <a:r>
              <a:rPr lang="en-US" altLang="zh-TW" dirty="0"/>
              <a:t>&lt;/script&gt;</a:t>
            </a:r>
            <a:endParaRPr lang="zh-TW" altLang="en-US" dirty="0"/>
          </a:p>
        </p:txBody>
      </p:sp>
      <p:sp>
        <p:nvSpPr>
          <p:cNvPr id="4" name="投影片編號版面配置區 3"/>
          <p:cNvSpPr>
            <a:spLocks noGrp="1"/>
          </p:cNvSpPr>
          <p:nvPr>
            <p:ph type="sldNum" sz="quarter" idx="10"/>
          </p:nvPr>
        </p:nvSpPr>
        <p:spPr/>
        <p:txBody>
          <a:bodyPr/>
          <a:lstStyle/>
          <a:p>
            <a:pPr>
              <a:defRPr/>
            </a:pPr>
            <a:fld id="{D715DAB4-2617-344A-8A4E-35068C8BFF94}" type="slidenum">
              <a:rPr lang="en-US" altLang="zh-TW" smtClean="0"/>
              <a:pPr>
                <a:defRPr/>
              </a:pPr>
              <a:t>126</a:t>
            </a:fld>
            <a:endParaRPr lang="en-US" altLang="zh-TW"/>
          </a:p>
        </p:txBody>
      </p:sp>
    </p:spTree>
    <p:extLst>
      <p:ext uri="{BB962C8B-B14F-4D97-AF65-F5344CB8AC3E}">
        <p14:creationId xmlns:p14="http://schemas.microsoft.com/office/powerpoint/2010/main" val="52432157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&lt;script&gt;</a:t>
            </a:r>
          </a:p>
          <a:p>
            <a:r>
              <a:rPr lang="en-US" altLang="zh-TW" dirty="0"/>
              <a:t>   function result(</a:t>
            </a:r>
            <a:r>
              <a:rPr lang="en-US" altLang="zh-TW" dirty="0" err="1"/>
              <a:t>data,status</a:t>
            </a:r>
            <a:r>
              <a:rPr lang="en-US" altLang="zh-TW" dirty="0"/>
              <a:t>){</a:t>
            </a:r>
          </a:p>
          <a:p>
            <a:r>
              <a:rPr lang="en-US" altLang="zh-TW" dirty="0"/>
              <a:t>	  alert(status);</a:t>
            </a:r>
          </a:p>
          <a:p>
            <a:r>
              <a:rPr lang="en-US" altLang="zh-TW" dirty="0"/>
              <a:t>	  </a:t>
            </a:r>
            <a:r>
              <a:rPr lang="en-US" altLang="zh-TW" dirty="0" err="1"/>
              <a:t>var</a:t>
            </a:r>
            <a:r>
              <a:rPr lang="en-US" altLang="zh-TW" dirty="0"/>
              <a:t> </a:t>
            </a:r>
            <a:r>
              <a:rPr lang="en-US" altLang="zh-TW" dirty="0" err="1"/>
              <a:t>str</a:t>
            </a:r>
            <a:r>
              <a:rPr lang="en-US" altLang="zh-TW" dirty="0"/>
              <a:t>=</a:t>
            </a:r>
            <a:r>
              <a:rPr lang="en-US" altLang="zh-TW" dirty="0" err="1"/>
              <a:t>JSON.stringify</a:t>
            </a:r>
            <a:r>
              <a:rPr lang="en-US" altLang="zh-TW" dirty="0"/>
              <a:t>(data);</a:t>
            </a:r>
          </a:p>
          <a:p>
            <a:r>
              <a:rPr lang="en-US" altLang="zh-TW" dirty="0"/>
              <a:t>	  </a:t>
            </a:r>
            <a:r>
              <a:rPr lang="en-US" altLang="zh-TW" dirty="0" err="1"/>
              <a:t>str</a:t>
            </a:r>
            <a:r>
              <a:rPr lang="en-US" altLang="zh-TW" dirty="0"/>
              <a:t>="&lt;table width='60%' border='1'&gt;"     </a:t>
            </a:r>
          </a:p>
          <a:p>
            <a:r>
              <a:rPr lang="en-US" altLang="zh-TW" dirty="0"/>
              <a:t>	  </a:t>
            </a:r>
            <a:r>
              <a:rPr lang="en-US" altLang="zh-TW" dirty="0" err="1"/>
              <a:t>data.forEach</a:t>
            </a:r>
            <a:r>
              <a:rPr lang="en-US" altLang="zh-TW" dirty="0"/>
              <a:t>((item) =&gt; {</a:t>
            </a:r>
          </a:p>
          <a:p>
            <a:r>
              <a:rPr lang="en-US" altLang="zh-TW" dirty="0"/>
              <a:t>		    </a:t>
            </a:r>
            <a:r>
              <a:rPr lang="en-US" altLang="zh-TW" dirty="0" err="1"/>
              <a:t>str</a:t>
            </a:r>
            <a:r>
              <a:rPr lang="en-US" altLang="zh-TW" dirty="0"/>
              <a:t>+="&lt;</a:t>
            </a:r>
            <a:r>
              <a:rPr lang="en-US" altLang="zh-TW" dirty="0" err="1"/>
              <a:t>tr</a:t>
            </a:r>
            <a:r>
              <a:rPr lang="en-US" altLang="zh-TW" dirty="0"/>
              <a:t>&gt;&lt;td&gt;"+</a:t>
            </a:r>
          </a:p>
          <a:p>
            <a:r>
              <a:rPr lang="en-US" altLang="zh-TW" dirty="0"/>
              <a:t>	            item.id+"&lt;/td&gt;&lt;td&gt;"+item.name+"&lt;/td&gt;&lt;td&gt;"+</a:t>
            </a:r>
            <a:r>
              <a:rPr lang="en-US" altLang="zh-TW" dirty="0" err="1"/>
              <a:t>item.email</a:t>
            </a:r>
            <a:endParaRPr lang="en-US" altLang="zh-TW" dirty="0"/>
          </a:p>
          <a:p>
            <a:r>
              <a:rPr lang="en-US" altLang="zh-TW" dirty="0"/>
              <a:t>	         +"&lt;/td&gt;&lt;/</a:t>
            </a:r>
            <a:r>
              <a:rPr lang="en-US" altLang="zh-TW" dirty="0" err="1"/>
              <a:t>tr</a:t>
            </a:r>
            <a:r>
              <a:rPr lang="en-US" altLang="zh-TW" dirty="0"/>
              <a:t>&gt;";</a:t>
            </a:r>
          </a:p>
          <a:p>
            <a:r>
              <a:rPr lang="en-US" altLang="zh-TW" dirty="0"/>
              <a:t>	  });</a:t>
            </a:r>
          </a:p>
          <a:p>
            <a:r>
              <a:rPr lang="en-US" altLang="zh-TW" dirty="0"/>
              <a:t>	  </a:t>
            </a:r>
            <a:r>
              <a:rPr lang="en-US" altLang="zh-TW" dirty="0" err="1"/>
              <a:t>str</a:t>
            </a:r>
            <a:r>
              <a:rPr lang="en-US" altLang="zh-TW" dirty="0"/>
              <a:t>+="&lt;/table&gt;"</a:t>
            </a:r>
          </a:p>
          <a:p>
            <a:r>
              <a:rPr lang="en-US" altLang="zh-TW" dirty="0"/>
              <a:t>	  $("#message").html(</a:t>
            </a:r>
            <a:r>
              <a:rPr lang="en-US" altLang="zh-TW" dirty="0" err="1"/>
              <a:t>str</a:t>
            </a:r>
            <a:r>
              <a:rPr lang="en-US" altLang="zh-TW" dirty="0"/>
              <a:t>);</a:t>
            </a:r>
          </a:p>
          <a:p>
            <a:r>
              <a:rPr lang="en-US" altLang="zh-TW" dirty="0"/>
              <a:t>   }</a:t>
            </a:r>
          </a:p>
          <a:p>
            <a:r>
              <a:rPr lang="en-US" altLang="zh-TW" dirty="0"/>
              <a:t>   function </a:t>
            </a:r>
            <a:r>
              <a:rPr lang="en-US" altLang="zh-TW" dirty="0" err="1"/>
              <a:t>jqGet</a:t>
            </a:r>
            <a:r>
              <a:rPr lang="en-US" altLang="zh-TW" dirty="0"/>
              <a:t>(){</a:t>
            </a:r>
          </a:p>
          <a:p>
            <a:r>
              <a:rPr lang="en-US" altLang="zh-TW" dirty="0"/>
              <a:t>	   $.get("http://localhost:8080/mvrscrud20230428/</a:t>
            </a:r>
            <a:r>
              <a:rPr lang="en-US" altLang="zh-TW" dirty="0" err="1"/>
              <a:t>api</a:t>
            </a:r>
            <a:r>
              <a:rPr lang="en-US" altLang="zh-TW" dirty="0"/>
              <a:t>/</a:t>
            </a:r>
            <a:r>
              <a:rPr lang="en-US" altLang="zh-TW" dirty="0" err="1"/>
              <a:t>users",result</a:t>
            </a:r>
            <a:r>
              <a:rPr lang="en-US" altLang="zh-TW" dirty="0"/>
              <a:t>);</a:t>
            </a:r>
          </a:p>
          <a:p>
            <a:r>
              <a:rPr lang="en-US" altLang="zh-TW" dirty="0"/>
              <a:t>   }</a:t>
            </a:r>
          </a:p>
          <a:p>
            <a:r>
              <a:rPr lang="en-US" altLang="zh-TW" dirty="0"/>
              <a:t>   function start(){</a:t>
            </a:r>
          </a:p>
          <a:p>
            <a:r>
              <a:rPr lang="en-US" altLang="zh-TW" dirty="0"/>
              <a:t>	   $("button").click(</a:t>
            </a:r>
            <a:r>
              <a:rPr lang="en-US" altLang="zh-TW" dirty="0" err="1"/>
              <a:t>jqGet</a:t>
            </a:r>
            <a:r>
              <a:rPr lang="en-US" altLang="zh-TW" dirty="0"/>
              <a:t>);</a:t>
            </a:r>
          </a:p>
          <a:p>
            <a:r>
              <a:rPr lang="en-US" altLang="zh-TW" dirty="0"/>
              <a:t>   }</a:t>
            </a:r>
          </a:p>
          <a:p>
            <a:r>
              <a:rPr lang="en-US" altLang="zh-TW" dirty="0"/>
              <a:t>   $(document).ready(start);</a:t>
            </a:r>
          </a:p>
          <a:p>
            <a:r>
              <a:rPr lang="en-US" altLang="zh-TW" dirty="0"/>
              <a:t>&lt;/script&gt;</a:t>
            </a:r>
            <a:endParaRPr lang="zh-TW" altLang="en-US" dirty="0"/>
          </a:p>
        </p:txBody>
      </p:sp>
      <p:sp>
        <p:nvSpPr>
          <p:cNvPr id="4" name="投影片編號版面配置區 3"/>
          <p:cNvSpPr>
            <a:spLocks noGrp="1"/>
          </p:cNvSpPr>
          <p:nvPr>
            <p:ph type="sldNum" sz="quarter" idx="10"/>
          </p:nvPr>
        </p:nvSpPr>
        <p:spPr/>
        <p:txBody>
          <a:bodyPr/>
          <a:lstStyle/>
          <a:p>
            <a:pPr>
              <a:defRPr/>
            </a:pPr>
            <a:fld id="{D715DAB4-2617-344A-8A4E-35068C8BFF94}" type="slidenum">
              <a:rPr lang="en-US" altLang="zh-TW" smtClean="0"/>
              <a:pPr>
                <a:defRPr/>
              </a:pPr>
              <a:t>128</a:t>
            </a:fld>
            <a:endParaRPr lang="en-US" altLang="zh-TW"/>
          </a:p>
        </p:txBody>
      </p:sp>
    </p:spTree>
    <p:extLst>
      <p:ext uri="{BB962C8B-B14F-4D97-AF65-F5344CB8AC3E}">
        <p14:creationId xmlns:p14="http://schemas.microsoft.com/office/powerpoint/2010/main" val="255001498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313" name="Slide Image Placeholder 1"/>
          <p:cNvSpPr>
            <a:spLocks noGrp="1" noRot="1" noChangeAspect="1"/>
          </p:cNvSpPr>
          <p:nvPr>
            <p:ph type="sldImg"/>
          </p:nvPr>
        </p:nvSpPr>
        <p:spPr bwMode="auto">
          <a:xfrm>
            <a:off x="4325938" y="73025"/>
            <a:ext cx="2466975" cy="1851025"/>
          </a:xfrm>
          <a:noFill/>
          <a:ln>
            <a:solidFill>
              <a:srgbClr val="000000"/>
            </a:solidFill>
            <a:miter lim="800000"/>
            <a:headEnd/>
            <a:tailEnd/>
          </a:ln>
        </p:spPr>
      </p:sp>
      <p:sp>
        <p:nvSpPr>
          <p:cNvPr id="269314" name="Notes Placeholder 2"/>
          <p:cNvSpPr>
            <a:spLocks noGrp="1"/>
          </p:cNvSpPr>
          <p:nvPr>
            <p:ph type="body" idx="1"/>
          </p:nvPr>
        </p:nvSpPr>
        <p:spPr bwMode="auto">
          <a:noFill/>
        </p:spPr>
        <p:txBody>
          <a:bodyPr wrap="square" numCol="1" anchor="t" anchorCtr="0" compatLnSpc="1">
            <a:prstTxWarp prst="textNoShape">
              <a:avLst/>
            </a:prstTxWarp>
          </a:bodyPr>
          <a:lstStyle/>
          <a:p>
            <a:pPr marL="342900" indent="-342900" eaLnBrk="1" hangingPunct="1">
              <a:lnSpc>
                <a:spcPct val="115000"/>
              </a:lnSpc>
              <a:spcBef>
                <a:spcPct val="0"/>
              </a:spcBef>
              <a:spcAft>
                <a:spcPts val="1000"/>
              </a:spcAft>
            </a:pPr>
            <a:r>
              <a:rPr lang="en-US" altLang="zh-TW" sz="1000" dirty="0">
                <a:solidFill>
                  <a:srgbClr val="000000"/>
                </a:solidFill>
                <a:latin typeface="Arial" charset="0"/>
                <a:ea typeface="Times New Roman" pitchFamily="18" charset="0"/>
                <a:cs typeface="Segoe UI" pitchFamily="34" charset="0"/>
              </a:rPr>
              <a:t>	at the start of the code contains the information about each of the conference sessions (in a later lab, students will retrieve this information from a web server rather than using a hard-coded list of sessions in an array).</a:t>
            </a:r>
            <a:endParaRPr lang="en-US" altLang="zh-TW" sz="1000" dirty="0">
              <a:solidFill>
                <a:srgbClr val="000000"/>
              </a:solidFill>
              <a:latin typeface="Arial" charset="0"/>
              <a:cs typeface="Times New Roman" pitchFamily="18" charset="0"/>
            </a:endParaRPr>
          </a:p>
          <a:p>
            <a:pPr marL="342900" indent="-342900" eaLnBrk="1" hangingPunct="1">
              <a:lnSpc>
                <a:spcPct val="115000"/>
              </a:lnSpc>
              <a:spcBef>
                <a:spcPct val="0"/>
              </a:spcBef>
              <a:spcAft>
                <a:spcPts val="1000"/>
              </a:spcAft>
              <a:buFont typeface="Calibri" pitchFamily="34" charset="0"/>
              <a:buAutoNum type="arabicPeriod" startAt="9"/>
            </a:pPr>
            <a:r>
              <a:rPr lang="en-US" altLang="zh-TW" sz="1000" dirty="0">
                <a:solidFill>
                  <a:srgbClr val="000000"/>
                </a:solidFill>
                <a:latin typeface="Arial" charset="0"/>
                <a:ea typeface="Times New Roman" pitchFamily="18" charset="0"/>
                <a:cs typeface="Segoe UI" pitchFamily="34" charset="0"/>
              </a:rPr>
              <a:t>Near the end of the file, highlight the </a:t>
            </a:r>
            <a:r>
              <a:rPr lang="en-US" altLang="zh-TW" sz="1000" b="1" dirty="0" err="1">
                <a:solidFill>
                  <a:srgbClr val="000000"/>
                </a:solidFill>
                <a:latin typeface="Arial" charset="0"/>
                <a:ea typeface="Times New Roman" pitchFamily="18" charset="0"/>
                <a:cs typeface="Segoe UI" pitchFamily="34" charset="0"/>
              </a:rPr>
              <a:t>displaySchedule</a:t>
            </a:r>
            <a:r>
              <a:rPr lang="en-US" altLang="zh-TW" sz="1000" b="1" dirty="0">
                <a:solidFill>
                  <a:srgbClr val="000000"/>
                </a:solidFill>
                <a:latin typeface="Arial" charset="0"/>
                <a:ea typeface="Times New Roman" pitchFamily="18" charset="0"/>
                <a:cs typeface="Segoe UI" pitchFamily="34" charset="0"/>
              </a:rPr>
              <a:t>()</a:t>
            </a:r>
            <a:r>
              <a:rPr lang="en-US" altLang="zh-TW" sz="1000" dirty="0">
                <a:solidFill>
                  <a:srgbClr val="000000"/>
                </a:solidFill>
                <a:latin typeface="Arial" charset="0"/>
                <a:cs typeface="Times New Roman" pitchFamily="18" charset="0"/>
              </a:rPr>
              <a:t> function. This function contains the JavaScript code that students will write to populate the </a:t>
            </a:r>
            <a:r>
              <a:rPr lang="en-US" altLang="zh-TW" sz="1000" b="1" dirty="0">
                <a:solidFill>
                  <a:srgbClr val="000000"/>
                </a:solidFill>
                <a:latin typeface="Arial" charset="0"/>
                <a:cs typeface="Times New Roman" pitchFamily="18" charset="0"/>
              </a:rPr>
              <a:t>schedule</a:t>
            </a:r>
            <a:r>
              <a:rPr lang="en-US" altLang="zh-TW" sz="1000" dirty="0">
                <a:solidFill>
                  <a:srgbClr val="000000"/>
                </a:solidFill>
                <a:latin typeface="Arial" charset="0"/>
                <a:cs typeface="Times New Roman" pitchFamily="18" charset="0"/>
              </a:rPr>
              <a:t> list on the page with the information about sessions from the </a:t>
            </a:r>
            <a:r>
              <a:rPr lang="en-US" altLang="zh-TW" sz="1000" b="1" dirty="0">
                <a:solidFill>
                  <a:srgbClr val="000000"/>
                </a:solidFill>
                <a:latin typeface="Arial" charset="0"/>
                <a:cs typeface="Times New Roman" pitchFamily="18" charset="0"/>
              </a:rPr>
              <a:t>schedule</a:t>
            </a:r>
            <a:r>
              <a:rPr lang="en-US" altLang="zh-TW" sz="1000" dirty="0">
                <a:solidFill>
                  <a:srgbClr val="000000"/>
                </a:solidFill>
                <a:latin typeface="Arial" charset="0"/>
                <a:cs typeface="Times New Roman" pitchFamily="18" charset="0"/>
              </a:rPr>
              <a:t> array. Point out that this function filters the list of sessions according to whether the user has selected the </a:t>
            </a:r>
            <a:r>
              <a:rPr lang="en-US" altLang="zh-TW" sz="1000" b="1" dirty="0">
                <a:solidFill>
                  <a:srgbClr val="000000"/>
                </a:solidFill>
                <a:latin typeface="Arial" charset="0"/>
                <a:cs typeface="Times New Roman" pitchFamily="18" charset="0"/>
              </a:rPr>
              <a:t>track1CheckBox</a:t>
            </a:r>
            <a:r>
              <a:rPr lang="en-US" altLang="zh-TW" sz="1000" dirty="0">
                <a:solidFill>
                  <a:srgbClr val="000000"/>
                </a:solidFill>
                <a:latin typeface="Arial" charset="0"/>
                <a:cs typeface="Times New Roman" pitchFamily="18" charset="0"/>
              </a:rPr>
              <a:t> and </a:t>
            </a:r>
            <a:r>
              <a:rPr lang="en-US" altLang="zh-TW" sz="1000" b="1" dirty="0">
                <a:solidFill>
                  <a:srgbClr val="000000"/>
                </a:solidFill>
                <a:latin typeface="Arial" charset="0"/>
                <a:cs typeface="Times New Roman" pitchFamily="18" charset="0"/>
              </a:rPr>
              <a:t>track2CheckBox</a:t>
            </a:r>
            <a:r>
              <a:rPr lang="en-US" altLang="zh-TW" sz="1000" dirty="0">
                <a:solidFill>
                  <a:srgbClr val="000000"/>
                </a:solidFill>
                <a:latin typeface="Arial" charset="0"/>
                <a:cs typeface="Times New Roman" pitchFamily="18" charset="0"/>
              </a:rPr>
              <a:t> elements on the web page.</a:t>
            </a:r>
          </a:p>
          <a:p>
            <a:pPr marL="342900" indent="-342900" eaLnBrk="1" hangingPunct="1">
              <a:lnSpc>
                <a:spcPct val="115000"/>
              </a:lnSpc>
              <a:spcBef>
                <a:spcPct val="0"/>
              </a:spcBef>
              <a:spcAft>
                <a:spcPts val="1000"/>
              </a:spcAft>
              <a:buFont typeface="Calibri" pitchFamily="34" charset="0"/>
              <a:buAutoNum type="arabicPeriod" startAt="9"/>
            </a:pPr>
            <a:r>
              <a:rPr lang="en-US" altLang="zh-TW" sz="1000" dirty="0">
                <a:solidFill>
                  <a:srgbClr val="000000"/>
                </a:solidFill>
                <a:latin typeface="Arial" charset="0"/>
                <a:cs typeface="Times New Roman" pitchFamily="18" charset="0"/>
              </a:rPr>
              <a:t>On the </a:t>
            </a:r>
            <a:r>
              <a:rPr lang="en-US" altLang="zh-TW" sz="1000" b="1" dirty="0">
                <a:solidFill>
                  <a:srgbClr val="000000"/>
                </a:solidFill>
                <a:latin typeface="Arial" charset="0"/>
                <a:cs typeface="Times New Roman" pitchFamily="18" charset="0"/>
              </a:rPr>
              <a:t>Debug</a:t>
            </a:r>
            <a:r>
              <a:rPr lang="en-US" altLang="zh-TW" sz="1000" dirty="0">
                <a:solidFill>
                  <a:srgbClr val="000000"/>
                </a:solidFill>
                <a:latin typeface="Arial" charset="0"/>
                <a:cs typeface="Times New Roman" pitchFamily="18" charset="0"/>
              </a:rPr>
              <a:t> menu, click </a:t>
            </a:r>
            <a:r>
              <a:rPr lang="en-US" altLang="zh-TW" sz="1000" b="1" dirty="0">
                <a:solidFill>
                  <a:srgbClr val="000000"/>
                </a:solidFill>
                <a:latin typeface="Arial" charset="0"/>
                <a:cs typeface="Times New Roman" pitchFamily="18" charset="0"/>
              </a:rPr>
              <a:t>Start Without Debugging</a:t>
            </a:r>
            <a:r>
              <a:rPr lang="en-US" altLang="zh-TW" sz="1000" dirty="0">
                <a:solidFill>
                  <a:srgbClr val="000000"/>
                </a:solidFill>
                <a:latin typeface="Arial" charset="0"/>
                <a:cs typeface="Times New Roman" pitchFamily="18" charset="0"/>
              </a:rPr>
              <a:t>.</a:t>
            </a:r>
          </a:p>
          <a:p>
            <a:pPr marL="342900" indent="-342900" eaLnBrk="1" hangingPunct="1">
              <a:lnSpc>
                <a:spcPct val="115000"/>
              </a:lnSpc>
              <a:spcBef>
                <a:spcPct val="0"/>
              </a:spcBef>
              <a:spcAft>
                <a:spcPts val="1000"/>
              </a:spcAft>
            </a:pPr>
            <a:r>
              <a:rPr lang="en-US" altLang="zh-TW" sz="1000" b="1" dirty="0">
                <a:solidFill>
                  <a:srgbClr val="000000"/>
                </a:solidFill>
                <a:latin typeface="Arial" charset="0"/>
              </a:rPr>
              <a:t>Note: </a:t>
            </a:r>
            <a:r>
              <a:rPr lang="en-US" altLang="zh-TW" sz="1000" dirty="0">
                <a:solidFill>
                  <a:srgbClr val="000000"/>
                </a:solidFill>
                <a:latin typeface="Arial" charset="0"/>
              </a:rPr>
              <a:t>If the message </a:t>
            </a:r>
            <a:r>
              <a:rPr lang="en-US" altLang="zh-TW" sz="1000" b="1" dirty="0">
                <a:solidFill>
                  <a:srgbClr val="000000"/>
                </a:solidFill>
                <a:latin typeface="Arial" charset="0"/>
              </a:rPr>
              <a:t>Intranet settings are turned off by default</a:t>
            </a:r>
            <a:r>
              <a:rPr lang="en-US" altLang="zh-TW" sz="1000" dirty="0">
                <a:solidFill>
                  <a:srgbClr val="000000"/>
                </a:solidFill>
                <a:latin typeface="Arial" charset="0"/>
              </a:rPr>
              <a:t> appears, click </a:t>
            </a:r>
            <a:r>
              <a:rPr lang="en-US" altLang="zh-TW" sz="1000" b="1" dirty="0">
                <a:solidFill>
                  <a:srgbClr val="000000"/>
                </a:solidFill>
                <a:latin typeface="Arial" charset="0"/>
              </a:rPr>
              <a:t>Don’t show this message</a:t>
            </a:r>
            <a:r>
              <a:rPr lang="en-US" altLang="zh-TW" sz="1000" dirty="0">
                <a:solidFill>
                  <a:srgbClr val="000000"/>
                </a:solidFill>
                <a:latin typeface="Arial" charset="0"/>
              </a:rPr>
              <a:t> again. </a:t>
            </a:r>
          </a:p>
          <a:p>
            <a:pPr marL="342900" indent="-342900" eaLnBrk="1" hangingPunct="1">
              <a:lnSpc>
                <a:spcPct val="115000"/>
              </a:lnSpc>
              <a:spcBef>
                <a:spcPct val="0"/>
              </a:spcBef>
              <a:spcAft>
                <a:spcPts val="1000"/>
              </a:spcAft>
              <a:buFont typeface="Calibri" pitchFamily="34" charset="0"/>
              <a:buAutoNum type="arabicPeriod" startAt="11"/>
            </a:pPr>
            <a:r>
              <a:rPr lang="en-US" altLang="zh-TW" sz="1000" dirty="0">
                <a:solidFill>
                  <a:srgbClr val="000000"/>
                </a:solidFill>
                <a:latin typeface="Arial" charset="0"/>
              </a:rPr>
              <a:t>In Internet Explorer displaying the Home page, in the navigation bar, click </a:t>
            </a:r>
            <a:r>
              <a:rPr lang="en-US" altLang="zh-TW" sz="1000" b="1" dirty="0">
                <a:solidFill>
                  <a:srgbClr val="000000"/>
                </a:solidFill>
                <a:latin typeface="Arial" charset="0"/>
              </a:rPr>
              <a:t>Schedule</a:t>
            </a:r>
            <a:r>
              <a:rPr lang="en-US" altLang="zh-TW" sz="1000" dirty="0">
                <a:solidFill>
                  <a:srgbClr val="000000"/>
                </a:solidFill>
                <a:latin typeface="Arial" charset="0"/>
              </a:rPr>
              <a:t>. Point out that both check boxes are selected by default, and that all sessions appear in the list on the page.</a:t>
            </a:r>
          </a:p>
          <a:p>
            <a:pPr marL="342900" indent="-342900" eaLnBrk="1" hangingPunct="1">
              <a:lnSpc>
                <a:spcPct val="115000"/>
              </a:lnSpc>
              <a:spcBef>
                <a:spcPct val="0"/>
              </a:spcBef>
              <a:spcAft>
                <a:spcPts val="1000"/>
              </a:spcAft>
              <a:buFont typeface="Calibri" pitchFamily="34" charset="0"/>
              <a:buAutoNum type="arabicPeriod" startAt="11"/>
            </a:pPr>
            <a:r>
              <a:rPr lang="en-US" altLang="zh-TW" sz="1000" dirty="0">
                <a:solidFill>
                  <a:srgbClr val="000000"/>
                </a:solidFill>
                <a:latin typeface="Arial" charset="0"/>
              </a:rPr>
              <a:t>Clear the </a:t>
            </a:r>
            <a:r>
              <a:rPr lang="en-US" altLang="zh-TW" sz="1000" b="1" dirty="0">
                <a:solidFill>
                  <a:srgbClr val="000000"/>
                </a:solidFill>
                <a:latin typeface="Arial" charset="0"/>
              </a:rPr>
              <a:t>Track 1 </a:t>
            </a:r>
            <a:r>
              <a:rPr lang="en-US" altLang="zh-TW" sz="1000" dirty="0">
                <a:solidFill>
                  <a:srgbClr val="000000"/>
                </a:solidFill>
                <a:latin typeface="Arial" charset="0"/>
              </a:rPr>
              <a:t>check box; the list now displays the sessions for </a:t>
            </a:r>
            <a:r>
              <a:rPr lang="en-US" altLang="zh-TW" sz="1000" b="1" dirty="0">
                <a:solidFill>
                  <a:srgbClr val="000000"/>
                </a:solidFill>
                <a:latin typeface="Arial" charset="0"/>
              </a:rPr>
              <a:t>Track 2</a:t>
            </a:r>
            <a:r>
              <a:rPr lang="en-US" altLang="zh-TW" sz="1000" dirty="0">
                <a:solidFill>
                  <a:srgbClr val="000000"/>
                </a:solidFill>
                <a:latin typeface="Arial" charset="0"/>
              </a:rPr>
              <a:t> only.</a:t>
            </a:r>
          </a:p>
          <a:p>
            <a:pPr marL="342900" indent="-342900" eaLnBrk="1" hangingPunct="1">
              <a:lnSpc>
                <a:spcPct val="115000"/>
              </a:lnSpc>
              <a:spcBef>
                <a:spcPct val="0"/>
              </a:spcBef>
              <a:spcAft>
                <a:spcPts val="1000"/>
              </a:spcAft>
              <a:buFont typeface="Calibri" pitchFamily="34" charset="0"/>
              <a:buAutoNum type="arabicPeriod" startAt="11"/>
            </a:pPr>
            <a:r>
              <a:rPr lang="en-US" altLang="zh-TW" sz="1000" dirty="0">
                <a:solidFill>
                  <a:srgbClr val="000000"/>
                </a:solidFill>
                <a:latin typeface="Arial" charset="0"/>
              </a:rPr>
              <a:t>Clear the </a:t>
            </a:r>
            <a:r>
              <a:rPr lang="en-US" altLang="zh-TW" sz="1000" b="1" dirty="0">
                <a:solidFill>
                  <a:srgbClr val="000000"/>
                </a:solidFill>
                <a:latin typeface="Arial" charset="0"/>
              </a:rPr>
              <a:t>Track 2 </a:t>
            </a:r>
            <a:r>
              <a:rPr lang="en-US" altLang="zh-TW" sz="1000" dirty="0">
                <a:solidFill>
                  <a:srgbClr val="000000"/>
                </a:solidFill>
                <a:latin typeface="Arial" charset="0"/>
              </a:rPr>
              <a:t>check box; the list is now empty because neither </a:t>
            </a:r>
            <a:r>
              <a:rPr lang="en-US" altLang="zh-TW" sz="1000" b="1" dirty="0">
                <a:solidFill>
                  <a:srgbClr val="000000"/>
                </a:solidFill>
                <a:latin typeface="Arial" charset="0"/>
              </a:rPr>
              <a:t>Track 1</a:t>
            </a:r>
            <a:r>
              <a:rPr lang="en-US" altLang="zh-TW" sz="1000" dirty="0">
                <a:solidFill>
                  <a:srgbClr val="000000"/>
                </a:solidFill>
                <a:latin typeface="Arial" charset="0"/>
              </a:rPr>
              <a:t> or </a:t>
            </a:r>
            <a:r>
              <a:rPr lang="en-US" altLang="zh-TW" sz="1000" b="1" dirty="0">
                <a:solidFill>
                  <a:srgbClr val="000000"/>
                </a:solidFill>
                <a:latin typeface="Arial" charset="0"/>
              </a:rPr>
              <a:t>Track 2</a:t>
            </a:r>
            <a:r>
              <a:rPr lang="en-US" altLang="zh-TW" sz="1000" dirty="0">
                <a:solidFill>
                  <a:srgbClr val="000000"/>
                </a:solidFill>
                <a:latin typeface="Arial" charset="0"/>
              </a:rPr>
              <a:t> are selected.</a:t>
            </a:r>
          </a:p>
          <a:p>
            <a:pPr marL="342900" indent="-342900" eaLnBrk="1" hangingPunct="1">
              <a:lnSpc>
                <a:spcPct val="115000"/>
              </a:lnSpc>
              <a:spcBef>
                <a:spcPct val="0"/>
              </a:spcBef>
              <a:spcAft>
                <a:spcPts val="1000"/>
              </a:spcAft>
              <a:buFont typeface="Calibri" pitchFamily="34" charset="0"/>
              <a:buAutoNum type="arabicPeriod" startAt="11"/>
            </a:pPr>
            <a:r>
              <a:rPr lang="en-US" altLang="zh-TW" sz="1000" dirty="0">
                <a:solidFill>
                  <a:srgbClr val="000000"/>
                </a:solidFill>
                <a:latin typeface="Arial" charset="0"/>
              </a:rPr>
              <a:t>Select the </a:t>
            </a:r>
            <a:r>
              <a:rPr lang="en-US" altLang="zh-TW" sz="1000" b="1" dirty="0">
                <a:solidFill>
                  <a:srgbClr val="000000"/>
                </a:solidFill>
                <a:latin typeface="Arial" charset="0"/>
              </a:rPr>
              <a:t>Track 1</a:t>
            </a:r>
            <a:r>
              <a:rPr lang="en-US" altLang="zh-TW" sz="1000" dirty="0">
                <a:solidFill>
                  <a:srgbClr val="000000"/>
                </a:solidFill>
                <a:latin typeface="Arial" charset="0"/>
              </a:rPr>
              <a:t> check box; the list now displays the sessions for </a:t>
            </a:r>
            <a:r>
              <a:rPr lang="en-US" altLang="zh-TW" sz="1000" b="1" dirty="0">
                <a:solidFill>
                  <a:srgbClr val="000000"/>
                </a:solidFill>
                <a:latin typeface="Arial" charset="0"/>
              </a:rPr>
              <a:t>Track 1</a:t>
            </a:r>
            <a:r>
              <a:rPr lang="en-US" altLang="zh-TW" sz="1000" dirty="0">
                <a:solidFill>
                  <a:srgbClr val="000000"/>
                </a:solidFill>
                <a:latin typeface="Arial" charset="0"/>
              </a:rPr>
              <a:t>. Mention that some sessions, such as Registration, are part of both tracks and always appear regardless of which track the user selects.</a:t>
            </a:r>
          </a:p>
          <a:p>
            <a:pPr marL="342900" indent="-342900" eaLnBrk="1" hangingPunct="1">
              <a:lnSpc>
                <a:spcPct val="115000"/>
              </a:lnSpc>
              <a:spcBef>
                <a:spcPct val="0"/>
              </a:spcBef>
              <a:spcAft>
                <a:spcPts val="1000"/>
              </a:spcAft>
              <a:buFont typeface="Calibri" pitchFamily="34" charset="0"/>
              <a:buAutoNum type="arabicPeriod" startAt="11"/>
            </a:pPr>
            <a:r>
              <a:rPr lang="en-US" altLang="zh-TW" sz="1000" dirty="0">
                <a:solidFill>
                  <a:srgbClr val="000000"/>
                </a:solidFill>
                <a:latin typeface="Arial" charset="0"/>
              </a:rPr>
              <a:t>Close Internet Explorer.</a:t>
            </a:r>
          </a:p>
        </p:txBody>
      </p:sp>
      <p:sp>
        <p:nvSpPr>
          <p:cNvPr id="86019"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E4EE5A1E-CFF5-462C-868B-0876433A2329}" type="slidenum">
              <a:rPr lang="en-US" altLang="zh-TW"/>
              <a:pPr fontAlgn="base">
                <a:spcBef>
                  <a:spcPct val="0"/>
                </a:spcBef>
                <a:spcAft>
                  <a:spcPct val="0"/>
                </a:spcAft>
                <a:defRPr/>
              </a:pPr>
              <a:t>130</a:t>
            </a:fld>
            <a:endParaRPr lang="en-US" altLang="zh-TW"/>
          </a:p>
        </p:txBody>
      </p:sp>
      <p:sp>
        <p:nvSpPr>
          <p:cNvPr id="269316" name="TextBox 4"/>
          <p:cNvSpPr txBox="1">
            <a:spLocks noChangeArrowheads="1"/>
          </p:cNvSpPr>
          <p:nvPr/>
        </p:nvSpPr>
        <p:spPr bwMode="auto">
          <a:xfrm>
            <a:off x="0" y="8890000"/>
            <a:ext cx="1871663" cy="246063"/>
          </a:xfrm>
          <a:prstGeom prst="rect">
            <a:avLst/>
          </a:prstGeom>
          <a:noFill/>
          <a:ln w="9525">
            <a:noFill/>
            <a:miter lim="800000"/>
            <a:headEnd/>
            <a:tailEnd/>
          </a:ln>
        </p:spPr>
        <p:txBody>
          <a:bodyPr wrap="none">
            <a:spAutoFit/>
          </a:bodyPr>
          <a:lstStyle/>
          <a:p>
            <a:r>
              <a:rPr kumimoji="0" lang="en-GB" altLang="zh-TW" sz="1000"/>
              <a:t>(More notes on the next slide)</a:t>
            </a:r>
            <a:endParaRPr kumimoji="0" lang="en-US" altLang="zh-TW" sz="1000"/>
          </a:p>
        </p:txBody>
      </p:sp>
      <p:sp>
        <p:nvSpPr>
          <p:cNvPr id="6" name="Rectangle 5"/>
          <p:cNvSpPr/>
          <p:nvPr/>
        </p:nvSpPr>
        <p:spPr>
          <a:xfrm>
            <a:off x="0" y="0"/>
            <a:ext cx="3038475" cy="222250"/>
          </a:xfrm>
          <a:prstGeom prst="rect">
            <a:avLst/>
          </a:prstGeom>
          <a:no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kumimoji="0" lang="en-US" sz="1200" b="1" dirty="0">
                <a:solidFill>
                  <a:srgbClr val="000000"/>
                </a:solidFill>
                <a:latin typeface="Arial"/>
              </a:rPr>
              <a:t>20480B</a:t>
            </a:r>
          </a:p>
        </p:txBody>
      </p:sp>
      <p:sp>
        <p:nvSpPr>
          <p:cNvPr id="7" name="Rectangle 6"/>
          <p:cNvSpPr/>
          <p:nvPr/>
        </p:nvSpPr>
        <p:spPr>
          <a:xfrm>
            <a:off x="0" y="238125"/>
            <a:ext cx="3038475" cy="347663"/>
          </a:xfrm>
          <a:prstGeom prst="rect">
            <a:avLst/>
          </a:prstGeom>
          <a:no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kumimoji="0" lang="en-US" sz="1200" b="1" dirty="0">
                <a:solidFill>
                  <a:srgbClr val="336699"/>
                </a:solidFill>
                <a:latin typeface="Arial"/>
              </a:rPr>
              <a:t>3: Introduction to JavaScript</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&lt;script&gt;</a:t>
            </a:r>
          </a:p>
          <a:p>
            <a:r>
              <a:rPr lang="en-US" altLang="zh-TW" dirty="0"/>
              <a:t>   function result(</a:t>
            </a:r>
            <a:r>
              <a:rPr lang="en-US" altLang="zh-TW" dirty="0" err="1"/>
              <a:t>data,status</a:t>
            </a:r>
            <a:r>
              <a:rPr lang="en-US" altLang="zh-TW" dirty="0"/>
              <a:t>){</a:t>
            </a:r>
          </a:p>
          <a:p>
            <a:r>
              <a:rPr lang="en-US" altLang="zh-TW" dirty="0"/>
              <a:t>	  alert(status);</a:t>
            </a:r>
          </a:p>
          <a:p>
            <a:r>
              <a:rPr lang="en-US" altLang="zh-TW" dirty="0"/>
              <a:t>	  </a:t>
            </a:r>
            <a:r>
              <a:rPr lang="en-US" altLang="zh-TW" dirty="0" err="1"/>
              <a:t>var</a:t>
            </a:r>
            <a:r>
              <a:rPr lang="en-US" altLang="zh-TW" dirty="0"/>
              <a:t> </a:t>
            </a:r>
            <a:r>
              <a:rPr lang="en-US" altLang="zh-TW" dirty="0" err="1"/>
              <a:t>str</a:t>
            </a:r>
            <a:r>
              <a:rPr lang="en-US" altLang="zh-TW" dirty="0"/>
              <a:t>=</a:t>
            </a:r>
            <a:r>
              <a:rPr lang="en-US" altLang="zh-TW" dirty="0" err="1"/>
              <a:t>JSON.stringify</a:t>
            </a:r>
            <a:r>
              <a:rPr lang="en-US" altLang="zh-TW" dirty="0"/>
              <a:t>(data);</a:t>
            </a:r>
          </a:p>
          <a:p>
            <a:r>
              <a:rPr lang="en-US" altLang="zh-TW" dirty="0"/>
              <a:t>	  </a:t>
            </a:r>
            <a:r>
              <a:rPr lang="en-US" altLang="zh-TW" dirty="0" err="1"/>
              <a:t>str</a:t>
            </a:r>
            <a:r>
              <a:rPr lang="en-US" altLang="zh-TW" dirty="0"/>
              <a:t>="&lt;table width='60%' border='1'&gt;"     </a:t>
            </a:r>
          </a:p>
          <a:p>
            <a:r>
              <a:rPr lang="en-US" altLang="zh-TW" dirty="0"/>
              <a:t>	  </a:t>
            </a:r>
            <a:r>
              <a:rPr lang="en-US" altLang="zh-TW" dirty="0" err="1"/>
              <a:t>data.forEach</a:t>
            </a:r>
            <a:r>
              <a:rPr lang="en-US" altLang="zh-TW" dirty="0"/>
              <a:t>((item) =&gt; {</a:t>
            </a:r>
          </a:p>
          <a:p>
            <a:r>
              <a:rPr lang="en-US" altLang="zh-TW" dirty="0"/>
              <a:t>		    </a:t>
            </a:r>
            <a:r>
              <a:rPr lang="en-US" altLang="zh-TW" dirty="0" err="1"/>
              <a:t>str</a:t>
            </a:r>
            <a:r>
              <a:rPr lang="en-US" altLang="zh-TW" dirty="0"/>
              <a:t>+="&lt;</a:t>
            </a:r>
            <a:r>
              <a:rPr lang="en-US" altLang="zh-TW" dirty="0" err="1"/>
              <a:t>tr</a:t>
            </a:r>
            <a:r>
              <a:rPr lang="en-US" altLang="zh-TW" dirty="0"/>
              <a:t>&gt;&lt;td&gt;"+</a:t>
            </a:r>
          </a:p>
          <a:p>
            <a:r>
              <a:rPr lang="en-US" altLang="zh-TW" dirty="0"/>
              <a:t>	            item.id+"&lt;/td&gt;&lt;td&gt;"+item.name+"&lt;/td&gt;&lt;td&gt;"+</a:t>
            </a:r>
            <a:r>
              <a:rPr lang="en-US" altLang="zh-TW" dirty="0" err="1"/>
              <a:t>item.email</a:t>
            </a:r>
            <a:endParaRPr lang="en-US" altLang="zh-TW" dirty="0"/>
          </a:p>
          <a:p>
            <a:r>
              <a:rPr lang="en-US" altLang="zh-TW" dirty="0"/>
              <a:t>	         +"&lt;/td&gt;&lt;/</a:t>
            </a:r>
            <a:r>
              <a:rPr lang="en-US" altLang="zh-TW" dirty="0" err="1"/>
              <a:t>tr</a:t>
            </a:r>
            <a:r>
              <a:rPr lang="en-US" altLang="zh-TW" dirty="0"/>
              <a:t>&gt;";</a:t>
            </a:r>
          </a:p>
          <a:p>
            <a:r>
              <a:rPr lang="en-US" altLang="zh-TW" dirty="0"/>
              <a:t>	  });</a:t>
            </a:r>
          </a:p>
          <a:p>
            <a:r>
              <a:rPr lang="en-US" altLang="zh-TW" dirty="0"/>
              <a:t>	  </a:t>
            </a:r>
            <a:r>
              <a:rPr lang="en-US" altLang="zh-TW" dirty="0" err="1"/>
              <a:t>str</a:t>
            </a:r>
            <a:r>
              <a:rPr lang="en-US" altLang="zh-TW" dirty="0"/>
              <a:t>+="&lt;/table&gt;"</a:t>
            </a:r>
          </a:p>
          <a:p>
            <a:r>
              <a:rPr lang="en-US" altLang="zh-TW" dirty="0"/>
              <a:t>	  $("#message").html(</a:t>
            </a:r>
            <a:r>
              <a:rPr lang="en-US" altLang="zh-TW" dirty="0" err="1"/>
              <a:t>str</a:t>
            </a:r>
            <a:r>
              <a:rPr lang="en-US" altLang="zh-TW" dirty="0"/>
              <a:t>);</a:t>
            </a:r>
          </a:p>
          <a:p>
            <a:r>
              <a:rPr lang="en-US" altLang="zh-TW" dirty="0"/>
              <a:t>   }</a:t>
            </a:r>
          </a:p>
          <a:p>
            <a:r>
              <a:rPr lang="en-US" altLang="zh-TW" dirty="0"/>
              <a:t>   function </a:t>
            </a:r>
            <a:r>
              <a:rPr lang="en-US" altLang="zh-TW" dirty="0" err="1"/>
              <a:t>jqGet</a:t>
            </a:r>
            <a:r>
              <a:rPr lang="en-US" altLang="zh-TW" dirty="0"/>
              <a:t>(){</a:t>
            </a:r>
          </a:p>
          <a:p>
            <a:r>
              <a:rPr lang="en-US" altLang="zh-TW" dirty="0"/>
              <a:t>	   $.get("http://localhost:8080/mvrscrud20230428/</a:t>
            </a:r>
            <a:r>
              <a:rPr lang="en-US" altLang="zh-TW" dirty="0" err="1"/>
              <a:t>api</a:t>
            </a:r>
            <a:r>
              <a:rPr lang="en-US" altLang="zh-TW" dirty="0"/>
              <a:t>/</a:t>
            </a:r>
            <a:r>
              <a:rPr lang="en-US" altLang="zh-TW" dirty="0" err="1"/>
              <a:t>users",result</a:t>
            </a:r>
            <a:r>
              <a:rPr lang="en-US" altLang="zh-TW" dirty="0"/>
              <a:t>);</a:t>
            </a:r>
          </a:p>
          <a:p>
            <a:r>
              <a:rPr lang="en-US" altLang="zh-TW" dirty="0"/>
              <a:t>   }</a:t>
            </a:r>
          </a:p>
          <a:p>
            <a:r>
              <a:rPr lang="en-US" altLang="zh-TW" dirty="0"/>
              <a:t>   function start(){</a:t>
            </a:r>
          </a:p>
          <a:p>
            <a:r>
              <a:rPr lang="en-US" altLang="zh-TW" dirty="0"/>
              <a:t>	   $("button").click(</a:t>
            </a:r>
            <a:r>
              <a:rPr lang="en-US" altLang="zh-TW" dirty="0" err="1"/>
              <a:t>jqGet</a:t>
            </a:r>
            <a:r>
              <a:rPr lang="en-US" altLang="zh-TW" dirty="0"/>
              <a:t>);</a:t>
            </a:r>
          </a:p>
          <a:p>
            <a:r>
              <a:rPr lang="en-US" altLang="zh-TW" dirty="0"/>
              <a:t>   }</a:t>
            </a:r>
          </a:p>
          <a:p>
            <a:r>
              <a:rPr lang="en-US" altLang="zh-TW" dirty="0"/>
              <a:t>   $(document).ready(start);</a:t>
            </a:r>
          </a:p>
          <a:p>
            <a:r>
              <a:rPr lang="en-US" altLang="zh-TW" dirty="0"/>
              <a:t>&lt;/script&gt;</a:t>
            </a:r>
            <a:endParaRPr lang="zh-TW" altLang="en-US" dirty="0"/>
          </a:p>
        </p:txBody>
      </p:sp>
      <p:sp>
        <p:nvSpPr>
          <p:cNvPr id="4" name="投影片編號版面配置區 3"/>
          <p:cNvSpPr>
            <a:spLocks noGrp="1"/>
          </p:cNvSpPr>
          <p:nvPr>
            <p:ph type="sldNum" sz="quarter" idx="10"/>
          </p:nvPr>
        </p:nvSpPr>
        <p:spPr/>
        <p:txBody>
          <a:bodyPr/>
          <a:lstStyle/>
          <a:p>
            <a:pPr>
              <a:defRPr/>
            </a:pPr>
            <a:fld id="{D715DAB4-2617-344A-8A4E-35068C8BFF94}" type="slidenum">
              <a:rPr lang="en-US" altLang="zh-TW" smtClean="0"/>
              <a:pPr>
                <a:defRPr/>
              </a:pPr>
              <a:t>131</a:t>
            </a:fld>
            <a:endParaRPr lang="en-US" altLang="zh-TW"/>
          </a:p>
        </p:txBody>
      </p:sp>
    </p:spTree>
    <p:extLst>
      <p:ext uri="{BB962C8B-B14F-4D97-AF65-F5344CB8AC3E}">
        <p14:creationId xmlns:p14="http://schemas.microsoft.com/office/powerpoint/2010/main" val="33086764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&lt;!DOCTYPE html&gt;</a:t>
            </a:r>
          </a:p>
          <a:p>
            <a:r>
              <a:rPr lang="en-US" altLang="zh-TW" dirty="0"/>
              <a:t>&lt;html lang="</a:t>
            </a:r>
            <a:r>
              <a:rPr lang="en-US" altLang="zh-TW" dirty="0" err="1"/>
              <a:t>zh-tw</a:t>
            </a:r>
            <a:r>
              <a:rPr lang="en-US" altLang="zh-TW" dirty="0"/>
              <a:t>"&gt;</a:t>
            </a:r>
          </a:p>
          <a:p>
            <a:endParaRPr lang="en-US" altLang="zh-TW" dirty="0"/>
          </a:p>
          <a:p>
            <a:r>
              <a:rPr lang="en-US" altLang="zh-TW" dirty="0"/>
              <a:t>&lt;head&gt;</a:t>
            </a:r>
          </a:p>
          <a:p>
            <a:r>
              <a:rPr lang="en-US" altLang="zh-TW" dirty="0"/>
              <a:t>	&lt;title&gt;</a:t>
            </a:r>
            <a:r>
              <a:rPr lang="zh-TW" altLang="en-US" dirty="0"/>
              <a:t>空氣品質預報</a:t>
            </a:r>
            <a:r>
              <a:rPr lang="en-US" altLang="zh-TW" dirty="0"/>
              <a:t>&lt;/title&gt;</a:t>
            </a:r>
          </a:p>
          <a:p>
            <a:r>
              <a:rPr lang="en-US" altLang="zh-TW" dirty="0"/>
              <a:t>	&lt;meta name="viewport" content="width=device-width, initial-scale=1"&gt;</a:t>
            </a:r>
          </a:p>
          <a:p>
            <a:r>
              <a:rPr lang="en-US" altLang="zh-TW" dirty="0"/>
              <a:t>	&lt;meta charset="utf-8"&gt;</a:t>
            </a:r>
          </a:p>
          <a:p>
            <a:r>
              <a:rPr lang="en-US" altLang="zh-TW" dirty="0"/>
              <a:t>	&lt;script </a:t>
            </a:r>
            <a:r>
              <a:rPr lang="en-US" altLang="zh-TW" dirty="0" err="1"/>
              <a:t>src</a:t>
            </a:r>
            <a:r>
              <a:rPr lang="en-US" altLang="zh-TW" dirty="0"/>
              <a:t>="https://code.jquery.com/jquery-3.5.1.min.js"&gt;&lt;/script&gt;</a:t>
            </a:r>
          </a:p>
          <a:p>
            <a:r>
              <a:rPr lang="en-US" altLang="zh-TW" dirty="0"/>
              <a:t>	&lt;script&gt;</a:t>
            </a:r>
          </a:p>
          <a:p>
            <a:r>
              <a:rPr lang="en-US" altLang="zh-TW" dirty="0"/>
              <a:t>		$(function () {</a:t>
            </a:r>
          </a:p>
          <a:p>
            <a:r>
              <a:rPr lang="en-US" altLang="zh-TW" dirty="0"/>
              <a:t>			//var </a:t>
            </a:r>
            <a:r>
              <a:rPr lang="en-US" altLang="zh-TW" dirty="0" err="1"/>
              <a:t>dataUrl</a:t>
            </a:r>
            <a:r>
              <a:rPr lang="en-US" altLang="zh-TW" dirty="0"/>
              <a:t> = "https://data.moenv.gov.tw/</a:t>
            </a:r>
            <a:r>
              <a:rPr lang="en-US" altLang="zh-TW" dirty="0" err="1"/>
              <a:t>api</a:t>
            </a:r>
            <a:r>
              <a:rPr lang="en-US" altLang="zh-TW" dirty="0"/>
              <a:t>/v2/aqf_p_01?api_key=e8dd42e6-9b8b-43f8-991e-b3dee723a52d&amp;limit=10&amp;sort=publishtime%20desc&amp;format=</a:t>
            </a:r>
            <a:r>
              <a:rPr lang="en-US" altLang="zh-TW" dirty="0" err="1"/>
              <a:t>JSON&amp;callback</a:t>
            </a:r>
            <a:r>
              <a:rPr lang="en-US" altLang="zh-TW" dirty="0"/>
              <a:t>";</a:t>
            </a:r>
          </a:p>
          <a:p>
            <a:r>
              <a:rPr lang="en-US" altLang="zh-TW" dirty="0"/>
              <a:t>			</a:t>
            </a:r>
            <a:r>
              <a:rPr lang="en-US" altLang="zh-TW" dirty="0" err="1"/>
              <a:t>dataUrl</a:t>
            </a:r>
            <a:r>
              <a:rPr lang="en-US" altLang="zh-TW" dirty="0"/>
              <a:t> = "</a:t>
            </a:r>
            <a:r>
              <a:rPr lang="en-US" altLang="zh-TW" dirty="0" err="1"/>
              <a:t>air.json</a:t>
            </a:r>
            <a:r>
              <a:rPr lang="en-US" altLang="zh-TW" dirty="0"/>
              <a:t>";</a:t>
            </a:r>
          </a:p>
          <a:p>
            <a:r>
              <a:rPr lang="en-US" altLang="zh-TW" dirty="0"/>
              <a:t>			$("#forecast").on("click", function () {</a:t>
            </a:r>
          </a:p>
          <a:p>
            <a:r>
              <a:rPr lang="en-US" altLang="zh-TW" dirty="0"/>
              <a:t>				$.ajax({</a:t>
            </a:r>
          </a:p>
          <a:p>
            <a:r>
              <a:rPr lang="en-US" altLang="zh-TW" dirty="0"/>
              <a:t>					method: 'GET',</a:t>
            </a:r>
          </a:p>
          <a:p>
            <a:r>
              <a:rPr lang="en-US" altLang="zh-TW" dirty="0"/>
              <a:t>					url: </a:t>
            </a:r>
            <a:r>
              <a:rPr lang="en-US" altLang="zh-TW" dirty="0" err="1"/>
              <a:t>dataUrl</a:t>
            </a:r>
            <a:r>
              <a:rPr lang="en-US" altLang="zh-TW" dirty="0"/>
              <a:t>,			//</a:t>
            </a:r>
            <a:r>
              <a:rPr lang="zh-TW" altLang="en-US" dirty="0"/>
              <a:t>設定資料的網址</a:t>
            </a:r>
          </a:p>
          <a:p>
            <a:r>
              <a:rPr lang="zh-TW" altLang="en-US" dirty="0"/>
              <a:t>					</a:t>
            </a:r>
            <a:r>
              <a:rPr lang="en-US" altLang="zh-TW" dirty="0" err="1"/>
              <a:t>dataType</a:t>
            </a:r>
            <a:r>
              <a:rPr lang="en-US" altLang="zh-TW" dirty="0"/>
              <a:t>: "json",		//</a:t>
            </a:r>
            <a:r>
              <a:rPr lang="zh-TW" altLang="en-US" dirty="0"/>
              <a:t>設定回傳的資料格式</a:t>
            </a:r>
          </a:p>
          <a:p>
            <a:r>
              <a:rPr lang="zh-TW" altLang="en-US" dirty="0"/>
              <a:t>					</a:t>
            </a:r>
            <a:r>
              <a:rPr lang="en-US" altLang="zh-TW" dirty="0"/>
              <a:t>success: </a:t>
            </a:r>
            <a:r>
              <a:rPr lang="en-US" altLang="zh-TW" dirty="0" err="1"/>
              <a:t>onSuccess</a:t>
            </a:r>
            <a:r>
              <a:rPr lang="en-US" altLang="zh-TW" dirty="0"/>
              <a:t>		//</a:t>
            </a:r>
            <a:r>
              <a:rPr lang="zh-TW" altLang="en-US" dirty="0"/>
              <a:t>設定當</a:t>
            </a:r>
            <a:r>
              <a:rPr lang="en-US" altLang="zh-TW" dirty="0"/>
              <a:t>Ajax</a:t>
            </a:r>
            <a:r>
              <a:rPr lang="zh-TW" altLang="en-US" dirty="0"/>
              <a:t>要求成功時所要執行的函式</a:t>
            </a:r>
          </a:p>
          <a:p>
            <a:r>
              <a:rPr lang="zh-TW" altLang="en-US" dirty="0"/>
              <a:t>				</a:t>
            </a:r>
            <a:r>
              <a:rPr lang="en-US" altLang="zh-TW" dirty="0"/>
              <a:t>});</a:t>
            </a:r>
          </a:p>
          <a:p>
            <a:r>
              <a:rPr lang="en-US" altLang="zh-TW" dirty="0"/>
              <a:t>			});</a:t>
            </a:r>
          </a:p>
          <a:p>
            <a:r>
              <a:rPr lang="en-US" altLang="zh-TW" dirty="0"/>
              <a:t>		});</a:t>
            </a:r>
          </a:p>
          <a:p>
            <a:endParaRPr lang="en-US" altLang="zh-TW" dirty="0"/>
          </a:p>
          <a:p>
            <a:r>
              <a:rPr lang="en-US" altLang="zh-TW" dirty="0"/>
              <a:t>		function </a:t>
            </a:r>
            <a:r>
              <a:rPr lang="en-US" altLang="zh-TW" dirty="0" err="1"/>
              <a:t>onSuccess</a:t>
            </a:r>
            <a:r>
              <a:rPr lang="en-US" altLang="zh-TW" dirty="0"/>
              <a:t>(data) {</a:t>
            </a:r>
          </a:p>
          <a:p>
            <a:r>
              <a:rPr lang="en-US" altLang="zh-TW" dirty="0"/>
              <a:t>			$("#</a:t>
            </a:r>
            <a:r>
              <a:rPr lang="en-US" altLang="zh-TW" dirty="0" err="1"/>
              <a:t>airQ</a:t>
            </a:r>
            <a:r>
              <a:rPr lang="en-US" altLang="zh-TW" dirty="0"/>
              <a:t>").empty();</a:t>
            </a:r>
          </a:p>
          <a:p>
            <a:r>
              <a:rPr lang="en-US" altLang="zh-TW" dirty="0"/>
              <a:t>			//</a:t>
            </a:r>
            <a:r>
              <a:rPr lang="zh-TW" altLang="en-US" dirty="0"/>
              <a:t>建立表格的第一列</a:t>
            </a:r>
          </a:p>
          <a:p>
            <a:r>
              <a:rPr lang="zh-TW" altLang="en-US" dirty="0"/>
              <a:t>			</a:t>
            </a:r>
            <a:r>
              <a:rPr lang="en-US" altLang="zh-TW" dirty="0"/>
              <a:t>var </a:t>
            </a:r>
            <a:r>
              <a:rPr lang="en-US" altLang="zh-TW" dirty="0" err="1"/>
              <a:t>firstRow</a:t>
            </a:r>
            <a:r>
              <a:rPr lang="en-US" altLang="zh-TW" dirty="0"/>
              <a:t> = $("&lt;tr&gt;&lt;</a:t>
            </a:r>
            <a:r>
              <a:rPr lang="en-US" altLang="zh-TW" dirty="0" err="1"/>
              <a:t>th</a:t>
            </a:r>
            <a:r>
              <a:rPr lang="en-US" altLang="zh-TW" dirty="0"/>
              <a:t>&gt;</a:t>
            </a:r>
            <a:r>
              <a:rPr lang="zh-TW" altLang="en-US" dirty="0"/>
              <a:t>地區</a:t>
            </a:r>
            <a:r>
              <a:rPr lang="en-US" altLang="zh-TW" dirty="0"/>
              <a:t>&lt;/</a:t>
            </a:r>
            <a:r>
              <a:rPr lang="en-US" altLang="zh-TW" dirty="0" err="1"/>
              <a:t>th</a:t>
            </a:r>
            <a:r>
              <a:rPr lang="en-US" altLang="zh-TW" dirty="0"/>
              <a:t>&gt;&lt;</a:t>
            </a:r>
            <a:r>
              <a:rPr lang="en-US" altLang="zh-TW" dirty="0" err="1"/>
              <a:t>th</a:t>
            </a:r>
            <a:r>
              <a:rPr lang="en-US" altLang="zh-TW" dirty="0"/>
              <a:t>&gt;</a:t>
            </a:r>
            <a:r>
              <a:rPr lang="zh-TW" altLang="en-US" dirty="0"/>
              <a:t>預報內容</a:t>
            </a:r>
            <a:r>
              <a:rPr lang="en-US" altLang="zh-TW" dirty="0"/>
              <a:t>&lt;/</a:t>
            </a:r>
            <a:r>
              <a:rPr lang="en-US" altLang="zh-TW" dirty="0" err="1"/>
              <a:t>th</a:t>
            </a:r>
            <a:r>
              <a:rPr lang="en-US" altLang="zh-TW" dirty="0"/>
              <a:t>&gt;&lt;/tr&gt;");</a:t>
            </a:r>
          </a:p>
          <a:p>
            <a:r>
              <a:rPr lang="en-US" altLang="zh-TW" dirty="0"/>
              <a:t>			$("#</a:t>
            </a:r>
            <a:r>
              <a:rPr lang="en-US" altLang="zh-TW" dirty="0" err="1"/>
              <a:t>airQ</a:t>
            </a:r>
            <a:r>
              <a:rPr lang="en-US" altLang="zh-TW" dirty="0"/>
              <a:t>").append(</a:t>
            </a:r>
            <a:r>
              <a:rPr lang="en-US" altLang="zh-TW" dirty="0" err="1"/>
              <a:t>firstRow</a:t>
            </a:r>
            <a:r>
              <a:rPr lang="en-US" altLang="zh-TW" dirty="0"/>
              <a:t>);</a:t>
            </a:r>
          </a:p>
          <a:p>
            <a:r>
              <a:rPr lang="en-US" altLang="zh-TW" dirty="0"/>
              <a:t>			//</a:t>
            </a:r>
            <a:r>
              <a:rPr lang="zh-TW" altLang="en-US" dirty="0"/>
              <a:t>將取得的資料一一建立為表格的每一列</a:t>
            </a:r>
          </a:p>
          <a:p>
            <a:r>
              <a:rPr lang="zh-TW" altLang="en-US" dirty="0"/>
              <a:t>			</a:t>
            </a:r>
            <a:r>
              <a:rPr lang="en-US" altLang="zh-TW" dirty="0"/>
              <a:t>$.each(data, function (</a:t>
            </a:r>
            <a:r>
              <a:rPr lang="en-US" altLang="zh-TW" dirty="0" err="1"/>
              <a:t>i</a:t>
            </a:r>
            <a:r>
              <a:rPr lang="en-US" altLang="zh-TW" dirty="0"/>
              <a:t>) {</a:t>
            </a:r>
          </a:p>
          <a:p>
            <a:r>
              <a:rPr lang="en-US" altLang="zh-TW" dirty="0"/>
              <a:t>				var row = $("&lt;tr&gt;&lt;/tr&gt;");</a:t>
            </a:r>
          </a:p>
          <a:p>
            <a:r>
              <a:rPr lang="en-US" altLang="zh-TW" dirty="0"/>
              <a:t>				var td1 = $("&lt;td&gt;&lt;/td&gt;").text(</a:t>
            </a:r>
            <a:r>
              <a:rPr lang="en-US" altLang="zh-TW" dirty="0" err="1"/>
              <a:t>this.Area</a:t>
            </a:r>
            <a:r>
              <a:rPr lang="en-US" altLang="zh-TW" dirty="0"/>
              <a:t>).</a:t>
            </a:r>
            <a:r>
              <a:rPr lang="en-US" altLang="zh-TW" dirty="0" err="1"/>
              <a:t>appendTo</a:t>
            </a:r>
            <a:r>
              <a:rPr lang="en-US" altLang="zh-TW" dirty="0"/>
              <a:t>(row);</a:t>
            </a:r>
          </a:p>
          <a:p>
            <a:r>
              <a:rPr lang="en-US" altLang="zh-TW" dirty="0"/>
              <a:t>				var td2 = $("&lt;td&gt;&lt;/td&gt;").text(</a:t>
            </a:r>
            <a:r>
              <a:rPr lang="en-US" altLang="zh-TW" dirty="0" err="1"/>
              <a:t>this.Content</a:t>
            </a:r>
            <a:r>
              <a:rPr lang="en-US" altLang="zh-TW" dirty="0"/>
              <a:t>).</a:t>
            </a:r>
            <a:r>
              <a:rPr lang="en-US" altLang="zh-TW" dirty="0" err="1"/>
              <a:t>appendTo</a:t>
            </a:r>
            <a:r>
              <a:rPr lang="en-US" altLang="zh-TW" dirty="0"/>
              <a:t>(row);</a:t>
            </a:r>
          </a:p>
          <a:p>
            <a:r>
              <a:rPr lang="en-US" altLang="zh-TW" dirty="0"/>
              <a:t>				$("#</a:t>
            </a:r>
            <a:r>
              <a:rPr lang="en-US" altLang="zh-TW" dirty="0" err="1"/>
              <a:t>airQ</a:t>
            </a:r>
            <a:r>
              <a:rPr lang="en-US" altLang="zh-TW" dirty="0"/>
              <a:t>").append(row);</a:t>
            </a:r>
          </a:p>
          <a:p>
            <a:r>
              <a:rPr lang="en-US" altLang="zh-TW" dirty="0"/>
              <a:t>			});</a:t>
            </a:r>
          </a:p>
          <a:p>
            <a:r>
              <a:rPr lang="en-US" altLang="zh-TW" dirty="0"/>
              <a:t>		}	  </a:t>
            </a:r>
          </a:p>
          <a:p>
            <a:r>
              <a:rPr lang="en-US" altLang="zh-TW" dirty="0"/>
              <a:t>	&lt;/script&gt;</a:t>
            </a:r>
          </a:p>
          <a:p>
            <a:r>
              <a:rPr lang="en-US" altLang="zh-TW" dirty="0"/>
              <a:t>&lt;/head&gt;</a:t>
            </a:r>
          </a:p>
          <a:p>
            <a:endParaRPr lang="en-US" altLang="zh-TW" dirty="0"/>
          </a:p>
          <a:p>
            <a:r>
              <a:rPr lang="en-US" altLang="zh-TW" dirty="0"/>
              <a:t>&lt;body&gt;</a:t>
            </a:r>
          </a:p>
          <a:p>
            <a:r>
              <a:rPr lang="en-US" altLang="zh-TW" dirty="0"/>
              <a:t>	&lt;button id="forecast"&gt;</a:t>
            </a:r>
            <a:r>
              <a:rPr lang="zh-TW" altLang="en-US" dirty="0"/>
              <a:t>更新空氣品質預報</a:t>
            </a:r>
            <a:r>
              <a:rPr lang="en-US" altLang="zh-TW" dirty="0"/>
              <a:t>&lt;/button&gt;&lt;</a:t>
            </a:r>
            <a:r>
              <a:rPr lang="en-US" altLang="zh-TW" dirty="0" err="1"/>
              <a:t>br</a:t>
            </a:r>
            <a:r>
              <a:rPr lang="en-US" altLang="zh-TW" dirty="0"/>
              <a:t>&gt;&lt;</a:t>
            </a:r>
            <a:r>
              <a:rPr lang="en-US" altLang="zh-TW" dirty="0" err="1"/>
              <a:t>br</a:t>
            </a:r>
            <a:r>
              <a:rPr lang="en-US" altLang="zh-TW" dirty="0"/>
              <a:t>&gt;</a:t>
            </a:r>
          </a:p>
          <a:p>
            <a:r>
              <a:rPr lang="en-US" altLang="zh-TW" dirty="0"/>
              <a:t>	&lt;table id="</a:t>
            </a:r>
            <a:r>
              <a:rPr lang="en-US" altLang="zh-TW" dirty="0" err="1"/>
              <a:t>airQ</a:t>
            </a:r>
            <a:r>
              <a:rPr lang="en-US" altLang="zh-TW" dirty="0"/>
              <a:t>" rules="rows"&gt;&lt;/table&gt;</a:t>
            </a:r>
          </a:p>
          <a:p>
            <a:r>
              <a:rPr lang="en-US" altLang="zh-TW" dirty="0"/>
              <a:t>&lt;/body&gt;</a:t>
            </a:r>
          </a:p>
          <a:p>
            <a:endParaRPr lang="en-US" altLang="zh-TW" dirty="0"/>
          </a:p>
          <a:p>
            <a:r>
              <a:rPr lang="en-US" altLang="zh-TW" dirty="0"/>
              <a:t>&lt;/html&gt;</a:t>
            </a:r>
          </a:p>
          <a:p>
            <a:endParaRPr lang="en-US" altLang="zh-TW" dirty="0"/>
          </a:p>
          <a:p>
            <a:endParaRPr lang="zh-TW" altLang="en-US" dirty="0"/>
          </a:p>
        </p:txBody>
      </p:sp>
      <p:sp>
        <p:nvSpPr>
          <p:cNvPr id="4" name="投影片編號版面配置區 3"/>
          <p:cNvSpPr>
            <a:spLocks noGrp="1"/>
          </p:cNvSpPr>
          <p:nvPr>
            <p:ph type="sldNum" sz="quarter" idx="5"/>
          </p:nvPr>
        </p:nvSpPr>
        <p:spPr/>
        <p:txBody>
          <a:bodyPr/>
          <a:lstStyle/>
          <a:p>
            <a:pPr>
              <a:defRPr/>
            </a:pPr>
            <a:fld id="{D715DAB4-2617-344A-8A4E-35068C8BFF94}" type="slidenum">
              <a:rPr lang="en-US" altLang="zh-TW" smtClean="0"/>
              <a:pPr>
                <a:defRPr/>
              </a:pPr>
              <a:t>132</a:t>
            </a:fld>
            <a:endParaRPr lang="en-US" altLang="zh-TW"/>
          </a:p>
        </p:txBody>
      </p:sp>
    </p:spTree>
    <p:extLst>
      <p:ext uri="{BB962C8B-B14F-4D97-AF65-F5344CB8AC3E}">
        <p14:creationId xmlns:p14="http://schemas.microsoft.com/office/powerpoint/2010/main" val="103893990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&lt;head&gt;</a:t>
            </a:r>
          </a:p>
          <a:p>
            <a:r>
              <a:rPr lang="en-US" altLang="zh-TW" dirty="0"/>
              <a:t>    &lt;meta charset="utf-8"&gt;</a:t>
            </a:r>
          </a:p>
          <a:p>
            <a:r>
              <a:rPr lang="en-US" altLang="zh-TW" dirty="0"/>
              <a:t>    &lt;script </a:t>
            </a:r>
            <a:r>
              <a:rPr lang="en-US" altLang="zh-TW" dirty="0" err="1"/>
              <a:t>src</a:t>
            </a:r>
            <a:r>
              <a:rPr lang="en-US" altLang="zh-TW" dirty="0"/>
              <a:t>="https://code.jquery.com/jquery-3.6.0.min.js"&gt;&lt;/script&gt;</a:t>
            </a:r>
          </a:p>
          <a:p>
            <a:r>
              <a:rPr lang="en-US" altLang="zh-TW" dirty="0"/>
              <a:t>  &lt;/head&gt;</a:t>
            </a:r>
          </a:p>
          <a:p>
            <a:r>
              <a:rPr lang="en-US" altLang="zh-TW" dirty="0"/>
              <a:t>  &lt;body&gt;</a:t>
            </a:r>
          </a:p>
          <a:p>
            <a:r>
              <a:rPr lang="en-US" altLang="zh-TW" dirty="0"/>
              <a:t>    &lt;h1&gt;Hello, jQuery!&lt;/h1&gt;</a:t>
            </a:r>
          </a:p>
          <a:p>
            <a:r>
              <a:rPr lang="en-US" altLang="zh-TW" dirty="0"/>
              <a:t>    &lt;script&gt;</a:t>
            </a:r>
          </a:p>
          <a:p>
            <a:r>
              <a:rPr lang="en-US" altLang="zh-TW" dirty="0"/>
              <a:t>      $("h1").on("</a:t>
            </a:r>
            <a:r>
              <a:rPr lang="en-US" altLang="zh-TW" dirty="0" err="1"/>
              <a:t>mouseenter</a:t>
            </a:r>
            <a:r>
              <a:rPr lang="en-US" altLang="zh-TW" dirty="0"/>
              <a:t>", function(){</a:t>
            </a:r>
          </a:p>
          <a:p>
            <a:r>
              <a:rPr lang="en-US" altLang="zh-TW" dirty="0"/>
              <a:t>        $(this).</a:t>
            </a:r>
            <a:r>
              <a:rPr lang="en-US" altLang="zh-TW" dirty="0" err="1"/>
              <a:t>css</a:t>
            </a:r>
            <a:r>
              <a:rPr lang="en-US" altLang="zh-TW" dirty="0"/>
              <a:t>({"color" : "red", "text-shadow" : "gray 3px 3px"});</a:t>
            </a:r>
          </a:p>
          <a:p>
            <a:r>
              <a:rPr lang="en-US" altLang="zh-TW" dirty="0"/>
              <a:t>      });</a:t>
            </a:r>
          </a:p>
          <a:p>
            <a:r>
              <a:rPr lang="en-US" altLang="zh-TW" dirty="0"/>
              <a:t>      $("h1").on("</a:t>
            </a:r>
            <a:r>
              <a:rPr lang="en-US" altLang="zh-TW" dirty="0" err="1"/>
              <a:t>mouseleave</a:t>
            </a:r>
            <a:r>
              <a:rPr lang="en-US" altLang="zh-TW" dirty="0"/>
              <a:t>", function(){</a:t>
            </a:r>
          </a:p>
          <a:p>
            <a:r>
              <a:rPr lang="en-US" altLang="zh-TW" dirty="0"/>
              <a:t>        $(this).</a:t>
            </a:r>
            <a:r>
              <a:rPr lang="en-US" altLang="zh-TW" dirty="0" err="1"/>
              <a:t>css</a:t>
            </a:r>
            <a:r>
              <a:rPr lang="en-US" altLang="zh-TW" dirty="0"/>
              <a:t>({"color" : "black", "text-shadow" : "none"});</a:t>
            </a:r>
          </a:p>
          <a:p>
            <a:r>
              <a:rPr lang="en-US" altLang="zh-TW" dirty="0"/>
              <a:t>      });</a:t>
            </a:r>
          </a:p>
          <a:p>
            <a:r>
              <a:rPr lang="en-US" altLang="zh-TW" dirty="0"/>
              <a:t>    &lt;/script&gt;</a:t>
            </a:r>
          </a:p>
          <a:p>
            <a:r>
              <a:rPr lang="en-US" altLang="zh-TW" dirty="0"/>
              <a:t>  &lt;/body&gt;</a:t>
            </a:r>
            <a:endParaRPr lang="zh-TW" altLang="en-US" dirty="0"/>
          </a:p>
        </p:txBody>
      </p:sp>
      <p:sp>
        <p:nvSpPr>
          <p:cNvPr id="4" name="投影片編號版面配置區 3"/>
          <p:cNvSpPr>
            <a:spLocks noGrp="1"/>
          </p:cNvSpPr>
          <p:nvPr>
            <p:ph type="sldNum" sz="quarter" idx="5"/>
          </p:nvPr>
        </p:nvSpPr>
        <p:spPr/>
        <p:txBody>
          <a:bodyPr/>
          <a:lstStyle/>
          <a:p>
            <a:pPr>
              <a:defRPr/>
            </a:pPr>
            <a:fld id="{D715DAB4-2617-344A-8A4E-35068C8BFF94}" type="slidenum">
              <a:rPr lang="en-US" altLang="zh-TW" smtClean="0"/>
              <a:pPr>
                <a:defRPr/>
              </a:pPr>
              <a:t>134</a:t>
            </a:fld>
            <a:endParaRPr lang="en-US" altLang="zh-TW"/>
          </a:p>
        </p:txBody>
      </p:sp>
    </p:spTree>
    <p:extLst>
      <p:ext uri="{BB962C8B-B14F-4D97-AF65-F5344CB8AC3E}">
        <p14:creationId xmlns:p14="http://schemas.microsoft.com/office/powerpoint/2010/main" val="41026308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a:t>按一下以編輯母片標題樣式</a:t>
            </a:r>
          </a:p>
        </p:txBody>
      </p:sp>
      <p:sp>
        <p:nvSpPr>
          <p:cNvPr id="3" name="副標題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TW" altLang="en-US"/>
              <a:t>按一下以編輯母片副標題樣式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TW"/>
          </a:p>
        </p:txBody>
      </p:sp>
      <p:sp>
        <p:nvSpPr>
          <p:cNvPr id="5" name="Rectangle 5"/>
          <p:cNvSpPr>
            <a:spLocks noGrp="1" noChangeArrowheads="1"/>
          </p:cNvSpPr>
          <p:nvPr>
            <p:ph type="ftr" sz="quarter" idx="11"/>
          </p:nvPr>
        </p:nvSpPr>
        <p:spPr>
          <a:ln/>
        </p:spPr>
        <p:txBody>
          <a:bodyPr/>
          <a:lstStyle>
            <a:lvl1pPr>
              <a:defRPr/>
            </a:lvl1pPr>
          </a:lstStyle>
          <a:p>
            <a:pPr>
              <a:defRPr/>
            </a:pPr>
            <a:endParaRPr lang="zh-TW" altLang="zh-TW"/>
          </a:p>
        </p:txBody>
      </p:sp>
      <p:sp>
        <p:nvSpPr>
          <p:cNvPr id="6" name="Rectangle 6"/>
          <p:cNvSpPr>
            <a:spLocks noGrp="1" noChangeArrowheads="1"/>
          </p:cNvSpPr>
          <p:nvPr>
            <p:ph type="sldNum" sz="quarter" idx="12"/>
          </p:nvPr>
        </p:nvSpPr>
        <p:spPr>
          <a:ln/>
        </p:spPr>
        <p:txBody>
          <a:bodyPr/>
          <a:lstStyle>
            <a:lvl1pPr>
              <a:defRPr/>
            </a:lvl1pPr>
          </a:lstStyle>
          <a:p>
            <a:pPr>
              <a:defRPr/>
            </a:pPr>
            <a:endParaRPr lang="zh-TW" altLang="zh-TW"/>
          </a:p>
        </p:txBody>
      </p:sp>
    </p:spTree>
    <p:extLst>
      <p:ext uri="{BB962C8B-B14F-4D97-AF65-F5344CB8AC3E}">
        <p14:creationId xmlns:p14="http://schemas.microsoft.com/office/powerpoint/2010/main" val="22694953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TW"/>
          </a:p>
        </p:txBody>
      </p:sp>
      <p:sp>
        <p:nvSpPr>
          <p:cNvPr id="5" name="Rectangle 5"/>
          <p:cNvSpPr>
            <a:spLocks noGrp="1" noChangeArrowheads="1"/>
          </p:cNvSpPr>
          <p:nvPr>
            <p:ph type="ftr" sz="quarter" idx="11"/>
          </p:nvPr>
        </p:nvSpPr>
        <p:spPr>
          <a:ln/>
        </p:spPr>
        <p:txBody>
          <a:bodyPr/>
          <a:lstStyle>
            <a:lvl1pPr>
              <a:defRPr/>
            </a:lvl1pPr>
          </a:lstStyle>
          <a:p>
            <a:pPr>
              <a:defRPr/>
            </a:pPr>
            <a:endParaRPr lang="zh-TW" altLang="zh-TW"/>
          </a:p>
        </p:txBody>
      </p:sp>
      <p:sp>
        <p:nvSpPr>
          <p:cNvPr id="6" name="Rectangle 6"/>
          <p:cNvSpPr>
            <a:spLocks noGrp="1" noChangeArrowheads="1"/>
          </p:cNvSpPr>
          <p:nvPr>
            <p:ph type="sldNum" sz="quarter" idx="12"/>
          </p:nvPr>
        </p:nvSpPr>
        <p:spPr>
          <a:ln/>
        </p:spPr>
        <p:txBody>
          <a:bodyPr/>
          <a:lstStyle>
            <a:lvl1pPr>
              <a:defRPr/>
            </a:lvl1pPr>
          </a:lstStyle>
          <a:p>
            <a:pPr>
              <a:defRPr/>
            </a:pPr>
            <a:endParaRPr lang="zh-TW" altLang="zh-TW"/>
          </a:p>
        </p:txBody>
      </p:sp>
    </p:spTree>
    <p:extLst>
      <p:ext uri="{BB962C8B-B14F-4D97-AF65-F5344CB8AC3E}">
        <p14:creationId xmlns:p14="http://schemas.microsoft.com/office/powerpoint/2010/main" val="27992091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a:t>按一下以編輯母片標題樣式</a:t>
            </a:r>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TW" altLang="en-US"/>
              <a:t>按一下以編輯母片文字樣式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TW"/>
          </a:p>
        </p:txBody>
      </p:sp>
      <p:sp>
        <p:nvSpPr>
          <p:cNvPr id="5" name="Rectangle 5"/>
          <p:cNvSpPr>
            <a:spLocks noGrp="1" noChangeArrowheads="1"/>
          </p:cNvSpPr>
          <p:nvPr>
            <p:ph type="ftr" sz="quarter" idx="11"/>
          </p:nvPr>
        </p:nvSpPr>
        <p:spPr>
          <a:ln/>
        </p:spPr>
        <p:txBody>
          <a:bodyPr/>
          <a:lstStyle>
            <a:lvl1pPr>
              <a:defRPr/>
            </a:lvl1pPr>
          </a:lstStyle>
          <a:p>
            <a:pPr>
              <a:defRPr/>
            </a:pPr>
            <a:endParaRPr lang="zh-TW" altLang="zh-TW"/>
          </a:p>
        </p:txBody>
      </p:sp>
      <p:sp>
        <p:nvSpPr>
          <p:cNvPr id="6" name="Rectangle 6"/>
          <p:cNvSpPr>
            <a:spLocks noGrp="1" noChangeArrowheads="1"/>
          </p:cNvSpPr>
          <p:nvPr>
            <p:ph type="sldNum" sz="quarter" idx="12"/>
          </p:nvPr>
        </p:nvSpPr>
        <p:spPr>
          <a:ln/>
        </p:spPr>
        <p:txBody>
          <a:bodyPr/>
          <a:lstStyle>
            <a:lvl1pPr>
              <a:defRPr/>
            </a:lvl1pPr>
          </a:lstStyle>
          <a:p>
            <a:pPr>
              <a:defRPr/>
            </a:pPr>
            <a:endParaRPr lang="zh-TW" altLang="zh-TW"/>
          </a:p>
        </p:txBody>
      </p:sp>
    </p:spTree>
    <p:extLst>
      <p:ext uri="{BB962C8B-B14F-4D97-AF65-F5344CB8AC3E}">
        <p14:creationId xmlns:p14="http://schemas.microsoft.com/office/powerpoint/2010/main" val="794668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457200" y="1844675"/>
            <a:ext cx="4038600" cy="42814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4648200" y="1844675"/>
            <a:ext cx="4038600" cy="42814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TW"/>
          </a:p>
        </p:txBody>
      </p:sp>
      <p:sp>
        <p:nvSpPr>
          <p:cNvPr id="6" name="Rectangle 5"/>
          <p:cNvSpPr>
            <a:spLocks noGrp="1" noChangeArrowheads="1"/>
          </p:cNvSpPr>
          <p:nvPr>
            <p:ph type="ftr" sz="quarter" idx="11"/>
          </p:nvPr>
        </p:nvSpPr>
        <p:spPr>
          <a:ln/>
        </p:spPr>
        <p:txBody>
          <a:bodyPr/>
          <a:lstStyle>
            <a:lvl1pPr>
              <a:defRPr/>
            </a:lvl1pPr>
          </a:lstStyle>
          <a:p>
            <a:pPr>
              <a:defRPr/>
            </a:pPr>
            <a:endParaRPr lang="zh-TW" altLang="zh-TW"/>
          </a:p>
        </p:txBody>
      </p:sp>
      <p:sp>
        <p:nvSpPr>
          <p:cNvPr id="7" name="Rectangle 6"/>
          <p:cNvSpPr>
            <a:spLocks noGrp="1" noChangeArrowheads="1"/>
          </p:cNvSpPr>
          <p:nvPr>
            <p:ph type="sldNum" sz="quarter" idx="12"/>
          </p:nvPr>
        </p:nvSpPr>
        <p:spPr>
          <a:ln/>
        </p:spPr>
        <p:txBody>
          <a:bodyPr/>
          <a:lstStyle>
            <a:lvl1pPr>
              <a:defRPr/>
            </a:lvl1pPr>
          </a:lstStyle>
          <a:p>
            <a:pPr>
              <a:defRPr/>
            </a:pPr>
            <a:endParaRPr lang="zh-TW" altLang="zh-TW"/>
          </a:p>
        </p:txBody>
      </p:sp>
    </p:spTree>
    <p:extLst>
      <p:ext uri="{BB962C8B-B14F-4D97-AF65-F5344CB8AC3E}">
        <p14:creationId xmlns:p14="http://schemas.microsoft.com/office/powerpoint/2010/main" val="28287395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1143000"/>
          </a:xfrm>
        </p:spPr>
        <p:txBody>
          <a:bodyPr/>
          <a:lstStyle>
            <a:lvl1pPr>
              <a:defRPr/>
            </a:lvl1pPr>
          </a:lstStyle>
          <a:p>
            <a:r>
              <a:rPr lang="zh-TW" altLang="en-US"/>
              <a:t>按一下以編輯母片標題樣式</a:t>
            </a:r>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zh-TW"/>
          </a:p>
        </p:txBody>
      </p:sp>
      <p:sp>
        <p:nvSpPr>
          <p:cNvPr id="8" name="Rectangle 5"/>
          <p:cNvSpPr>
            <a:spLocks noGrp="1" noChangeArrowheads="1"/>
          </p:cNvSpPr>
          <p:nvPr>
            <p:ph type="ftr" sz="quarter" idx="11"/>
          </p:nvPr>
        </p:nvSpPr>
        <p:spPr>
          <a:ln/>
        </p:spPr>
        <p:txBody>
          <a:bodyPr/>
          <a:lstStyle>
            <a:lvl1pPr>
              <a:defRPr/>
            </a:lvl1pPr>
          </a:lstStyle>
          <a:p>
            <a:pPr>
              <a:defRPr/>
            </a:pPr>
            <a:endParaRPr lang="zh-TW" altLang="zh-TW"/>
          </a:p>
        </p:txBody>
      </p:sp>
      <p:sp>
        <p:nvSpPr>
          <p:cNvPr id="9" name="Rectangle 6"/>
          <p:cNvSpPr>
            <a:spLocks noGrp="1" noChangeArrowheads="1"/>
          </p:cNvSpPr>
          <p:nvPr>
            <p:ph type="sldNum" sz="quarter" idx="12"/>
          </p:nvPr>
        </p:nvSpPr>
        <p:spPr>
          <a:ln/>
        </p:spPr>
        <p:txBody>
          <a:bodyPr/>
          <a:lstStyle>
            <a:lvl1pPr>
              <a:defRPr/>
            </a:lvl1pPr>
          </a:lstStyle>
          <a:p>
            <a:pPr>
              <a:defRPr/>
            </a:pPr>
            <a:endParaRPr lang="zh-TW" altLang="zh-TW"/>
          </a:p>
        </p:txBody>
      </p:sp>
    </p:spTree>
    <p:extLst>
      <p:ext uri="{BB962C8B-B14F-4D97-AF65-F5344CB8AC3E}">
        <p14:creationId xmlns:p14="http://schemas.microsoft.com/office/powerpoint/2010/main" val="26064558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TW"/>
          </a:p>
        </p:txBody>
      </p:sp>
      <p:sp>
        <p:nvSpPr>
          <p:cNvPr id="4" name="Rectangle 5"/>
          <p:cNvSpPr>
            <a:spLocks noGrp="1" noChangeArrowheads="1"/>
          </p:cNvSpPr>
          <p:nvPr>
            <p:ph type="ftr" sz="quarter" idx="11"/>
          </p:nvPr>
        </p:nvSpPr>
        <p:spPr>
          <a:ln/>
        </p:spPr>
        <p:txBody>
          <a:bodyPr/>
          <a:lstStyle>
            <a:lvl1pPr>
              <a:defRPr/>
            </a:lvl1pPr>
          </a:lstStyle>
          <a:p>
            <a:pPr>
              <a:defRPr/>
            </a:pPr>
            <a:endParaRPr lang="zh-TW" altLang="zh-TW"/>
          </a:p>
        </p:txBody>
      </p:sp>
      <p:sp>
        <p:nvSpPr>
          <p:cNvPr id="5" name="Rectangle 6"/>
          <p:cNvSpPr>
            <a:spLocks noGrp="1" noChangeArrowheads="1"/>
          </p:cNvSpPr>
          <p:nvPr>
            <p:ph type="sldNum" sz="quarter" idx="12"/>
          </p:nvPr>
        </p:nvSpPr>
        <p:spPr>
          <a:ln/>
        </p:spPr>
        <p:txBody>
          <a:bodyPr/>
          <a:lstStyle>
            <a:lvl1pPr>
              <a:defRPr/>
            </a:lvl1pPr>
          </a:lstStyle>
          <a:p>
            <a:pPr>
              <a:defRPr/>
            </a:pPr>
            <a:endParaRPr lang="zh-TW" altLang="zh-TW"/>
          </a:p>
        </p:txBody>
      </p:sp>
    </p:spTree>
    <p:extLst>
      <p:ext uri="{BB962C8B-B14F-4D97-AF65-F5344CB8AC3E}">
        <p14:creationId xmlns:p14="http://schemas.microsoft.com/office/powerpoint/2010/main" val="12636938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zh-TW"/>
          </a:p>
        </p:txBody>
      </p:sp>
      <p:sp>
        <p:nvSpPr>
          <p:cNvPr id="3" name="Rectangle 5"/>
          <p:cNvSpPr>
            <a:spLocks noGrp="1" noChangeArrowheads="1"/>
          </p:cNvSpPr>
          <p:nvPr>
            <p:ph type="ftr" sz="quarter" idx="11"/>
          </p:nvPr>
        </p:nvSpPr>
        <p:spPr>
          <a:ln/>
        </p:spPr>
        <p:txBody>
          <a:bodyPr/>
          <a:lstStyle>
            <a:lvl1pPr>
              <a:defRPr/>
            </a:lvl1pPr>
          </a:lstStyle>
          <a:p>
            <a:pPr>
              <a:defRPr/>
            </a:pPr>
            <a:endParaRPr lang="zh-TW" altLang="zh-TW"/>
          </a:p>
        </p:txBody>
      </p:sp>
      <p:sp>
        <p:nvSpPr>
          <p:cNvPr id="4" name="Rectangle 6"/>
          <p:cNvSpPr>
            <a:spLocks noGrp="1" noChangeArrowheads="1"/>
          </p:cNvSpPr>
          <p:nvPr>
            <p:ph type="sldNum" sz="quarter" idx="12"/>
          </p:nvPr>
        </p:nvSpPr>
        <p:spPr>
          <a:ln/>
        </p:spPr>
        <p:txBody>
          <a:bodyPr/>
          <a:lstStyle>
            <a:lvl1pPr>
              <a:defRPr/>
            </a:lvl1pPr>
          </a:lstStyle>
          <a:p>
            <a:pPr>
              <a:defRPr/>
            </a:pPr>
            <a:endParaRPr lang="zh-TW" altLang="zh-TW"/>
          </a:p>
        </p:txBody>
      </p:sp>
    </p:spTree>
    <p:extLst>
      <p:ext uri="{BB962C8B-B14F-4D97-AF65-F5344CB8AC3E}">
        <p14:creationId xmlns:p14="http://schemas.microsoft.com/office/powerpoint/2010/main" val="8243188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a:t>按一下以編輯母片標題樣式</a:t>
            </a:r>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TW"/>
          </a:p>
        </p:txBody>
      </p:sp>
      <p:sp>
        <p:nvSpPr>
          <p:cNvPr id="6" name="Rectangle 5"/>
          <p:cNvSpPr>
            <a:spLocks noGrp="1" noChangeArrowheads="1"/>
          </p:cNvSpPr>
          <p:nvPr>
            <p:ph type="ftr" sz="quarter" idx="11"/>
          </p:nvPr>
        </p:nvSpPr>
        <p:spPr>
          <a:ln/>
        </p:spPr>
        <p:txBody>
          <a:bodyPr/>
          <a:lstStyle>
            <a:lvl1pPr>
              <a:defRPr/>
            </a:lvl1pPr>
          </a:lstStyle>
          <a:p>
            <a:pPr>
              <a:defRPr/>
            </a:pPr>
            <a:endParaRPr lang="zh-TW" altLang="zh-TW"/>
          </a:p>
        </p:txBody>
      </p:sp>
      <p:sp>
        <p:nvSpPr>
          <p:cNvPr id="7" name="Rectangle 6"/>
          <p:cNvSpPr>
            <a:spLocks noGrp="1" noChangeArrowheads="1"/>
          </p:cNvSpPr>
          <p:nvPr>
            <p:ph type="sldNum" sz="quarter" idx="12"/>
          </p:nvPr>
        </p:nvSpPr>
        <p:spPr>
          <a:ln/>
        </p:spPr>
        <p:txBody>
          <a:bodyPr/>
          <a:lstStyle>
            <a:lvl1pPr>
              <a:defRPr/>
            </a:lvl1pPr>
          </a:lstStyle>
          <a:p>
            <a:pPr>
              <a:defRPr/>
            </a:pPr>
            <a:endParaRPr lang="zh-TW" altLang="zh-TW"/>
          </a:p>
        </p:txBody>
      </p:sp>
    </p:spTree>
    <p:extLst>
      <p:ext uri="{BB962C8B-B14F-4D97-AF65-F5344CB8AC3E}">
        <p14:creationId xmlns:p14="http://schemas.microsoft.com/office/powerpoint/2010/main" val="33314601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a:t>按一下以編輯母片標題樣式</a:t>
            </a:r>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TW" altLang="en-US" noProof="0"/>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TW"/>
          </a:p>
        </p:txBody>
      </p:sp>
      <p:sp>
        <p:nvSpPr>
          <p:cNvPr id="6" name="Rectangle 5"/>
          <p:cNvSpPr>
            <a:spLocks noGrp="1" noChangeArrowheads="1"/>
          </p:cNvSpPr>
          <p:nvPr>
            <p:ph type="ftr" sz="quarter" idx="11"/>
          </p:nvPr>
        </p:nvSpPr>
        <p:spPr>
          <a:ln/>
        </p:spPr>
        <p:txBody>
          <a:bodyPr/>
          <a:lstStyle>
            <a:lvl1pPr>
              <a:defRPr/>
            </a:lvl1pPr>
          </a:lstStyle>
          <a:p>
            <a:pPr>
              <a:defRPr/>
            </a:pPr>
            <a:endParaRPr lang="zh-TW" altLang="zh-TW"/>
          </a:p>
        </p:txBody>
      </p:sp>
      <p:sp>
        <p:nvSpPr>
          <p:cNvPr id="7" name="Rectangle 6"/>
          <p:cNvSpPr>
            <a:spLocks noGrp="1" noChangeArrowheads="1"/>
          </p:cNvSpPr>
          <p:nvPr>
            <p:ph type="sldNum" sz="quarter" idx="12"/>
          </p:nvPr>
        </p:nvSpPr>
        <p:spPr>
          <a:ln/>
        </p:spPr>
        <p:txBody>
          <a:bodyPr/>
          <a:lstStyle>
            <a:lvl1pPr>
              <a:defRPr/>
            </a:lvl1pPr>
          </a:lstStyle>
          <a:p>
            <a:pPr>
              <a:defRPr/>
            </a:pPr>
            <a:endParaRPr lang="zh-TW" altLang="zh-TW"/>
          </a:p>
        </p:txBody>
      </p:sp>
    </p:spTree>
    <p:extLst>
      <p:ext uri="{BB962C8B-B14F-4D97-AF65-F5344CB8AC3E}">
        <p14:creationId xmlns:p14="http://schemas.microsoft.com/office/powerpoint/2010/main" val="10106584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TW"/>
          </a:p>
        </p:txBody>
      </p:sp>
      <p:sp>
        <p:nvSpPr>
          <p:cNvPr id="5" name="Rectangle 5"/>
          <p:cNvSpPr>
            <a:spLocks noGrp="1" noChangeArrowheads="1"/>
          </p:cNvSpPr>
          <p:nvPr>
            <p:ph type="ftr" sz="quarter" idx="11"/>
          </p:nvPr>
        </p:nvSpPr>
        <p:spPr>
          <a:ln/>
        </p:spPr>
        <p:txBody>
          <a:bodyPr/>
          <a:lstStyle>
            <a:lvl1pPr>
              <a:defRPr/>
            </a:lvl1pPr>
          </a:lstStyle>
          <a:p>
            <a:pPr>
              <a:defRPr/>
            </a:pPr>
            <a:endParaRPr lang="zh-TW" altLang="zh-TW"/>
          </a:p>
        </p:txBody>
      </p:sp>
      <p:sp>
        <p:nvSpPr>
          <p:cNvPr id="6" name="Rectangle 6"/>
          <p:cNvSpPr>
            <a:spLocks noGrp="1" noChangeArrowheads="1"/>
          </p:cNvSpPr>
          <p:nvPr>
            <p:ph type="sldNum" sz="quarter" idx="12"/>
          </p:nvPr>
        </p:nvSpPr>
        <p:spPr>
          <a:ln/>
        </p:spPr>
        <p:txBody>
          <a:bodyPr/>
          <a:lstStyle>
            <a:lvl1pPr>
              <a:defRPr/>
            </a:lvl1pPr>
          </a:lstStyle>
          <a:p>
            <a:pPr>
              <a:defRPr/>
            </a:pPr>
            <a:endParaRPr lang="zh-TW" altLang="zh-TW"/>
          </a:p>
        </p:txBody>
      </p:sp>
    </p:spTree>
    <p:extLst>
      <p:ext uri="{BB962C8B-B14F-4D97-AF65-F5344CB8AC3E}">
        <p14:creationId xmlns:p14="http://schemas.microsoft.com/office/powerpoint/2010/main" val="7604800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15113" y="836613"/>
            <a:ext cx="2071687" cy="5289550"/>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395288" y="836613"/>
            <a:ext cx="6067425" cy="5289550"/>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TW"/>
          </a:p>
        </p:txBody>
      </p:sp>
      <p:sp>
        <p:nvSpPr>
          <p:cNvPr id="5" name="Rectangle 5"/>
          <p:cNvSpPr>
            <a:spLocks noGrp="1" noChangeArrowheads="1"/>
          </p:cNvSpPr>
          <p:nvPr>
            <p:ph type="ftr" sz="quarter" idx="11"/>
          </p:nvPr>
        </p:nvSpPr>
        <p:spPr>
          <a:ln/>
        </p:spPr>
        <p:txBody>
          <a:bodyPr/>
          <a:lstStyle>
            <a:lvl1pPr>
              <a:defRPr/>
            </a:lvl1pPr>
          </a:lstStyle>
          <a:p>
            <a:pPr>
              <a:defRPr/>
            </a:pPr>
            <a:endParaRPr lang="zh-TW" altLang="zh-TW"/>
          </a:p>
        </p:txBody>
      </p:sp>
      <p:sp>
        <p:nvSpPr>
          <p:cNvPr id="6" name="Rectangle 6"/>
          <p:cNvSpPr>
            <a:spLocks noGrp="1" noChangeArrowheads="1"/>
          </p:cNvSpPr>
          <p:nvPr>
            <p:ph type="sldNum" sz="quarter" idx="12"/>
          </p:nvPr>
        </p:nvSpPr>
        <p:spPr>
          <a:ln/>
        </p:spPr>
        <p:txBody>
          <a:bodyPr/>
          <a:lstStyle>
            <a:lvl1pPr>
              <a:defRPr/>
            </a:lvl1pPr>
          </a:lstStyle>
          <a:p>
            <a:pPr>
              <a:defRPr/>
            </a:pPr>
            <a:endParaRPr lang="zh-TW" altLang="zh-TW"/>
          </a:p>
        </p:txBody>
      </p:sp>
    </p:spTree>
    <p:extLst>
      <p:ext uri="{BB962C8B-B14F-4D97-AF65-F5344CB8AC3E}">
        <p14:creationId xmlns:p14="http://schemas.microsoft.com/office/powerpoint/2010/main" val="17718716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Arial" pitchFamily="34" charset="0"/>
                <a:cs typeface="Arial" pitchFamily="34" charset="0"/>
              </a:defRPr>
            </a:lvl1pPr>
          </a:lstStyle>
          <a:p>
            <a:r>
              <a:rPr lang="en-US"/>
              <a:t>Click to edit Master title style</a:t>
            </a:r>
          </a:p>
        </p:txBody>
      </p:sp>
      <p:sp>
        <p:nvSpPr>
          <p:cNvPr id="3" name="Text Placeholder 2"/>
          <p:cNvSpPr>
            <a:spLocks noGrp="1"/>
          </p:cNvSpPr>
          <p:nvPr>
            <p:ph type="body" idx="1"/>
          </p:nvPr>
        </p:nvSpPr>
        <p:spPr/>
        <p:txBody>
          <a:bodyPr/>
          <a:lstStyle>
            <a:lvl1pPr>
              <a:defRPr>
                <a:latin typeface="Arial" pitchFamily="34" charset="0"/>
                <a:ea typeface="+mn-ea"/>
                <a:cs typeface="Arial" pitchFamily="34" charset="0"/>
              </a:defRPr>
            </a:lvl1pPr>
            <a:lvl2pPr>
              <a:defRPr>
                <a:latin typeface="Arial" pitchFamily="34" charset="0"/>
                <a:ea typeface="+mn-ea"/>
                <a:cs typeface="Arial" pitchFamily="34" charset="0"/>
              </a:defRPr>
            </a:lvl2pPr>
            <a:lvl3pPr>
              <a:defRPr>
                <a:latin typeface="Arial" pitchFamily="34" charset="0"/>
                <a:ea typeface="+mn-ea"/>
                <a:cs typeface="Arial" pitchFamily="34" charset="0"/>
              </a:defRPr>
            </a:lvl3pPr>
            <a:lvl4pPr>
              <a:defRPr>
                <a:latin typeface="Arial" pitchFamily="34" charset="0"/>
                <a:ea typeface="+mn-ea"/>
                <a:cs typeface="Arial" pitchFamily="34" charset="0"/>
              </a:defRPr>
            </a:lvl4pPr>
            <a:lvl5pPr>
              <a:defRPr>
                <a:latin typeface="Arial" pitchFamily="34" charset="0"/>
                <a:ea typeface="+mn-ea"/>
                <a:cs typeface="Arial"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293693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a:t>按一下以編輯母片標題樣式</a:t>
            </a:r>
          </a:p>
        </p:txBody>
      </p:sp>
      <p:sp>
        <p:nvSpPr>
          <p:cNvPr id="3" name="副標題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TW" altLang="en-US"/>
              <a:t>按一下以編輯母片副標題樣式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TW"/>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TW"/>
          </a:p>
        </p:txBody>
      </p:sp>
      <p:sp>
        <p:nvSpPr>
          <p:cNvPr id="6" name="Rectangle 6"/>
          <p:cNvSpPr>
            <a:spLocks noGrp="1" noChangeArrowheads="1"/>
          </p:cNvSpPr>
          <p:nvPr>
            <p:ph type="sldNum" sz="quarter" idx="12"/>
          </p:nvPr>
        </p:nvSpPr>
        <p:spPr>
          <a:ln/>
        </p:spPr>
        <p:txBody>
          <a:bodyPr/>
          <a:lstStyle>
            <a:lvl1pPr>
              <a:defRPr/>
            </a:lvl1pPr>
          </a:lstStyle>
          <a:p>
            <a:pPr>
              <a:defRPr/>
            </a:pPr>
            <a:fld id="{0C254C71-B1A6-0A40-A62E-485F36DE7BF9}" type="slidenum">
              <a:rPr lang="en-US" altLang="zh-TW"/>
              <a:pPr>
                <a:defRPr/>
              </a:pPr>
              <a:t>‹#›</a:t>
            </a:fld>
            <a:endParaRPr lang="en-US" altLang="zh-TW"/>
          </a:p>
        </p:txBody>
      </p:sp>
    </p:spTree>
    <p:extLst>
      <p:ext uri="{BB962C8B-B14F-4D97-AF65-F5344CB8AC3E}">
        <p14:creationId xmlns:p14="http://schemas.microsoft.com/office/powerpoint/2010/main" val="11360911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TW"/>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TW"/>
          </a:p>
        </p:txBody>
      </p:sp>
      <p:sp>
        <p:nvSpPr>
          <p:cNvPr id="6" name="Rectangle 6"/>
          <p:cNvSpPr>
            <a:spLocks noGrp="1" noChangeArrowheads="1"/>
          </p:cNvSpPr>
          <p:nvPr>
            <p:ph type="sldNum" sz="quarter" idx="12"/>
          </p:nvPr>
        </p:nvSpPr>
        <p:spPr>
          <a:ln/>
        </p:spPr>
        <p:txBody>
          <a:bodyPr/>
          <a:lstStyle>
            <a:lvl1pPr>
              <a:defRPr/>
            </a:lvl1pPr>
          </a:lstStyle>
          <a:p>
            <a:pPr>
              <a:defRPr/>
            </a:pPr>
            <a:fld id="{3C554E7A-2BE3-524A-82C0-49F718FBFE01}" type="slidenum">
              <a:rPr lang="en-US" altLang="zh-TW"/>
              <a:pPr>
                <a:defRPr/>
              </a:pPr>
              <a:t>‹#›</a:t>
            </a:fld>
            <a:endParaRPr lang="en-US" altLang="zh-TW"/>
          </a:p>
        </p:txBody>
      </p:sp>
    </p:spTree>
    <p:extLst>
      <p:ext uri="{BB962C8B-B14F-4D97-AF65-F5344CB8AC3E}">
        <p14:creationId xmlns:p14="http://schemas.microsoft.com/office/powerpoint/2010/main" val="247407063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a:t>按一下以編輯母片標題樣式</a:t>
            </a:r>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TW" altLang="en-US"/>
              <a:t>按一下以編輯母片文字樣式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TW"/>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TW"/>
          </a:p>
        </p:txBody>
      </p:sp>
      <p:sp>
        <p:nvSpPr>
          <p:cNvPr id="6" name="Rectangle 6"/>
          <p:cNvSpPr>
            <a:spLocks noGrp="1" noChangeArrowheads="1"/>
          </p:cNvSpPr>
          <p:nvPr>
            <p:ph type="sldNum" sz="quarter" idx="12"/>
          </p:nvPr>
        </p:nvSpPr>
        <p:spPr>
          <a:ln/>
        </p:spPr>
        <p:txBody>
          <a:bodyPr/>
          <a:lstStyle>
            <a:lvl1pPr>
              <a:defRPr/>
            </a:lvl1pPr>
          </a:lstStyle>
          <a:p>
            <a:pPr>
              <a:defRPr/>
            </a:pPr>
            <a:fld id="{E07FC592-F83E-C842-A16E-B51803FEC65A}" type="slidenum">
              <a:rPr lang="en-US" altLang="zh-TW"/>
              <a:pPr>
                <a:defRPr/>
              </a:pPr>
              <a:t>‹#›</a:t>
            </a:fld>
            <a:endParaRPr lang="en-US" altLang="zh-TW"/>
          </a:p>
        </p:txBody>
      </p:sp>
    </p:spTree>
    <p:extLst>
      <p:ext uri="{BB962C8B-B14F-4D97-AF65-F5344CB8AC3E}">
        <p14:creationId xmlns:p14="http://schemas.microsoft.com/office/powerpoint/2010/main" val="356261287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457200" y="1844675"/>
            <a:ext cx="4038600" cy="42814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4648200" y="1844675"/>
            <a:ext cx="4038600" cy="42814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TW"/>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TW"/>
          </a:p>
        </p:txBody>
      </p:sp>
      <p:sp>
        <p:nvSpPr>
          <p:cNvPr id="7" name="Rectangle 6"/>
          <p:cNvSpPr>
            <a:spLocks noGrp="1" noChangeArrowheads="1"/>
          </p:cNvSpPr>
          <p:nvPr>
            <p:ph type="sldNum" sz="quarter" idx="12"/>
          </p:nvPr>
        </p:nvSpPr>
        <p:spPr>
          <a:ln/>
        </p:spPr>
        <p:txBody>
          <a:bodyPr/>
          <a:lstStyle>
            <a:lvl1pPr>
              <a:defRPr/>
            </a:lvl1pPr>
          </a:lstStyle>
          <a:p>
            <a:pPr>
              <a:defRPr/>
            </a:pPr>
            <a:fld id="{DC12FED9-F25E-BF48-BBF2-BCB8ACD61186}" type="slidenum">
              <a:rPr lang="en-US" altLang="zh-TW"/>
              <a:pPr>
                <a:defRPr/>
              </a:pPr>
              <a:t>‹#›</a:t>
            </a:fld>
            <a:endParaRPr lang="en-US" altLang="zh-TW"/>
          </a:p>
        </p:txBody>
      </p:sp>
    </p:spTree>
    <p:extLst>
      <p:ext uri="{BB962C8B-B14F-4D97-AF65-F5344CB8AC3E}">
        <p14:creationId xmlns:p14="http://schemas.microsoft.com/office/powerpoint/2010/main" val="134424847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1143000"/>
          </a:xfrm>
        </p:spPr>
        <p:txBody>
          <a:bodyPr/>
          <a:lstStyle>
            <a:lvl1pPr>
              <a:defRPr/>
            </a:lvl1pPr>
          </a:lstStyle>
          <a:p>
            <a:r>
              <a:rPr lang="zh-TW" altLang="en-US"/>
              <a:t>按一下以編輯母片標題樣式</a:t>
            </a:r>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zh-TW"/>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zh-TW"/>
          </a:p>
        </p:txBody>
      </p:sp>
      <p:sp>
        <p:nvSpPr>
          <p:cNvPr id="9" name="Rectangle 6"/>
          <p:cNvSpPr>
            <a:spLocks noGrp="1" noChangeArrowheads="1"/>
          </p:cNvSpPr>
          <p:nvPr>
            <p:ph type="sldNum" sz="quarter" idx="12"/>
          </p:nvPr>
        </p:nvSpPr>
        <p:spPr>
          <a:ln/>
        </p:spPr>
        <p:txBody>
          <a:bodyPr/>
          <a:lstStyle>
            <a:lvl1pPr>
              <a:defRPr/>
            </a:lvl1pPr>
          </a:lstStyle>
          <a:p>
            <a:pPr>
              <a:defRPr/>
            </a:pPr>
            <a:fld id="{C05948FF-C24A-6144-9320-9FE2D330949C}" type="slidenum">
              <a:rPr lang="en-US" altLang="zh-TW"/>
              <a:pPr>
                <a:defRPr/>
              </a:pPr>
              <a:t>‹#›</a:t>
            </a:fld>
            <a:endParaRPr lang="en-US" altLang="zh-TW"/>
          </a:p>
        </p:txBody>
      </p:sp>
    </p:spTree>
    <p:extLst>
      <p:ext uri="{BB962C8B-B14F-4D97-AF65-F5344CB8AC3E}">
        <p14:creationId xmlns:p14="http://schemas.microsoft.com/office/powerpoint/2010/main" val="88315058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TW"/>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TW"/>
          </a:p>
        </p:txBody>
      </p:sp>
      <p:sp>
        <p:nvSpPr>
          <p:cNvPr id="5" name="Rectangle 6"/>
          <p:cNvSpPr>
            <a:spLocks noGrp="1" noChangeArrowheads="1"/>
          </p:cNvSpPr>
          <p:nvPr>
            <p:ph type="sldNum" sz="quarter" idx="12"/>
          </p:nvPr>
        </p:nvSpPr>
        <p:spPr>
          <a:ln/>
        </p:spPr>
        <p:txBody>
          <a:bodyPr/>
          <a:lstStyle>
            <a:lvl1pPr>
              <a:defRPr/>
            </a:lvl1pPr>
          </a:lstStyle>
          <a:p>
            <a:pPr>
              <a:defRPr/>
            </a:pPr>
            <a:fld id="{ADD15A0A-E268-E548-87FB-0C2CC3CDADCC}" type="slidenum">
              <a:rPr lang="en-US" altLang="zh-TW"/>
              <a:pPr>
                <a:defRPr/>
              </a:pPr>
              <a:t>‹#›</a:t>
            </a:fld>
            <a:endParaRPr lang="en-US" altLang="zh-TW"/>
          </a:p>
        </p:txBody>
      </p:sp>
    </p:spTree>
    <p:extLst>
      <p:ext uri="{BB962C8B-B14F-4D97-AF65-F5344CB8AC3E}">
        <p14:creationId xmlns:p14="http://schemas.microsoft.com/office/powerpoint/2010/main" val="317359780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zh-TW"/>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zh-TW"/>
          </a:p>
        </p:txBody>
      </p:sp>
      <p:sp>
        <p:nvSpPr>
          <p:cNvPr id="4" name="Rectangle 6"/>
          <p:cNvSpPr>
            <a:spLocks noGrp="1" noChangeArrowheads="1"/>
          </p:cNvSpPr>
          <p:nvPr>
            <p:ph type="sldNum" sz="quarter" idx="12"/>
          </p:nvPr>
        </p:nvSpPr>
        <p:spPr>
          <a:ln/>
        </p:spPr>
        <p:txBody>
          <a:bodyPr/>
          <a:lstStyle>
            <a:lvl1pPr>
              <a:defRPr/>
            </a:lvl1pPr>
          </a:lstStyle>
          <a:p>
            <a:pPr>
              <a:defRPr/>
            </a:pPr>
            <a:fld id="{C7CEFE14-6D7C-9544-B4C9-CFB851B25C0F}" type="slidenum">
              <a:rPr lang="en-US" altLang="zh-TW"/>
              <a:pPr>
                <a:defRPr/>
              </a:pPr>
              <a:t>‹#›</a:t>
            </a:fld>
            <a:endParaRPr lang="en-US" altLang="zh-TW"/>
          </a:p>
        </p:txBody>
      </p:sp>
    </p:spTree>
    <p:extLst>
      <p:ext uri="{BB962C8B-B14F-4D97-AF65-F5344CB8AC3E}">
        <p14:creationId xmlns:p14="http://schemas.microsoft.com/office/powerpoint/2010/main" val="246594339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a:t>按一下以編輯母片標題樣式</a:t>
            </a:r>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TW"/>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TW"/>
          </a:p>
        </p:txBody>
      </p:sp>
      <p:sp>
        <p:nvSpPr>
          <p:cNvPr id="7" name="Rectangle 6"/>
          <p:cNvSpPr>
            <a:spLocks noGrp="1" noChangeArrowheads="1"/>
          </p:cNvSpPr>
          <p:nvPr>
            <p:ph type="sldNum" sz="quarter" idx="12"/>
          </p:nvPr>
        </p:nvSpPr>
        <p:spPr>
          <a:ln/>
        </p:spPr>
        <p:txBody>
          <a:bodyPr/>
          <a:lstStyle>
            <a:lvl1pPr>
              <a:defRPr/>
            </a:lvl1pPr>
          </a:lstStyle>
          <a:p>
            <a:pPr>
              <a:defRPr/>
            </a:pPr>
            <a:fld id="{5103241D-F48C-4D40-93E8-8CA2620D2E74}" type="slidenum">
              <a:rPr lang="en-US" altLang="zh-TW"/>
              <a:pPr>
                <a:defRPr/>
              </a:pPr>
              <a:t>‹#›</a:t>
            </a:fld>
            <a:endParaRPr lang="en-US" altLang="zh-TW"/>
          </a:p>
        </p:txBody>
      </p:sp>
    </p:spTree>
    <p:extLst>
      <p:ext uri="{BB962C8B-B14F-4D97-AF65-F5344CB8AC3E}">
        <p14:creationId xmlns:p14="http://schemas.microsoft.com/office/powerpoint/2010/main" val="149765956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a:t>按一下以編輯母片標題樣式</a:t>
            </a:r>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TW" altLang="en-US" noProof="0"/>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TW"/>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TW"/>
          </a:p>
        </p:txBody>
      </p:sp>
      <p:sp>
        <p:nvSpPr>
          <p:cNvPr id="7" name="Rectangle 6"/>
          <p:cNvSpPr>
            <a:spLocks noGrp="1" noChangeArrowheads="1"/>
          </p:cNvSpPr>
          <p:nvPr>
            <p:ph type="sldNum" sz="quarter" idx="12"/>
          </p:nvPr>
        </p:nvSpPr>
        <p:spPr>
          <a:ln/>
        </p:spPr>
        <p:txBody>
          <a:bodyPr/>
          <a:lstStyle>
            <a:lvl1pPr>
              <a:defRPr/>
            </a:lvl1pPr>
          </a:lstStyle>
          <a:p>
            <a:pPr>
              <a:defRPr/>
            </a:pPr>
            <a:fld id="{9FD31416-242F-A047-B3FE-35585FE54C44}" type="slidenum">
              <a:rPr lang="en-US" altLang="zh-TW"/>
              <a:pPr>
                <a:defRPr/>
              </a:pPr>
              <a:t>‹#›</a:t>
            </a:fld>
            <a:endParaRPr lang="en-US" altLang="zh-TW"/>
          </a:p>
        </p:txBody>
      </p:sp>
    </p:spTree>
    <p:extLst>
      <p:ext uri="{BB962C8B-B14F-4D97-AF65-F5344CB8AC3E}">
        <p14:creationId xmlns:p14="http://schemas.microsoft.com/office/powerpoint/2010/main" val="312640379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TW"/>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TW"/>
          </a:p>
        </p:txBody>
      </p:sp>
      <p:sp>
        <p:nvSpPr>
          <p:cNvPr id="6" name="Rectangle 6"/>
          <p:cNvSpPr>
            <a:spLocks noGrp="1" noChangeArrowheads="1"/>
          </p:cNvSpPr>
          <p:nvPr>
            <p:ph type="sldNum" sz="quarter" idx="12"/>
          </p:nvPr>
        </p:nvSpPr>
        <p:spPr>
          <a:ln/>
        </p:spPr>
        <p:txBody>
          <a:bodyPr/>
          <a:lstStyle>
            <a:lvl1pPr>
              <a:defRPr/>
            </a:lvl1pPr>
          </a:lstStyle>
          <a:p>
            <a:pPr>
              <a:defRPr/>
            </a:pPr>
            <a:fld id="{2AB3ECAA-3FBD-7A4A-B5F5-FF17722713C2}" type="slidenum">
              <a:rPr lang="en-US" altLang="zh-TW"/>
              <a:pPr>
                <a:defRPr/>
              </a:pPr>
              <a:t>‹#›</a:t>
            </a:fld>
            <a:endParaRPr lang="en-US" altLang="zh-TW"/>
          </a:p>
        </p:txBody>
      </p:sp>
    </p:spTree>
    <p:extLst>
      <p:ext uri="{BB962C8B-B14F-4D97-AF65-F5344CB8AC3E}">
        <p14:creationId xmlns:p14="http://schemas.microsoft.com/office/powerpoint/2010/main" val="146364255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15113" y="836613"/>
            <a:ext cx="2071687" cy="5289550"/>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395288" y="836613"/>
            <a:ext cx="6067425" cy="5289550"/>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TW"/>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TW"/>
          </a:p>
        </p:txBody>
      </p:sp>
      <p:sp>
        <p:nvSpPr>
          <p:cNvPr id="6" name="Rectangle 6"/>
          <p:cNvSpPr>
            <a:spLocks noGrp="1" noChangeArrowheads="1"/>
          </p:cNvSpPr>
          <p:nvPr>
            <p:ph type="sldNum" sz="quarter" idx="12"/>
          </p:nvPr>
        </p:nvSpPr>
        <p:spPr>
          <a:ln/>
        </p:spPr>
        <p:txBody>
          <a:bodyPr/>
          <a:lstStyle>
            <a:lvl1pPr>
              <a:defRPr/>
            </a:lvl1pPr>
          </a:lstStyle>
          <a:p>
            <a:pPr>
              <a:defRPr/>
            </a:pPr>
            <a:fld id="{572ABB75-A7FD-AE4F-B439-434BC85A3CC7}" type="slidenum">
              <a:rPr lang="en-US" altLang="zh-TW"/>
              <a:pPr>
                <a:defRPr/>
              </a:pPr>
              <a:t>‹#›</a:t>
            </a:fld>
            <a:endParaRPr lang="en-US" altLang="zh-TW"/>
          </a:p>
        </p:txBody>
      </p:sp>
    </p:spTree>
    <p:extLst>
      <p:ext uri="{BB962C8B-B14F-4D97-AF65-F5344CB8AC3E}">
        <p14:creationId xmlns:p14="http://schemas.microsoft.com/office/powerpoint/2010/main" val="35920322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18" Type="http://schemas.openxmlformats.org/officeDocument/2006/relationships/oleObject" Target="../embeddings/oleObject2.bin"/><Relationship Id="rId3" Type="http://schemas.openxmlformats.org/officeDocument/2006/relationships/slideLayout" Target="../slideLayouts/slideLayout3.xml"/><Relationship Id="rId21" Type="http://schemas.openxmlformats.org/officeDocument/2006/relationships/image" Target="../media/image5.jpe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oleObject" Target="../embeddings/oleObject1.bin"/><Relationship Id="rId20" Type="http://schemas.openxmlformats.org/officeDocument/2006/relationships/image" Target="../media/image4.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jpeg"/><Relationship Id="rId23" Type="http://schemas.openxmlformats.org/officeDocument/2006/relationships/image" Target="../media/image7.jpeg"/><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vmlDrawing" Target="../drawings/vmlDrawing1.vml"/><Relationship Id="rId22" Type="http://schemas.openxmlformats.org/officeDocument/2006/relationships/image" Target="../media/image6.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vmlDrawing" Target="../drawings/vmlDrawing2.vml"/><Relationship Id="rId18" Type="http://schemas.openxmlformats.org/officeDocument/2006/relationships/image" Target="../media/image5.jpeg"/><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17" Type="http://schemas.openxmlformats.org/officeDocument/2006/relationships/image" Target="../media/image4.jpeg"/><Relationship Id="rId2" Type="http://schemas.openxmlformats.org/officeDocument/2006/relationships/slideLayout" Target="../slideLayouts/slideLayout14.xml"/><Relationship Id="rId16" Type="http://schemas.openxmlformats.org/officeDocument/2006/relationships/image" Target="../media/image8.png"/><Relationship Id="rId20" Type="http://schemas.openxmlformats.org/officeDocument/2006/relationships/image" Target="../media/image7.jpeg"/><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oleObject" Target="../embeddings/oleObject3.bin"/><Relationship Id="rId10" Type="http://schemas.openxmlformats.org/officeDocument/2006/relationships/slideLayout" Target="../slideLayouts/slideLayout22.xml"/><Relationship Id="rId19" Type="http://schemas.openxmlformats.org/officeDocument/2006/relationships/image" Target="../media/image6.jpeg"/><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9.jpe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5"/>
          <a:srcRect/>
          <a:stretch>
            <a:fillRect/>
          </a:stretch>
        </a:blipFill>
        <a:effectLst/>
      </p:bgPr>
    </p:bg>
    <p:spTree>
      <p:nvGrpSpPr>
        <p:cNvPr id="1" name=""/>
        <p:cNvGrpSpPr/>
        <p:nvPr/>
      </p:nvGrpSpPr>
      <p:grpSpPr>
        <a:xfrm>
          <a:off x="0" y="0"/>
          <a:ext cx="0" cy="0"/>
          <a:chOff x="0" y="0"/>
          <a:chExt cx="0" cy="0"/>
        </a:xfrm>
      </p:grpSpPr>
      <p:graphicFrame>
        <p:nvGraphicFramePr>
          <p:cNvPr id="1026" name="Object 9"/>
          <p:cNvGraphicFramePr>
            <a:graphicFrameLocks noChangeAspect="1"/>
          </p:cNvGraphicFramePr>
          <p:nvPr userDrawn="1"/>
        </p:nvGraphicFramePr>
        <p:xfrm>
          <a:off x="0" y="0"/>
          <a:ext cx="9144000" cy="6858000"/>
        </p:xfrm>
        <a:graphic>
          <a:graphicData uri="http://schemas.openxmlformats.org/presentationml/2006/ole">
            <mc:AlternateContent xmlns:mc="http://schemas.openxmlformats.org/markup-compatibility/2006">
              <mc:Choice xmlns:v="urn:schemas-microsoft-com:vml" Requires="v">
                <p:oleObj spid="_x0000_s1082" name="Image" r:id="rId16" imgW="13003175" imgH="9752381" progId="Photoshop.Image.10">
                  <p:embed/>
                </p:oleObj>
              </mc:Choice>
              <mc:Fallback>
                <p:oleObj name="Image" r:id="rId16" imgW="13003175" imgH="9752381" progId="Photoshop.Image.10">
                  <p:embed/>
                  <p:pic>
                    <p:nvPicPr>
                      <p:cNvPr id="1026" name="Object 9"/>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7"/>
                                </a:schemeClr>
                              </a:outerShdw>
                            </a:effectLst>
                          </a14:hiddenEffects>
                        </a:ext>
                      </a:extLst>
                    </p:spPr>
                  </p:pic>
                </p:oleObj>
              </mc:Fallback>
            </mc:AlternateContent>
          </a:graphicData>
        </a:graphic>
      </p:graphicFrame>
      <p:sp>
        <p:nvSpPr>
          <p:cNvPr id="162818" name="Rectangle 2"/>
          <p:cNvSpPr>
            <a:spLocks noGrp="1" noChangeArrowheads="1"/>
          </p:cNvSpPr>
          <p:nvPr>
            <p:ph type="title"/>
          </p:nvPr>
        </p:nvSpPr>
        <p:spPr bwMode="auto">
          <a:xfrm>
            <a:off x="395288" y="836613"/>
            <a:ext cx="8229600" cy="79216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zh-TW" altLang="en-US"/>
              <a:t>按一下以編輯母片標題樣式</a:t>
            </a:r>
          </a:p>
        </p:txBody>
      </p:sp>
      <p:sp>
        <p:nvSpPr>
          <p:cNvPr id="162819" name="Rectangle 3"/>
          <p:cNvSpPr>
            <a:spLocks noGrp="1" noChangeArrowheads="1"/>
          </p:cNvSpPr>
          <p:nvPr>
            <p:ph type="body" idx="1"/>
          </p:nvPr>
        </p:nvSpPr>
        <p:spPr bwMode="auto">
          <a:xfrm>
            <a:off x="457200" y="1844675"/>
            <a:ext cx="8229600" cy="42814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p>
            <a:pPr lvl="0"/>
            <a:r>
              <a:rPr lang="zh-TW" altLang="en-US"/>
              <a:t>按一下以編輯母片</a:t>
            </a:r>
          </a:p>
          <a:p>
            <a:pPr lvl="1"/>
            <a:r>
              <a:rPr lang="zh-TW" altLang="en-US"/>
              <a:t>第二層</a:t>
            </a:r>
          </a:p>
          <a:p>
            <a:pPr lvl="2"/>
            <a:r>
              <a:rPr lang="zh-TW" altLang="en-US"/>
              <a:t>第三層</a:t>
            </a:r>
          </a:p>
          <a:p>
            <a:pPr lvl="3"/>
            <a:r>
              <a:rPr lang="zh-TW" altLang="en-US"/>
              <a:t>第四層</a:t>
            </a:r>
          </a:p>
        </p:txBody>
      </p:sp>
      <p:sp>
        <p:nvSpPr>
          <p:cNvPr id="162820"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ea typeface="新細明體" pitchFamily="18" charset="-120"/>
                <a:cs typeface="+mn-cs"/>
              </a:defRPr>
            </a:lvl1pPr>
          </a:lstStyle>
          <a:p>
            <a:pPr>
              <a:defRPr/>
            </a:pPr>
            <a:endParaRPr lang="en-US" altLang="zh-TW"/>
          </a:p>
        </p:txBody>
      </p:sp>
      <p:sp>
        <p:nvSpPr>
          <p:cNvPr id="162821"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ea typeface="新細明體" pitchFamily="18" charset="-120"/>
                <a:cs typeface="+mn-cs"/>
              </a:defRPr>
            </a:lvl1pPr>
          </a:lstStyle>
          <a:p>
            <a:pPr>
              <a:defRPr/>
            </a:pPr>
            <a:endParaRPr lang="zh-TW" altLang="zh-TW"/>
          </a:p>
        </p:txBody>
      </p:sp>
      <p:sp>
        <p:nvSpPr>
          <p:cNvPr id="162822"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ea typeface="新細明體" pitchFamily="18" charset="-120"/>
                <a:cs typeface="+mn-cs"/>
              </a:defRPr>
            </a:lvl1pPr>
          </a:lstStyle>
          <a:p>
            <a:pPr>
              <a:defRPr/>
            </a:pPr>
            <a:endParaRPr lang="zh-TW" altLang="zh-TW"/>
          </a:p>
        </p:txBody>
      </p:sp>
      <p:graphicFrame>
        <p:nvGraphicFramePr>
          <p:cNvPr id="1032" name="Object 8"/>
          <p:cNvGraphicFramePr>
            <a:graphicFrameLocks noChangeAspect="1"/>
          </p:cNvGraphicFramePr>
          <p:nvPr userDrawn="1"/>
        </p:nvGraphicFramePr>
        <p:xfrm>
          <a:off x="8358188" y="4724400"/>
          <a:ext cx="785812" cy="1603375"/>
        </p:xfrm>
        <a:graphic>
          <a:graphicData uri="http://schemas.openxmlformats.org/presentationml/2006/ole">
            <mc:AlternateContent xmlns:mc="http://schemas.openxmlformats.org/markup-compatibility/2006">
              <mc:Choice xmlns:v="urn:schemas-microsoft-com:vml" Requires="v">
                <p:oleObj spid="_x0000_s1083" name="Image" r:id="rId18" imgW="1244006" imgH="2539683" progId="Photoshop.Image.10">
                  <p:embed/>
                </p:oleObj>
              </mc:Choice>
              <mc:Fallback>
                <p:oleObj name="Image" r:id="rId18" imgW="1244006" imgH="2539683" progId="Photoshop.Image.10">
                  <p:embed/>
                  <p:pic>
                    <p:nvPicPr>
                      <p:cNvPr id="1032" name="Object 8"/>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8358188" y="4724400"/>
                        <a:ext cx="785812" cy="16033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7"/>
                                </a:schemeClr>
                              </a:outerShdw>
                            </a:effectLst>
                          </a14:hiddenEffects>
                        </a:ext>
                      </a:extLst>
                    </p:spPr>
                  </p:pic>
                </p:oleObj>
              </mc:Fallback>
            </mc:AlternateContent>
          </a:graphicData>
        </a:graphic>
      </p:graphicFrame>
    </p:spTree>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73" r:id="rId12"/>
  </p:sldLayoutIdLs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2819">
                                            <p:txEl>
                                              <p:pRg st="0" end="0"/>
                                            </p:txEl>
                                          </p:spTgt>
                                        </p:tgtEl>
                                        <p:attrNameLst>
                                          <p:attrName>style.visibility</p:attrName>
                                        </p:attrNameLst>
                                      </p:cBhvr>
                                      <p:to>
                                        <p:strVal val="visible"/>
                                      </p:to>
                                    </p:set>
                                    <p:animEffect transition="in" filter="wipe(left)">
                                      <p:cBhvr>
                                        <p:cTn id="7" dur="500"/>
                                        <p:tgtEl>
                                          <p:spTgt spid="16281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62819">
                                            <p:txEl>
                                              <p:pRg st="1" end="1"/>
                                            </p:txEl>
                                          </p:spTgt>
                                        </p:tgtEl>
                                        <p:attrNameLst>
                                          <p:attrName>style.visibility</p:attrName>
                                        </p:attrNameLst>
                                      </p:cBhvr>
                                      <p:to>
                                        <p:strVal val="visible"/>
                                      </p:to>
                                    </p:set>
                                    <p:animEffect transition="in" filter="wipe(left)">
                                      <p:cBhvr>
                                        <p:cTn id="12" dur="500"/>
                                        <p:tgtEl>
                                          <p:spTgt spid="16281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62819">
                                            <p:txEl>
                                              <p:pRg st="2" end="2"/>
                                            </p:txEl>
                                          </p:spTgt>
                                        </p:tgtEl>
                                        <p:attrNameLst>
                                          <p:attrName>style.visibility</p:attrName>
                                        </p:attrNameLst>
                                      </p:cBhvr>
                                      <p:to>
                                        <p:strVal val="visible"/>
                                      </p:to>
                                    </p:set>
                                    <p:animEffect transition="in" filter="wipe(left)">
                                      <p:cBhvr>
                                        <p:cTn id="17" dur="500"/>
                                        <p:tgtEl>
                                          <p:spTgt spid="162819">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62819">
                                            <p:txEl>
                                              <p:pRg st="3" end="3"/>
                                            </p:txEl>
                                          </p:spTgt>
                                        </p:tgtEl>
                                        <p:attrNameLst>
                                          <p:attrName>style.visibility</p:attrName>
                                        </p:attrNameLst>
                                      </p:cBhvr>
                                      <p:to>
                                        <p:strVal val="visible"/>
                                      </p:to>
                                    </p:set>
                                    <p:animEffect transition="in" filter="wipe(left)">
                                      <p:cBhvr>
                                        <p:cTn id="22" dur="500"/>
                                        <p:tgtEl>
                                          <p:spTgt spid="16281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2819" grpId="0" build="p">
        <p:tmplLst>
          <p:tmpl lvl="1">
            <p:tnLst>
              <p:par>
                <p:cTn presetID="22" presetClass="entr" presetSubtype="8" fill="hold" nodeType="clickEffect">
                  <p:stCondLst>
                    <p:cond delay="0"/>
                  </p:stCondLst>
                  <p:childTnLst>
                    <p:set>
                      <p:cBhvr>
                        <p:cTn dur="1" fill="hold">
                          <p:stCondLst>
                            <p:cond delay="0"/>
                          </p:stCondLst>
                        </p:cTn>
                        <p:tgtEl>
                          <p:spTgt spid="162819"/>
                        </p:tgtEl>
                        <p:attrNameLst>
                          <p:attrName>style.visibility</p:attrName>
                        </p:attrNameLst>
                      </p:cBhvr>
                      <p:to>
                        <p:strVal val="visible"/>
                      </p:to>
                    </p:set>
                    <p:animEffect transition="in" filter="wipe(left)">
                      <p:cBhvr>
                        <p:cTn dur="500"/>
                        <p:tgtEl>
                          <p:spTgt spid="162819"/>
                        </p:tgtEl>
                      </p:cBhvr>
                    </p:animEffect>
                  </p:childTnLst>
                </p:cTn>
              </p:par>
            </p:tnLst>
          </p:tmpl>
          <p:tmpl lvl="2">
            <p:tnLst>
              <p:par>
                <p:cTn presetID="22" presetClass="entr" presetSubtype="8" fill="hold" nodeType="clickEffect">
                  <p:stCondLst>
                    <p:cond delay="0"/>
                  </p:stCondLst>
                  <p:childTnLst>
                    <p:set>
                      <p:cBhvr>
                        <p:cTn dur="1" fill="hold">
                          <p:stCondLst>
                            <p:cond delay="0"/>
                          </p:stCondLst>
                        </p:cTn>
                        <p:tgtEl>
                          <p:spTgt spid="162819"/>
                        </p:tgtEl>
                        <p:attrNameLst>
                          <p:attrName>style.visibility</p:attrName>
                        </p:attrNameLst>
                      </p:cBhvr>
                      <p:to>
                        <p:strVal val="visible"/>
                      </p:to>
                    </p:set>
                    <p:animEffect transition="in" filter="wipe(left)">
                      <p:cBhvr>
                        <p:cTn dur="500"/>
                        <p:tgtEl>
                          <p:spTgt spid="162819"/>
                        </p:tgtEl>
                      </p:cBhvr>
                    </p:animEffect>
                  </p:childTnLst>
                </p:cTn>
              </p:par>
            </p:tnLst>
          </p:tmpl>
          <p:tmpl lvl="3">
            <p:tnLst>
              <p:par>
                <p:cTn presetID="22" presetClass="entr" presetSubtype="8" fill="hold" nodeType="clickEffect">
                  <p:stCondLst>
                    <p:cond delay="0"/>
                  </p:stCondLst>
                  <p:childTnLst>
                    <p:set>
                      <p:cBhvr>
                        <p:cTn dur="1" fill="hold">
                          <p:stCondLst>
                            <p:cond delay="0"/>
                          </p:stCondLst>
                        </p:cTn>
                        <p:tgtEl>
                          <p:spTgt spid="162819"/>
                        </p:tgtEl>
                        <p:attrNameLst>
                          <p:attrName>style.visibility</p:attrName>
                        </p:attrNameLst>
                      </p:cBhvr>
                      <p:to>
                        <p:strVal val="visible"/>
                      </p:to>
                    </p:set>
                    <p:animEffect transition="in" filter="wipe(left)">
                      <p:cBhvr>
                        <p:cTn dur="500"/>
                        <p:tgtEl>
                          <p:spTgt spid="162819"/>
                        </p:tgtEl>
                      </p:cBhvr>
                    </p:animEffect>
                  </p:childTnLst>
                </p:cTn>
              </p:par>
            </p:tnLst>
          </p:tmpl>
          <p:tmpl lvl="4">
            <p:tnLst>
              <p:par>
                <p:cTn presetID="22" presetClass="entr" presetSubtype="8" fill="hold" nodeType="clickEffect">
                  <p:stCondLst>
                    <p:cond delay="0"/>
                  </p:stCondLst>
                  <p:childTnLst>
                    <p:set>
                      <p:cBhvr>
                        <p:cTn dur="1" fill="hold">
                          <p:stCondLst>
                            <p:cond delay="0"/>
                          </p:stCondLst>
                        </p:cTn>
                        <p:tgtEl>
                          <p:spTgt spid="162819"/>
                        </p:tgtEl>
                        <p:attrNameLst>
                          <p:attrName>style.visibility</p:attrName>
                        </p:attrNameLst>
                      </p:cBhvr>
                      <p:to>
                        <p:strVal val="visible"/>
                      </p:to>
                    </p:set>
                    <p:animEffect transition="in" filter="wipe(left)">
                      <p:cBhvr>
                        <p:cTn dur="500"/>
                        <p:tgtEl>
                          <p:spTgt spid="162819"/>
                        </p:tgtEl>
                      </p:cBhvr>
                    </p:animEffect>
                  </p:childTnLst>
                </p:cTn>
              </p:par>
            </p:tnLst>
          </p:tmpl>
        </p:tmplLst>
      </p:bldP>
    </p:bldLst>
  </p:timing>
  <p:txStyles>
    <p:titleStyle>
      <a:lvl1pPr algn="l" rtl="0" eaLnBrk="0" fontAlgn="base" hangingPunct="0">
        <a:spcBef>
          <a:spcPct val="0"/>
        </a:spcBef>
        <a:spcAft>
          <a:spcPct val="0"/>
        </a:spcAft>
        <a:defRPr kumimoji="1" sz="4000" b="1" i="1">
          <a:solidFill>
            <a:srgbClr val="CC0000"/>
          </a:solidFill>
          <a:effectLst>
            <a:outerShdw blurRad="38100" dist="38100" dir="2700000" algn="tl">
              <a:srgbClr val="C0C0C0"/>
            </a:outerShdw>
          </a:effectLst>
          <a:latin typeface="+mj-lt"/>
          <a:ea typeface="+mj-ea"/>
          <a:cs typeface="華康儷中黑" charset="0"/>
        </a:defRPr>
      </a:lvl1pPr>
      <a:lvl2pPr algn="l" rtl="0" eaLnBrk="0" fontAlgn="base" hangingPunct="0">
        <a:spcBef>
          <a:spcPct val="0"/>
        </a:spcBef>
        <a:spcAft>
          <a:spcPct val="0"/>
        </a:spcAft>
        <a:defRPr kumimoji="1" sz="4000" b="1" i="1">
          <a:solidFill>
            <a:srgbClr val="CC0000"/>
          </a:solidFill>
          <a:effectLst>
            <a:outerShdw blurRad="38100" dist="38100" dir="2700000" algn="tl">
              <a:srgbClr val="C0C0C0"/>
            </a:outerShdw>
          </a:effectLst>
          <a:latin typeface="Consolas" pitchFamily="49" charset="0"/>
          <a:ea typeface="華康儷中黑" pitchFamily="49" charset="-120"/>
          <a:cs typeface="華康儷中黑" charset="0"/>
        </a:defRPr>
      </a:lvl2pPr>
      <a:lvl3pPr algn="l" rtl="0" eaLnBrk="0" fontAlgn="base" hangingPunct="0">
        <a:spcBef>
          <a:spcPct val="0"/>
        </a:spcBef>
        <a:spcAft>
          <a:spcPct val="0"/>
        </a:spcAft>
        <a:defRPr kumimoji="1" sz="4000" b="1" i="1">
          <a:solidFill>
            <a:srgbClr val="CC0000"/>
          </a:solidFill>
          <a:effectLst>
            <a:outerShdw blurRad="38100" dist="38100" dir="2700000" algn="tl">
              <a:srgbClr val="C0C0C0"/>
            </a:outerShdw>
          </a:effectLst>
          <a:latin typeface="Consolas" pitchFamily="49" charset="0"/>
          <a:ea typeface="華康儷中黑" pitchFamily="49" charset="-120"/>
          <a:cs typeface="華康儷中黑" charset="0"/>
        </a:defRPr>
      </a:lvl3pPr>
      <a:lvl4pPr algn="l" rtl="0" eaLnBrk="0" fontAlgn="base" hangingPunct="0">
        <a:spcBef>
          <a:spcPct val="0"/>
        </a:spcBef>
        <a:spcAft>
          <a:spcPct val="0"/>
        </a:spcAft>
        <a:defRPr kumimoji="1" sz="4000" b="1" i="1">
          <a:solidFill>
            <a:srgbClr val="CC0000"/>
          </a:solidFill>
          <a:effectLst>
            <a:outerShdw blurRad="38100" dist="38100" dir="2700000" algn="tl">
              <a:srgbClr val="C0C0C0"/>
            </a:outerShdw>
          </a:effectLst>
          <a:latin typeface="Consolas" pitchFamily="49" charset="0"/>
          <a:ea typeface="華康儷中黑" pitchFamily="49" charset="-120"/>
          <a:cs typeface="華康儷中黑" charset="0"/>
        </a:defRPr>
      </a:lvl4pPr>
      <a:lvl5pPr algn="l" rtl="0" eaLnBrk="0" fontAlgn="base" hangingPunct="0">
        <a:spcBef>
          <a:spcPct val="0"/>
        </a:spcBef>
        <a:spcAft>
          <a:spcPct val="0"/>
        </a:spcAft>
        <a:defRPr kumimoji="1" sz="4000" b="1" i="1">
          <a:solidFill>
            <a:srgbClr val="CC0000"/>
          </a:solidFill>
          <a:effectLst>
            <a:outerShdw blurRad="38100" dist="38100" dir="2700000" algn="tl">
              <a:srgbClr val="C0C0C0"/>
            </a:outerShdw>
          </a:effectLst>
          <a:latin typeface="Consolas" pitchFamily="49" charset="0"/>
          <a:ea typeface="華康儷中黑" pitchFamily="49" charset="-120"/>
          <a:cs typeface="華康儷中黑" charset="0"/>
        </a:defRPr>
      </a:lvl5pPr>
      <a:lvl6pPr marL="457200" algn="l" rtl="0" fontAlgn="base">
        <a:spcBef>
          <a:spcPct val="0"/>
        </a:spcBef>
        <a:spcAft>
          <a:spcPct val="0"/>
        </a:spcAft>
        <a:defRPr kumimoji="1" sz="4000" b="1" i="1">
          <a:solidFill>
            <a:srgbClr val="CC0000"/>
          </a:solidFill>
          <a:effectLst>
            <a:outerShdw blurRad="38100" dist="38100" dir="2700000" algn="tl">
              <a:srgbClr val="C0C0C0"/>
            </a:outerShdw>
          </a:effectLst>
          <a:latin typeface="Consolas" pitchFamily="49" charset="0"/>
          <a:ea typeface="華康儷中黑" pitchFamily="49" charset="-120"/>
        </a:defRPr>
      </a:lvl6pPr>
      <a:lvl7pPr marL="914400" algn="l" rtl="0" fontAlgn="base">
        <a:spcBef>
          <a:spcPct val="0"/>
        </a:spcBef>
        <a:spcAft>
          <a:spcPct val="0"/>
        </a:spcAft>
        <a:defRPr kumimoji="1" sz="4000" b="1" i="1">
          <a:solidFill>
            <a:srgbClr val="CC0000"/>
          </a:solidFill>
          <a:effectLst>
            <a:outerShdw blurRad="38100" dist="38100" dir="2700000" algn="tl">
              <a:srgbClr val="C0C0C0"/>
            </a:outerShdw>
          </a:effectLst>
          <a:latin typeface="Consolas" pitchFamily="49" charset="0"/>
          <a:ea typeface="華康儷中黑" pitchFamily="49" charset="-120"/>
        </a:defRPr>
      </a:lvl7pPr>
      <a:lvl8pPr marL="1371600" algn="l" rtl="0" fontAlgn="base">
        <a:spcBef>
          <a:spcPct val="0"/>
        </a:spcBef>
        <a:spcAft>
          <a:spcPct val="0"/>
        </a:spcAft>
        <a:defRPr kumimoji="1" sz="4000" b="1" i="1">
          <a:solidFill>
            <a:srgbClr val="CC0000"/>
          </a:solidFill>
          <a:effectLst>
            <a:outerShdw blurRad="38100" dist="38100" dir="2700000" algn="tl">
              <a:srgbClr val="C0C0C0"/>
            </a:outerShdw>
          </a:effectLst>
          <a:latin typeface="Consolas" pitchFamily="49" charset="0"/>
          <a:ea typeface="華康儷中黑" pitchFamily="49" charset="-120"/>
        </a:defRPr>
      </a:lvl8pPr>
      <a:lvl9pPr marL="1828800" algn="l" rtl="0" fontAlgn="base">
        <a:spcBef>
          <a:spcPct val="0"/>
        </a:spcBef>
        <a:spcAft>
          <a:spcPct val="0"/>
        </a:spcAft>
        <a:defRPr kumimoji="1" sz="4000" b="1" i="1">
          <a:solidFill>
            <a:srgbClr val="CC0000"/>
          </a:solidFill>
          <a:effectLst>
            <a:outerShdw blurRad="38100" dist="38100" dir="2700000" algn="tl">
              <a:srgbClr val="C0C0C0"/>
            </a:outerShdw>
          </a:effectLst>
          <a:latin typeface="Consolas" pitchFamily="49" charset="0"/>
          <a:ea typeface="華康儷中黑" pitchFamily="49" charset="-120"/>
        </a:defRPr>
      </a:lvl9pPr>
    </p:titleStyle>
    <p:bodyStyle>
      <a:lvl1pPr marL="342900" indent="-342900" algn="l" rtl="0" eaLnBrk="0" fontAlgn="base" hangingPunct="0">
        <a:spcBef>
          <a:spcPct val="20000"/>
        </a:spcBef>
        <a:spcAft>
          <a:spcPct val="0"/>
        </a:spcAft>
        <a:buBlip>
          <a:blip r:embed="rId20"/>
        </a:buBlip>
        <a:defRPr kumimoji="1" sz="3200" b="1">
          <a:solidFill>
            <a:schemeClr val="accent2"/>
          </a:solidFill>
          <a:latin typeface="+mn-lt"/>
          <a:ea typeface="+mn-ea"/>
          <a:cs typeface="華康中黑體" charset="0"/>
        </a:defRPr>
      </a:lvl1pPr>
      <a:lvl2pPr marL="742950" indent="-285750" algn="l" rtl="0" eaLnBrk="0" fontAlgn="base" hangingPunct="0">
        <a:spcBef>
          <a:spcPct val="20000"/>
        </a:spcBef>
        <a:spcAft>
          <a:spcPct val="0"/>
        </a:spcAft>
        <a:buBlip>
          <a:blip r:embed="rId21"/>
        </a:buBlip>
        <a:defRPr kumimoji="1" sz="3000" b="1">
          <a:solidFill>
            <a:srgbClr val="006600"/>
          </a:solidFill>
          <a:latin typeface="+mn-lt"/>
          <a:ea typeface="+mn-ea"/>
          <a:cs typeface="華康中黑體" charset="0"/>
        </a:defRPr>
      </a:lvl2pPr>
      <a:lvl3pPr marL="1143000" indent="-228600" algn="l" rtl="0" eaLnBrk="0" fontAlgn="base" hangingPunct="0">
        <a:spcBef>
          <a:spcPct val="20000"/>
        </a:spcBef>
        <a:spcAft>
          <a:spcPct val="0"/>
        </a:spcAft>
        <a:buBlip>
          <a:blip r:embed="rId22"/>
        </a:buBlip>
        <a:defRPr kumimoji="1" sz="2400" b="1">
          <a:solidFill>
            <a:srgbClr val="FF3300"/>
          </a:solidFill>
          <a:latin typeface="+mn-lt"/>
          <a:ea typeface="+mn-ea"/>
          <a:cs typeface="華康中黑體" charset="0"/>
        </a:defRPr>
      </a:lvl3pPr>
      <a:lvl4pPr marL="1600200" indent="-228600" algn="l" rtl="0" eaLnBrk="0" fontAlgn="base" hangingPunct="0">
        <a:spcBef>
          <a:spcPct val="20000"/>
        </a:spcBef>
        <a:spcAft>
          <a:spcPct val="0"/>
        </a:spcAft>
        <a:buBlip>
          <a:blip r:embed="rId23"/>
        </a:buBlip>
        <a:defRPr kumimoji="1" sz="2000" b="1">
          <a:solidFill>
            <a:schemeClr val="tx1"/>
          </a:solidFill>
          <a:latin typeface="+mn-lt"/>
          <a:ea typeface="+mn-ea"/>
          <a:cs typeface="華康中黑體" charset="0"/>
        </a:defRPr>
      </a:lvl4pPr>
      <a:lvl5pPr marL="2057400" indent="-228600" algn="l" rtl="0" eaLnBrk="0" fontAlgn="base" hangingPunct="0">
        <a:spcBef>
          <a:spcPct val="20000"/>
        </a:spcBef>
        <a:spcAft>
          <a:spcPct val="0"/>
        </a:spcAft>
        <a:buChar char="»"/>
        <a:defRPr kumimoji="1" sz="2000">
          <a:solidFill>
            <a:schemeClr val="tx1"/>
          </a:solidFill>
          <a:latin typeface="Arial" charset="0"/>
          <a:ea typeface="新細明體" pitchFamily="18" charset="-120"/>
          <a:cs typeface="新細明體" charset="0"/>
        </a:defRPr>
      </a:lvl5pPr>
      <a:lvl6pPr marL="2514600" indent="-228600" algn="l" rtl="0" fontAlgn="base">
        <a:spcBef>
          <a:spcPct val="20000"/>
        </a:spcBef>
        <a:spcAft>
          <a:spcPct val="0"/>
        </a:spcAft>
        <a:buChar char="»"/>
        <a:defRPr kumimoji="1">
          <a:solidFill>
            <a:schemeClr val="tx1"/>
          </a:solidFill>
          <a:latin typeface="Arial" charset="0"/>
          <a:ea typeface="新細明體" pitchFamily="18" charset="-120"/>
        </a:defRPr>
      </a:lvl6pPr>
      <a:lvl7pPr marL="2971800" indent="-228600" algn="l" rtl="0" fontAlgn="base">
        <a:spcBef>
          <a:spcPct val="20000"/>
        </a:spcBef>
        <a:spcAft>
          <a:spcPct val="0"/>
        </a:spcAft>
        <a:buChar char="»"/>
        <a:defRPr kumimoji="1">
          <a:solidFill>
            <a:schemeClr val="tx1"/>
          </a:solidFill>
          <a:latin typeface="Arial" charset="0"/>
          <a:ea typeface="新細明體" pitchFamily="18" charset="-120"/>
        </a:defRPr>
      </a:lvl7pPr>
      <a:lvl8pPr marL="3429000" indent="-228600" algn="l" rtl="0" fontAlgn="base">
        <a:spcBef>
          <a:spcPct val="20000"/>
        </a:spcBef>
        <a:spcAft>
          <a:spcPct val="0"/>
        </a:spcAft>
        <a:buChar char="»"/>
        <a:defRPr kumimoji="1">
          <a:solidFill>
            <a:schemeClr val="tx1"/>
          </a:solidFill>
          <a:latin typeface="Arial" charset="0"/>
          <a:ea typeface="新細明體" pitchFamily="18" charset="-120"/>
        </a:defRPr>
      </a:lvl8pPr>
      <a:lvl9pPr marL="3886200" indent="-228600" algn="l" rtl="0" fontAlgn="base">
        <a:spcBef>
          <a:spcPct val="20000"/>
        </a:spcBef>
        <a:spcAft>
          <a:spcPct val="0"/>
        </a:spcAft>
        <a:buChar char="»"/>
        <a:defRPr kumimoji="1">
          <a:solidFill>
            <a:schemeClr val="tx1"/>
          </a:solidFill>
          <a:latin typeface="Arial" charset="0"/>
          <a:ea typeface="新細明體" pitchFamily="18" charset="-120"/>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4"/>
          <a:srcRect/>
          <a:stretch>
            <a:fillRect/>
          </a:stretch>
        </a:blipFill>
        <a:effectLst/>
      </p:bgPr>
    </p:bg>
    <p:spTree>
      <p:nvGrpSpPr>
        <p:cNvPr id="1" name=""/>
        <p:cNvGrpSpPr/>
        <p:nvPr/>
      </p:nvGrpSpPr>
      <p:grpSpPr>
        <a:xfrm>
          <a:off x="0" y="0"/>
          <a:ext cx="0" cy="0"/>
          <a:chOff x="0" y="0"/>
          <a:chExt cx="0" cy="0"/>
        </a:xfrm>
      </p:grpSpPr>
      <p:graphicFrame>
        <p:nvGraphicFramePr>
          <p:cNvPr id="13314" name="Object 7"/>
          <p:cNvGraphicFramePr>
            <a:graphicFrameLocks noChangeAspect="1"/>
          </p:cNvGraphicFramePr>
          <p:nvPr userDrawn="1"/>
        </p:nvGraphicFramePr>
        <p:xfrm>
          <a:off x="0" y="0"/>
          <a:ext cx="9144000" cy="6858000"/>
        </p:xfrm>
        <a:graphic>
          <a:graphicData uri="http://schemas.openxmlformats.org/presentationml/2006/ole">
            <mc:AlternateContent xmlns:mc="http://schemas.openxmlformats.org/markup-compatibility/2006">
              <mc:Choice xmlns:v="urn:schemas-microsoft-com:vml" Requires="v">
                <p:oleObj spid="_x0000_s2078" name="Image" r:id="rId15" imgW="13003175" imgH="9752381" progId="Photoshop.Image.10">
                  <p:embed/>
                </p:oleObj>
              </mc:Choice>
              <mc:Fallback>
                <p:oleObj name="Image" r:id="rId15" imgW="13003175" imgH="9752381" progId="Photoshop.Image.10">
                  <p:embed/>
                  <p:pic>
                    <p:nvPicPr>
                      <p:cNvPr id="13314" name="Object 7"/>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7"/>
                                </a:schemeClr>
                              </a:outerShdw>
                            </a:effectLst>
                          </a14:hiddenEffects>
                        </a:ext>
                      </a:extLst>
                    </p:spPr>
                  </p:pic>
                </p:oleObj>
              </mc:Fallback>
            </mc:AlternateContent>
          </a:graphicData>
        </a:graphic>
      </p:graphicFrame>
      <p:sp>
        <p:nvSpPr>
          <p:cNvPr id="13315" name="Rectangle 2"/>
          <p:cNvSpPr>
            <a:spLocks noGrp="1" noChangeArrowheads="1"/>
          </p:cNvSpPr>
          <p:nvPr>
            <p:ph type="title"/>
          </p:nvPr>
        </p:nvSpPr>
        <p:spPr bwMode="auto">
          <a:xfrm>
            <a:off x="395288" y="836613"/>
            <a:ext cx="8229600" cy="79216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ctr" anchorCtr="0" compatLnSpc="1">
            <a:prstTxWarp prst="textNoShape">
              <a:avLst/>
            </a:prstTxWarp>
          </a:bodyPr>
          <a:lstStyle/>
          <a:p>
            <a:pPr lvl="0"/>
            <a:r>
              <a:rPr lang="zh-TW" altLang="en-US"/>
              <a:t>按一下以編輯母片標題樣式</a:t>
            </a:r>
          </a:p>
        </p:txBody>
      </p:sp>
      <p:sp>
        <p:nvSpPr>
          <p:cNvPr id="13316" name="Rectangle 3"/>
          <p:cNvSpPr>
            <a:spLocks noGrp="1" noChangeArrowheads="1"/>
          </p:cNvSpPr>
          <p:nvPr>
            <p:ph type="body" idx="1"/>
          </p:nvPr>
        </p:nvSpPr>
        <p:spPr bwMode="auto">
          <a:xfrm>
            <a:off x="457200" y="1844675"/>
            <a:ext cx="8229600" cy="42814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p>
            <a:pPr lvl="0"/>
            <a:r>
              <a:rPr lang="zh-TW" altLang="en-US"/>
              <a:t>按一下以編輯母片</a:t>
            </a:r>
          </a:p>
          <a:p>
            <a:pPr lvl="1"/>
            <a:r>
              <a:rPr lang="zh-TW" altLang="en-US"/>
              <a:t>第二層</a:t>
            </a:r>
          </a:p>
          <a:p>
            <a:pPr lvl="2"/>
            <a:r>
              <a:rPr lang="zh-TW" altLang="en-US"/>
              <a:t>第三層</a:t>
            </a:r>
          </a:p>
          <a:p>
            <a:pPr lvl="3"/>
            <a:r>
              <a:rPr lang="zh-TW" altLang="en-US"/>
              <a:t>第四層</a:t>
            </a:r>
          </a:p>
        </p:txBody>
      </p:sp>
      <p:sp>
        <p:nvSpPr>
          <p:cNvPr id="163844"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ea typeface="新細明體" pitchFamily="18" charset="-120"/>
                <a:cs typeface="+mn-cs"/>
              </a:defRPr>
            </a:lvl1pPr>
          </a:lstStyle>
          <a:p>
            <a:pPr>
              <a:defRPr/>
            </a:pPr>
            <a:endParaRPr lang="en-US" altLang="zh-TW"/>
          </a:p>
        </p:txBody>
      </p:sp>
      <p:sp>
        <p:nvSpPr>
          <p:cNvPr id="163845"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ea typeface="新細明體" pitchFamily="18" charset="-120"/>
                <a:cs typeface="+mn-cs"/>
              </a:defRPr>
            </a:lvl1pPr>
          </a:lstStyle>
          <a:p>
            <a:pPr>
              <a:defRPr/>
            </a:pPr>
            <a:endParaRPr lang="en-US" altLang="zh-TW"/>
          </a:p>
        </p:txBody>
      </p:sp>
      <p:sp>
        <p:nvSpPr>
          <p:cNvPr id="163846"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pPr>
              <a:defRPr/>
            </a:pPr>
            <a:fld id="{7951CB87-F520-AA4D-A8B4-6C10051A8F55}" type="slidenum">
              <a:rPr lang="en-US" altLang="zh-TW"/>
              <a:pPr>
                <a:defRPr/>
              </a:pPr>
              <a:t>‹#›</a:t>
            </a:fld>
            <a:endParaRPr lang="en-US" altLang="zh-TW"/>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hf hdr="0" ftr="0" dt="0"/>
  <p:txStyles>
    <p:titleStyle>
      <a:lvl1pPr algn="l" rtl="0" eaLnBrk="0" fontAlgn="base" hangingPunct="0">
        <a:spcBef>
          <a:spcPct val="0"/>
        </a:spcBef>
        <a:spcAft>
          <a:spcPct val="0"/>
        </a:spcAft>
        <a:defRPr kumimoji="1" sz="4000" i="1">
          <a:solidFill>
            <a:schemeClr val="tx2"/>
          </a:solidFill>
          <a:latin typeface="+mj-lt"/>
          <a:ea typeface="+mj-ea"/>
          <a:cs typeface="新細明體" charset="0"/>
        </a:defRPr>
      </a:lvl1pPr>
      <a:lvl2pPr algn="l" rtl="0" eaLnBrk="0" fontAlgn="base" hangingPunct="0">
        <a:spcBef>
          <a:spcPct val="0"/>
        </a:spcBef>
        <a:spcAft>
          <a:spcPct val="0"/>
        </a:spcAft>
        <a:defRPr kumimoji="1" sz="4000" i="1">
          <a:solidFill>
            <a:schemeClr val="tx2"/>
          </a:solidFill>
          <a:latin typeface="Arial" charset="0"/>
          <a:ea typeface="新細明體" pitchFamily="18" charset="-120"/>
          <a:cs typeface="新細明體" charset="0"/>
        </a:defRPr>
      </a:lvl2pPr>
      <a:lvl3pPr algn="l" rtl="0" eaLnBrk="0" fontAlgn="base" hangingPunct="0">
        <a:spcBef>
          <a:spcPct val="0"/>
        </a:spcBef>
        <a:spcAft>
          <a:spcPct val="0"/>
        </a:spcAft>
        <a:defRPr kumimoji="1" sz="4000" i="1">
          <a:solidFill>
            <a:schemeClr val="tx2"/>
          </a:solidFill>
          <a:latin typeface="Arial" charset="0"/>
          <a:ea typeface="新細明體" pitchFamily="18" charset="-120"/>
          <a:cs typeface="新細明體" charset="0"/>
        </a:defRPr>
      </a:lvl3pPr>
      <a:lvl4pPr algn="l" rtl="0" eaLnBrk="0" fontAlgn="base" hangingPunct="0">
        <a:spcBef>
          <a:spcPct val="0"/>
        </a:spcBef>
        <a:spcAft>
          <a:spcPct val="0"/>
        </a:spcAft>
        <a:defRPr kumimoji="1" sz="4000" i="1">
          <a:solidFill>
            <a:schemeClr val="tx2"/>
          </a:solidFill>
          <a:latin typeface="Arial" charset="0"/>
          <a:ea typeface="新細明體" pitchFamily="18" charset="-120"/>
          <a:cs typeface="新細明體" charset="0"/>
        </a:defRPr>
      </a:lvl4pPr>
      <a:lvl5pPr algn="l" rtl="0" eaLnBrk="0" fontAlgn="base" hangingPunct="0">
        <a:spcBef>
          <a:spcPct val="0"/>
        </a:spcBef>
        <a:spcAft>
          <a:spcPct val="0"/>
        </a:spcAft>
        <a:defRPr kumimoji="1" sz="4000" i="1">
          <a:solidFill>
            <a:schemeClr val="tx2"/>
          </a:solidFill>
          <a:latin typeface="Arial" charset="0"/>
          <a:ea typeface="新細明體" pitchFamily="18" charset="-120"/>
          <a:cs typeface="新細明體" charset="0"/>
        </a:defRPr>
      </a:lvl5pPr>
      <a:lvl6pPr marL="457200" algn="l" rtl="0" fontAlgn="base">
        <a:spcBef>
          <a:spcPct val="0"/>
        </a:spcBef>
        <a:spcAft>
          <a:spcPct val="0"/>
        </a:spcAft>
        <a:defRPr kumimoji="1" sz="4000" i="1">
          <a:solidFill>
            <a:schemeClr val="tx2"/>
          </a:solidFill>
          <a:latin typeface="Arial" charset="0"/>
          <a:ea typeface="新細明體" pitchFamily="18" charset="-120"/>
        </a:defRPr>
      </a:lvl6pPr>
      <a:lvl7pPr marL="914400" algn="l" rtl="0" fontAlgn="base">
        <a:spcBef>
          <a:spcPct val="0"/>
        </a:spcBef>
        <a:spcAft>
          <a:spcPct val="0"/>
        </a:spcAft>
        <a:defRPr kumimoji="1" sz="4000" i="1">
          <a:solidFill>
            <a:schemeClr val="tx2"/>
          </a:solidFill>
          <a:latin typeface="Arial" charset="0"/>
          <a:ea typeface="新細明體" pitchFamily="18" charset="-120"/>
        </a:defRPr>
      </a:lvl7pPr>
      <a:lvl8pPr marL="1371600" algn="l" rtl="0" fontAlgn="base">
        <a:spcBef>
          <a:spcPct val="0"/>
        </a:spcBef>
        <a:spcAft>
          <a:spcPct val="0"/>
        </a:spcAft>
        <a:defRPr kumimoji="1" sz="4000" i="1">
          <a:solidFill>
            <a:schemeClr val="tx2"/>
          </a:solidFill>
          <a:latin typeface="Arial" charset="0"/>
          <a:ea typeface="新細明體" pitchFamily="18" charset="-120"/>
        </a:defRPr>
      </a:lvl8pPr>
      <a:lvl9pPr marL="1828800" algn="l" rtl="0" fontAlgn="base">
        <a:spcBef>
          <a:spcPct val="0"/>
        </a:spcBef>
        <a:spcAft>
          <a:spcPct val="0"/>
        </a:spcAft>
        <a:defRPr kumimoji="1" sz="4000" i="1">
          <a:solidFill>
            <a:schemeClr val="tx2"/>
          </a:solidFill>
          <a:latin typeface="Arial" charset="0"/>
          <a:ea typeface="新細明體" pitchFamily="18" charset="-120"/>
        </a:defRPr>
      </a:lvl9pPr>
    </p:titleStyle>
    <p:bodyStyle>
      <a:lvl1pPr marL="342900" indent="-342900" algn="l" rtl="0" eaLnBrk="0" fontAlgn="base" hangingPunct="0">
        <a:spcBef>
          <a:spcPct val="20000"/>
        </a:spcBef>
        <a:spcAft>
          <a:spcPct val="0"/>
        </a:spcAft>
        <a:buBlip>
          <a:blip r:embed="rId17"/>
        </a:buBlip>
        <a:defRPr kumimoji="1" sz="3200">
          <a:solidFill>
            <a:srgbClr val="808080"/>
          </a:solidFill>
          <a:latin typeface="+mn-lt"/>
          <a:ea typeface="+mn-ea"/>
          <a:cs typeface="新細明體" charset="0"/>
        </a:defRPr>
      </a:lvl1pPr>
      <a:lvl2pPr marL="742950" indent="-285750" algn="l" rtl="0" eaLnBrk="0" fontAlgn="base" hangingPunct="0">
        <a:spcBef>
          <a:spcPct val="20000"/>
        </a:spcBef>
        <a:spcAft>
          <a:spcPct val="0"/>
        </a:spcAft>
        <a:buBlip>
          <a:blip r:embed="rId18"/>
        </a:buBlip>
        <a:defRPr kumimoji="1" sz="3000">
          <a:solidFill>
            <a:srgbClr val="5F5F5F"/>
          </a:solidFill>
          <a:latin typeface="+mn-lt"/>
          <a:ea typeface="+mn-ea"/>
        </a:defRPr>
      </a:lvl2pPr>
      <a:lvl3pPr marL="1143000" indent="-228600" algn="l" rtl="0" eaLnBrk="0" fontAlgn="base" hangingPunct="0">
        <a:spcBef>
          <a:spcPct val="20000"/>
        </a:spcBef>
        <a:spcAft>
          <a:spcPct val="0"/>
        </a:spcAft>
        <a:buBlip>
          <a:blip r:embed="rId19"/>
        </a:buBlip>
        <a:defRPr kumimoji="1" sz="2400">
          <a:solidFill>
            <a:srgbClr val="333333"/>
          </a:solidFill>
          <a:latin typeface="+mn-lt"/>
          <a:ea typeface="+mn-ea"/>
        </a:defRPr>
      </a:lvl3pPr>
      <a:lvl4pPr marL="1600200" indent="-228600" algn="l" rtl="0" eaLnBrk="0" fontAlgn="base" hangingPunct="0">
        <a:spcBef>
          <a:spcPct val="20000"/>
        </a:spcBef>
        <a:spcAft>
          <a:spcPct val="0"/>
        </a:spcAft>
        <a:buBlip>
          <a:blip r:embed="rId20"/>
        </a:buBlip>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a:solidFill>
            <a:schemeClr val="tx1"/>
          </a:solidFill>
          <a:latin typeface="+mn-lt"/>
          <a:ea typeface="+mn-ea"/>
        </a:defRPr>
      </a:lvl6pPr>
      <a:lvl7pPr marL="2971800" indent="-228600" algn="l" rtl="0" fontAlgn="base">
        <a:spcBef>
          <a:spcPct val="20000"/>
        </a:spcBef>
        <a:spcAft>
          <a:spcPct val="0"/>
        </a:spcAft>
        <a:buChar char="»"/>
        <a:defRPr kumimoji="1">
          <a:solidFill>
            <a:schemeClr val="tx1"/>
          </a:solidFill>
          <a:latin typeface="+mn-lt"/>
          <a:ea typeface="+mn-ea"/>
        </a:defRPr>
      </a:lvl7pPr>
      <a:lvl8pPr marL="3429000" indent="-228600" algn="l" rtl="0" fontAlgn="base">
        <a:spcBef>
          <a:spcPct val="20000"/>
        </a:spcBef>
        <a:spcAft>
          <a:spcPct val="0"/>
        </a:spcAft>
        <a:buChar char="»"/>
        <a:defRPr kumimoji="1">
          <a:solidFill>
            <a:schemeClr val="tx1"/>
          </a:solidFill>
          <a:latin typeface="+mn-lt"/>
          <a:ea typeface="+mn-ea"/>
        </a:defRPr>
      </a:lvl8pPr>
      <a:lvl9pPr marL="3886200" indent="-228600" algn="l" rtl="0" fontAlgn="base">
        <a:spcBef>
          <a:spcPct val="20000"/>
        </a:spcBef>
        <a:spcAft>
          <a:spcPct val="0"/>
        </a:spcAft>
        <a:buChar char="»"/>
        <a:defRPr kumimoji="1">
          <a:solidFill>
            <a:schemeClr val="tx1"/>
          </a:solidFill>
          <a:latin typeface="+mn-lt"/>
          <a:ea typeface="+mn-ea"/>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4.xml"/><Relationship Id="rId4" Type="http://schemas.openxmlformats.org/officeDocument/2006/relationships/image" Target="../media/image1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76.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7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投影片編號版面配置區 5"/>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kumimoji="1" sz="1600">
                <a:solidFill>
                  <a:schemeClr val="tx1"/>
                </a:solidFill>
                <a:latin typeface="Arial" charset="0"/>
                <a:ea typeface="新細明體" charset="0"/>
                <a:cs typeface="新細明體" charset="0"/>
              </a:defRPr>
            </a:lvl1pPr>
            <a:lvl2pPr marL="742950" indent="-285750">
              <a:defRPr kumimoji="1" sz="1600">
                <a:solidFill>
                  <a:schemeClr val="tx1"/>
                </a:solidFill>
                <a:latin typeface="Arial" charset="0"/>
                <a:ea typeface="新細明體" charset="0"/>
              </a:defRPr>
            </a:lvl2pPr>
            <a:lvl3pPr marL="1143000" indent="-228600">
              <a:defRPr kumimoji="1" sz="1600">
                <a:solidFill>
                  <a:schemeClr val="tx1"/>
                </a:solidFill>
                <a:latin typeface="Arial" charset="0"/>
                <a:ea typeface="新細明體" charset="0"/>
              </a:defRPr>
            </a:lvl3pPr>
            <a:lvl4pPr marL="1600200" indent="-228600">
              <a:defRPr kumimoji="1" sz="1600">
                <a:solidFill>
                  <a:schemeClr val="tx1"/>
                </a:solidFill>
                <a:latin typeface="Arial" charset="0"/>
                <a:ea typeface="新細明體" charset="0"/>
              </a:defRPr>
            </a:lvl4pPr>
            <a:lvl5pPr marL="2057400" indent="-228600">
              <a:defRPr kumimoji="1" sz="1600">
                <a:solidFill>
                  <a:schemeClr val="tx1"/>
                </a:solidFill>
                <a:latin typeface="Arial" charset="0"/>
                <a:ea typeface="新細明體" charset="0"/>
              </a:defRPr>
            </a:lvl5pPr>
            <a:lvl6pPr marL="2514600" indent="-228600" fontAlgn="base">
              <a:spcBef>
                <a:spcPct val="0"/>
              </a:spcBef>
              <a:spcAft>
                <a:spcPct val="0"/>
              </a:spcAft>
              <a:defRPr kumimoji="1" sz="1600">
                <a:solidFill>
                  <a:schemeClr val="tx1"/>
                </a:solidFill>
                <a:latin typeface="Arial" charset="0"/>
                <a:ea typeface="新細明體" charset="0"/>
              </a:defRPr>
            </a:lvl6pPr>
            <a:lvl7pPr marL="2971800" indent="-228600" fontAlgn="base">
              <a:spcBef>
                <a:spcPct val="0"/>
              </a:spcBef>
              <a:spcAft>
                <a:spcPct val="0"/>
              </a:spcAft>
              <a:defRPr kumimoji="1" sz="1600">
                <a:solidFill>
                  <a:schemeClr val="tx1"/>
                </a:solidFill>
                <a:latin typeface="Arial" charset="0"/>
                <a:ea typeface="新細明體" charset="0"/>
              </a:defRPr>
            </a:lvl7pPr>
            <a:lvl8pPr marL="3429000" indent="-228600" fontAlgn="base">
              <a:spcBef>
                <a:spcPct val="0"/>
              </a:spcBef>
              <a:spcAft>
                <a:spcPct val="0"/>
              </a:spcAft>
              <a:defRPr kumimoji="1" sz="1600">
                <a:solidFill>
                  <a:schemeClr val="tx1"/>
                </a:solidFill>
                <a:latin typeface="Arial" charset="0"/>
                <a:ea typeface="新細明體" charset="0"/>
              </a:defRPr>
            </a:lvl8pPr>
            <a:lvl9pPr marL="3886200" indent="-228600" fontAlgn="base">
              <a:spcBef>
                <a:spcPct val="0"/>
              </a:spcBef>
              <a:spcAft>
                <a:spcPct val="0"/>
              </a:spcAft>
              <a:defRPr kumimoji="1" sz="1600">
                <a:solidFill>
                  <a:schemeClr val="tx1"/>
                </a:solidFill>
                <a:latin typeface="Arial" charset="0"/>
                <a:ea typeface="新細明體" charset="0"/>
              </a:defRPr>
            </a:lvl9pPr>
          </a:lstStyle>
          <a:p>
            <a:fld id="{3A70011F-16B9-8F4B-9397-0B66EC96B38D}" type="slidenum">
              <a:rPr lang="en-US" altLang="zh-TW" sz="1400"/>
              <a:pPr/>
              <a:t>1</a:t>
            </a:fld>
            <a:endParaRPr lang="en-US" altLang="zh-TW" sz="1400"/>
          </a:p>
        </p:txBody>
      </p:sp>
      <p:sp>
        <p:nvSpPr>
          <p:cNvPr id="27650" name="Text Box 7"/>
          <p:cNvSpPr txBox="1">
            <a:spLocks noChangeArrowheads="1"/>
          </p:cNvSpPr>
          <p:nvPr/>
        </p:nvSpPr>
        <p:spPr bwMode="auto">
          <a:xfrm>
            <a:off x="900113" y="5589588"/>
            <a:ext cx="4248150" cy="5191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kumimoji="1" sz="1600">
                <a:solidFill>
                  <a:schemeClr val="tx1"/>
                </a:solidFill>
                <a:latin typeface="Arial" charset="0"/>
                <a:ea typeface="新細明體" charset="0"/>
                <a:cs typeface="新細明體" charset="0"/>
              </a:defRPr>
            </a:lvl1pPr>
            <a:lvl2pPr marL="742950" indent="-285750">
              <a:defRPr kumimoji="1" sz="1600">
                <a:solidFill>
                  <a:schemeClr val="tx1"/>
                </a:solidFill>
                <a:latin typeface="Arial" charset="0"/>
                <a:ea typeface="新細明體" charset="0"/>
              </a:defRPr>
            </a:lvl2pPr>
            <a:lvl3pPr marL="1143000" indent="-228600">
              <a:defRPr kumimoji="1" sz="1600">
                <a:solidFill>
                  <a:schemeClr val="tx1"/>
                </a:solidFill>
                <a:latin typeface="Arial" charset="0"/>
                <a:ea typeface="新細明體" charset="0"/>
              </a:defRPr>
            </a:lvl3pPr>
            <a:lvl4pPr marL="1600200" indent="-228600">
              <a:defRPr kumimoji="1" sz="1600">
                <a:solidFill>
                  <a:schemeClr val="tx1"/>
                </a:solidFill>
                <a:latin typeface="Arial" charset="0"/>
                <a:ea typeface="新細明體" charset="0"/>
              </a:defRPr>
            </a:lvl4pPr>
            <a:lvl5pPr marL="2057400" indent="-228600">
              <a:defRPr kumimoji="1" sz="1600">
                <a:solidFill>
                  <a:schemeClr val="tx1"/>
                </a:solidFill>
                <a:latin typeface="Arial" charset="0"/>
                <a:ea typeface="新細明體" charset="0"/>
              </a:defRPr>
            </a:lvl5pPr>
            <a:lvl6pPr marL="2514600" indent="-228600" fontAlgn="base">
              <a:spcBef>
                <a:spcPct val="0"/>
              </a:spcBef>
              <a:spcAft>
                <a:spcPct val="0"/>
              </a:spcAft>
              <a:defRPr kumimoji="1" sz="1600">
                <a:solidFill>
                  <a:schemeClr val="tx1"/>
                </a:solidFill>
                <a:latin typeface="Arial" charset="0"/>
                <a:ea typeface="新細明體" charset="0"/>
              </a:defRPr>
            </a:lvl6pPr>
            <a:lvl7pPr marL="2971800" indent="-228600" fontAlgn="base">
              <a:spcBef>
                <a:spcPct val="0"/>
              </a:spcBef>
              <a:spcAft>
                <a:spcPct val="0"/>
              </a:spcAft>
              <a:defRPr kumimoji="1" sz="1600">
                <a:solidFill>
                  <a:schemeClr val="tx1"/>
                </a:solidFill>
                <a:latin typeface="Arial" charset="0"/>
                <a:ea typeface="新細明體" charset="0"/>
              </a:defRPr>
            </a:lvl7pPr>
            <a:lvl8pPr marL="3429000" indent="-228600" fontAlgn="base">
              <a:spcBef>
                <a:spcPct val="0"/>
              </a:spcBef>
              <a:spcAft>
                <a:spcPct val="0"/>
              </a:spcAft>
              <a:defRPr kumimoji="1" sz="1600">
                <a:solidFill>
                  <a:schemeClr val="tx1"/>
                </a:solidFill>
                <a:latin typeface="Arial" charset="0"/>
                <a:ea typeface="新細明體" charset="0"/>
              </a:defRPr>
            </a:lvl8pPr>
            <a:lvl9pPr marL="3886200" indent="-228600" fontAlgn="base">
              <a:spcBef>
                <a:spcPct val="0"/>
              </a:spcBef>
              <a:spcAft>
                <a:spcPct val="0"/>
              </a:spcAft>
              <a:defRPr kumimoji="1" sz="1600">
                <a:solidFill>
                  <a:schemeClr val="tx1"/>
                </a:solidFill>
                <a:latin typeface="Arial" charset="0"/>
                <a:ea typeface="新細明體" charset="0"/>
              </a:defRPr>
            </a:lvl9pPr>
          </a:lstStyle>
          <a:p>
            <a:pPr algn="ctr"/>
            <a:r>
              <a:rPr lang="zh-TW" altLang="en-US" sz="2800" dirty="0">
                <a:latin typeface="華康儷中黑" charset="0"/>
                <a:ea typeface="華康儷中黑" charset="0"/>
                <a:cs typeface="華康儷中黑" charset="0"/>
              </a:rPr>
              <a:t>張庭禎 老師</a:t>
            </a:r>
          </a:p>
        </p:txBody>
      </p:sp>
      <p:grpSp>
        <p:nvGrpSpPr>
          <p:cNvPr id="27651" name="Group 8"/>
          <p:cNvGrpSpPr>
            <a:grpSpLocks/>
          </p:cNvGrpSpPr>
          <p:nvPr/>
        </p:nvGrpSpPr>
        <p:grpSpPr bwMode="auto">
          <a:xfrm>
            <a:off x="250825" y="4292600"/>
            <a:ext cx="5041900" cy="1092200"/>
            <a:chOff x="249" y="2704"/>
            <a:chExt cx="3176" cy="688"/>
          </a:xfrm>
        </p:grpSpPr>
        <p:pic>
          <p:nvPicPr>
            <p:cNvPr id="27653" name="Picture 9"/>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474" y="2704"/>
              <a:ext cx="1951" cy="6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27654" name="Picture 10"/>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249" y="2840"/>
              <a:ext cx="1225" cy="47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grpSp>
      <p:sp>
        <p:nvSpPr>
          <p:cNvPr id="806923" name="Rectangle 11"/>
          <p:cNvSpPr>
            <a:spLocks noChangeArrowheads="1"/>
          </p:cNvSpPr>
          <p:nvPr/>
        </p:nvSpPr>
        <p:spPr bwMode="auto">
          <a:xfrm>
            <a:off x="250825" y="2708275"/>
            <a:ext cx="7416800" cy="584775"/>
          </a:xfrm>
          <a:prstGeom prst="rect">
            <a:avLst/>
          </a:prstGeom>
          <a:noFill/>
          <a:ln w="9525">
            <a:noFill/>
            <a:miter lim="800000"/>
            <a:headEnd/>
            <a:tailEnd/>
          </a:ln>
          <a:effectLst/>
        </p:spPr>
        <p:txBody>
          <a:bodyPr>
            <a:spAutoFit/>
          </a:bodyPr>
          <a:lstStyle/>
          <a:p>
            <a:pPr>
              <a:defRPr/>
            </a:pPr>
            <a:r>
              <a:rPr lang="en-US" altLang="zh-TW" sz="3200" b="1" i="1" dirty="0">
                <a:solidFill>
                  <a:srgbClr val="008000"/>
                </a:solidFill>
                <a:effectLst>
                  <a:outerShdw blurRad="38100" dist="38100" dir="2700000" algn="tl">
                    <a:srgbClr val="C0C0C0"/>
                  </a:outerShdw>
                </a:effectLst>
                <a:latin typeface="Consolas" pitchFamily="49" charset="0"/>
                <a:ea typeface="華康儷中黑" pitchFamily="49" charset="-120"/>
                <a:cs typeface="+mn-cs"/>
              </a:rPr>
              <a:t>JavaScript</a:t>
            </a:r>
            <a:r>
              <a:rPr lang="zh-TW" altLang="en-US" sz="3200" b="1" i="1" dirty="0">
                <a:solidFill>
                  <a:srgbClr val="008000"/>
                </a:solidFill>
                <a:effectLst>
                  <a:outerShdw blurRad="38100" dist="38100" dir="2700000" algn="tl">
                    <a:srgbClr val="C0C0C0"/>
                  </a:outerShdw>
                </a:effectLst>
                <a:latin typeface="Consolas" pitchFamily="49" charset="0"/>
                <a:ea typeface="華康儷中黑" pitchFamily="49" charset="-120"/>
                <a:cs typeface="+mn-cs"/>
              </a:rPr>
              <a:t>程式設計</a:t>
            </a:r>
            <a:endParaRPr lang="zh-TW" altLang="en-US" sz="2400" dirty="0">
              <a:solidFill>
                <a:srgbClr val="000099"/>
              </a:solidFill>
              <a:effectLst>
                <a:outerShdw blurRad="38100" dist="38100" dir="2700000" algn="tl">
                  <a:srgbClr val="C0C0C0"/>
                </a:outerShdw>
              </a:effectLst>
              <a:latin typeface="Consolas" pitchFamily="49" charset="0"/>
              <a:ea typeface="華康粗圓體" pitchFamily="49" charset="-120"/>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AE5B41F-9874-9749-86AB-5ED62069255A}"/>
              </a:ext>
            </a:extLst>
          </p:cNvPr>
          <p:cNvSpPr>
            <a:spLocks noGrp="1"/>
          </p:cNvSpPr>
          <p:nvPr>
            <p:ph type="title"/>
          </p:nvPr>
        </p:nvSpPr>
        <p:spPr/>
        <p:txBody>
          <a:bodyPr/>
          <a:lstStyle/>
          <a:p>
            <a:r>
              <a:rPr kumimoji="1" lang="en-US" altLang="zh-TW" dirty="0"/>
              <a:t>JavaScript</a:t>
            </a:r>
            <a:r>
              <a:rPr kumimoji="1" lang="zh-TW" altLang="en-US" dirty="0"/>
              <a:t>程式設計</a:t>
            </a:r>
          </a:p>
        </p:txBody>
      </p:sp>
      <p:sp>
        <p:nvSpPr>
          <p:cNvPr id="3" name="內容版面配置區 2">
            <a:extLst>
              <a:ext uri="{FF2B5EF4-FFF2-40B4-BE49-F238E27FC236}">
                <a16:creationId xmlns:a16="http://schemas.microsoft.com/office/drawing/2014/main" id="{92850570-720B-2D46-985A-AE27EC761236}"/>
              </a:ext>
            </a:extLst>
          </p:cNvPr>
          <p:cNvSpPr>
            <a:spLocks noGrp="1"/>
          </p:cNvSpPr>
          <p:nvPr>
            <p:ph idx="1"/>
          </p:nvPr>
        </p:nvSpPr>
        <p:spPr>
          <a:xfrm>
            <a:off x="323528" y="1844675"/>
            <a:ext cx="8496944" cy="4281488"/>
          </a:xfrm>
        </p:spPr>
        <p:txBody>
          <a:bodyPr/>
          <a:lstStyle/>
          <a:p>
            <a:r>
              <a:rPr lang="en-US" altLang="zh-TW" dirty="0"/>
              <a:t>HTML CSS </a:t>
            </a:r>
            <a:r>
              <a:rPr lang="zh-TW" altLang="en-US" dirty="0"/>
              <a:t>基本語法</a:t>
            </a:r>
            <a:endParaRPr lang="en-US" altLang="zh-TW" dirty="0"/>
          </a:p>
          <a:p>
            <a:r>
              <a:rPr lang="en-US" altLang="zh-TW" dirty="0"/>
              <a:t>JavaScript </a:t>
            </a:r>
            <a:r>
              <a:rPr lang="zh-TW" altLang="en-US" dirty="0"/>
              <a:t>基本語法</a:t>
            </a:r>
            <a:endParaRPr lang="en-US" altLang="zh-TW" dirty="0"/>
          </a:p>
          <a:p>
            <a:r>
              <a:rPr lang="zh-TW" altLang="en-US" dirty="0"/>
              <a:t>認識物件</a:t>
            </a:r>
            <a:endParaRPr lang="en-US" altLang="zh-TW" dirty="0"/>
          </a:p>
          <a:p>
            <a:r>
              <a:rPr lang="zh-TW" altLang="en-US" dirty="0"/>
              <a:t>事件驅動</a:t>
            </a:r>
            <a:endParaRPr lang="en-US" altLang="zh-TW" dirty="0"/>
          </a:p>
          <a:p>
            <a:r>
              <a:rPr lang="en-US" altLang="zh-TW" dirty="0" err="1"/>
              <a:t>Javascript</a:t>
            </a:r>
            <a:r>
              <a:rPr lang="en-US" altLang="zh-TW" dirty="0"/>
              <a:t> form</a:t>
            </a:r>
          </a:p>
          <a:p>
            <a:r>
              <a:rPr lang="en-US" altLang="zh-TW" dirty="0"/>
              <a:t>jQuery </a:t>
            </a:r>
            <a:r>
              <a:rPr lang="zh-TW" altLang="en-US" dirty="0"/>
              <a:t>框架</a:t>
            </a:r>
            <a:endParaRPr kumimoji="1" lang="en-US" altLang="zh-TW" dirty="0">
              <a:solidFill>
                <a:srgbClr val="FF0000"/>
              </a:solidFill>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14514831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4B1031C-2F03-48F4-8E72-615F24E8B19E}"/>
              </a:ext>
            </a:extLst>
          </p:cNvPr>
          <p:cNvSpPr>
            <a:spLocks noGrp="1"/>
          </p:cNvSpPr>
          <p:nvPr>
            <p:ph type="title"/>
          </p:nvPr>
        </p:nvSpPr>
        <p:spPr>
          <a:xfrm>
            <a:off x="611560" y="476672"/>
            <a:ext cx="8229600" cy="792162"/>
          </a:xfrm>
        </p:spPr>
        <p:txBody>
          <a:bodyPr/>
          <a:lstStyle/>
          <a:p>
            <a:r>
              <a:rPr lang="zh-TW" altLang="en-US" b="0" i="0" dirty="0"/>
              <a:t>基本</a:t>
            </a:r>
            <a:r>
              <a:rPr lang="en-US" altLang="zh-TW" b="0" i="0" dirty="0"/>
              <a:t>HTML</a:t>
            </a:r>
            <a:r>
              <a:rPr lang="zh-TW" altLang="en-US" b="0" i="0" dirty="0"/>
              <a:t>範例</a:t>
            </a:r>
          </a:p>
        </p:txBody>
      </p:sp>
      <p:sp>
        <p:nvSpPr>
          <p:cNvPr id="3" name="內容版面配置區 2">
            <a:extLst>
              <a:ext uri="{FF2B5EF4-FFF2-40B4-BE49-F238E27FC236}">
                <a16:creationId xmlns:a16="http://schemas.microsoft.com/office/drawing/2014/main" id="{0188DFE6-50BF-4D70-9589-AE4EE2106EDE}"/>
              </a:ext>
            </a:extLst>
          </p:cNvPr>
          <p:cNvSpPr>
            <a:spLocks noGrp="1"/>
          </p:cNvSpPr>
          <p:nvPr>
            <p:ph idx="1"/>
          </p:nvPr>
        </p:nvSpPr>
        <p:spPr>
          <a:xfrm>
            <a:off x="457200" y="1216794"/>
            <a:ext cx="8229600" cy="5380558"/>
          </a:xfrm>
        </p:spPr>
        <p:txBody>
          <a:bodyPr/>
          <a:lstStyle/>
          <a:p>
            <a:pPr marL="0" indent="0">
              <a:buNone/>
            </a:pPr>
            <a:r>
              <a:rPr lang="en-US" altLang="zh-TW" sz="2400" dirty="0"/>
              <a:t>&lt;!DOCTYPE html&gt;</a:t>
            </a:r>
          </a:p>
          <a:p>
            <a:pPr marL="0" indent="0">
              <a:buNone/>
            </a:pPr>
            <a:r>
              <a:rPr lang="en-US" altLang="zh-TW" sz="2400" dirty="0"/>
              <a:t>&lt;html&gt;</a:t>
            </a:r>
          </a:p>
          <a:p>
            <a:pPr marL="0" indent="0">
              <a:buNone/>
            </a:pPr>
            <a:r>
              <a:rPr lang="en-US" altLang="zh-TW" sz="2400" dirty="0"/>
              <a:t>&lt;head&gt;</a:t>
            </a:r>
          </a:p>
          <a:p>
            <a:pPr marL="0" indent="0">
              <a:buNone/>
            </a:pPr>
            <a:r>
              <a:rPr lang="en-US" altLang="zh-TW" sz="2400" dirty="0"/>
              <a:t>	&lt;meta charset="utf-8"/&gt;</a:t>
            </a:r>
          </a:p>
          <a:p>
            <a:pPr marL="0" indent="0">
              <a:buNone/>
            </a:pPr>
            <a:r>
              <a:rPr lang="en-US" altLang="zh-TW" sz="2400" dirty="0"/>
              <a:t>	&lt;title&gt;&lt;/title&gt;</a:t>
            </a:r>
          </a:p>
          <a:p>
            <a:pPr marL="0" indent="0">
              <a:buNone/>
            </a:pPr>
            <a:r>
              <a:rPr lang="en-US" altLang="zh-TW" sz="2400" dirty="0"/>
              <a:t>	&lt;style&gt;&lt;/style&gt;</a:t>
            </a:r>
          </a:p>
          <a:p>
            <a:pPr marL="0" indent="0">
              <a:buNone/>
            </a:pPr>
            <a:r>
              <a:rPr lang="en-US" altLang="zh-TW" sz="2400" dirty="0"/>
              <a:t>&lt;/head&gt;</a:t>
            </a:r>
          </a:p>
          <a:p>
            <a:pPr marL="0" indent="0">
              <a:buNone/>
            </a:pPr>
            <a:r>
              <a:rPr lang="en-US" altLang="zh-TW" sz="2400" dirty="0"/>
              <a:t>&lt;body&gt;</a:t>
            </a:r>
          </a:p>
          <a:p>
            <a:pPr marL="0" indent="0">
              <a:buNone/>
            </a:pPr>
            <a:r>
              <a:rPr lang="zh-TW" altLang="en-US" sz="2400" dirty="0"/>
              <a:t>  </a:t>
            </a:r>
            <a:r>
              <a:rPr lang="en-US" altLang="zh-TW" sz="2400" dirty="0"/>
              <a:t>&lt;p&gt;Hello CSS!&lt;/p&gt;</a:t>
            </a:r>
          </a:p>
          <a:p>
            <a:pPr marL="0" indent="0">
              <a:buNone/>
            </a:pPr>
            <a:r>
              <a:rPr lang="zh-TW" altLang="en-US" sz="2400" dirty="0"/>
              <a:t>  </a:t>
            </a:r>
            <a:r>
              <a:rPr lang="en-US" altLang="zh-TW" sz="2400" dirty="0"/>
              <a:t>&lt;p&gt;These paragraphs are styled with CSS.&lt;/p&gt;</a:t>
            </a:r>
          </a:p>
          <a:p>
            <a:pPr marL="0" indent="0">
              <a:buNone/>
            </a:pPr>
            <a:r>
              <a:rPr lang="en-US" altLang="zh-TW" sz="2400" dirty="0"/>
              <a:t>&lt;/body&gt;</a:t>
            </a:r>
          </a:p>
          <a:p>
            <a:pPr marL="0" indent="0">
              <a:buNone/>
            </a:pPr>
            <a:r>
              <a:rPr lang="en-US" altLang="zh-TW" sz="2400" dirty="0"/>
              <a:t>&lt;/html&gt;</a:t>
            </a:r>
            <a:endParaRPr lang="zh-TW" altLang="en-US" sz="2400" dirty="0"/>
          </a:p>
        </p:txBody>
      </p:sp>
    </p:spTree>
    <p:extLst>
      <p:ext uri="{BB962C8B-B14F-4D97-AF65-F5344CB8AC3E}">
        <p14:creationId xmlns:p14="http://schemas.microsoft.com/office/powerpoint/2010/main" val="3803365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732DE7E-2302-44F0-BDEA-7AA529EF885A}"/>
              </a:ext>
            </a:extLst>
          </p:cNvPr>
          <p:cNvSpPr>
            <a:spLocks noGrp="1"/>
          </p:cNvSpPr>
          <p:nvPr>
            <p:ph type="title"/>
          </p:nvPr>
        </p:nvSpPr>
        <p:spPr>
          <a:xfrm>
            <a:off x="539552" y="731837"/>
            <a:ext cx="8229600" cy="792162"/>
          </a:xfrm>
        </p:spPr>
        <p:txBody>
          <a:bodyPr/>
          <a:lstStyle/>
          <a:p>
            <a:r>
              <a:rPr lang="en-US" altLang="zh-TW" b="0" i="0" dirty="0"/>
              <a:t>CSS </a:t>
            </a:r>
            <a:r>
              <a:rPr lang="zh-TW" altLang="en-US" b="0" i="0" dirty="0"/>
              <a:t>基本語法</a:t>
            </a:r>
          </a:p>
        </p:txBody>
      </p:sp>
      <p:sp>
        <p:nvSpPr>
          <p:cNvPr id="3" name="內容版面配置區 2">
            <a:extLst>
              <a:ext uri="{FF2B5EF4-FFF2-40B4-BE49-F238E27FC236}">
                <a16:creationId xmlns:a16="http://schemas.microsoft.com/office/drawing/2014/main" id="{5A942493-435E-49E1-9745-7B0AD5AECC5C}"/>
              </a:ext>
            </a:extLst>
          </p:cNvPr>
          <p:cNvSpPr>
            <a:spLocks noGrp="1"/>
          </p:cNvSpPr>
          <p:nvPr>
            <p:ph idx="1"/>
          </p:nvPr>
        </p:nvSpPr>
        <p:spPr>
          <a:xfrm>
            <a:off x="251520" y="3068960"/>
            <a:ext cx="8784976" cy="2841179"/>
          </a:xfrm>
        </p:spPr>
        <p:txBody>
          <a:bodyPr/>
          <a:lstStyle/>
          <a:p>
            <a:r>
              <a:rPr lang="en-US" altLang="zh-TW" sz="2800" b="0" dirty="0">
                <a:latin typeface="微軟正黑體" panose="020B0604030504040204" pitchFamily="34" charset="-120"/>
                <a:ea typeface="微軟正黑體" panose="020B0604030504040204" pitchFamily="34" charset="-120"/>
              </a:rPr>
              <a:t>Selector(</a:t>
            </a:r>
            <a:r>
              <a:rPr lang="zh-TW" altLang="en-US" sz="2800" b="0" dirty="0">
                <a:latin typeface="微軟正黑體" panose="020B0604030504040204" pitchFamily="34" charset="-120"/>
                <a:ea typeface="微軟正黑體" panose="020B0604030504040204" pitchFamily="34" charset="-120"/>
              </a:rPr>
              <a:t>選擇器</a:t>
            </a:r>
            <a:r>
              <a:rPr lang="en-US" altLang="zh-TW" sz="2800" b="0" dirty="0">
                <a:latin typeface="微軟正黑體" panose="020B0604030504040204" pitchFamily="34" charset="-120"/>
                <a:ea typeface="微軟正黑體" panose="020B0604030504040204" pitchFamily="34" charset="-120"/>
              </a:rPr>
              <a:t>) - </a:t>
            </a:r>
            <a:r>
              <a:rPr lang="zh-TW" altLang="en-US" sz="2800" b="0" dirty="0">
                <a:latin typeface="微軟正黑體" panose="020B0604030504040204" pitchFamily="34" charset="-120"/>
                <a:ea typeface="微軟正黑體" panose="020B0604030504040204" pitchFamily="34" charset="-120"/>
              </a:rPr>
              <a:t>通常是元素、類別或</a:t>
            </a:r>
            <a:r>
              <a:rPr lang="en-US" altLang="zh-TW" sz="2800" b="0" dirty="0">
                <a:latin typeface="微軟正黑體" panose="020B0604030504040204" pitchFamily="34" charset="-120"/>
                <a:ea typeface="微軟正黑體" panose="020B0604030504040204" pitchFamily="34" charset="-120"/>
              </a:rPr>
              <a:t>ID</a:t>
            </a:r>
          </a:p>
          <a:p>
            <a:r>
              <a:rPr lang="en-US" altLang="zh-TW" sz="2800" b="0" dirty="0">
                <a:latin typeface="微軟正黑體" panose="020B0604030504040204" pitchFamily="34" charset="-120"/>
                <a:ea typeface="微軟正黑體" panose="020B0604030504040204" pitchFamily="34" charset="-120"/>
              </a:rPr>
              <a:t>Declaration(</a:t>
            </a:r>
            <a:r>
              <a:rPr lang="zh-TW" altLang="en-US" sz="2800" b="0" dirty="0">
                <a:latin typeface="微軟正黑體" panose="020B0604030504040204" pitchFamily="34" charset="-120"/>
                <a:ea typeface="微軟正黑體" panose="020B0604030504040204" pitchFamily="34" charset="-120"/>
              </a:rPr>
              <a:t>宣告</a:t>
            </a:r>
            <a:r>
              <a:rPr lang="en-US" altLang="zh-TW" sz="2800" b="0" dirty="0">
                <a:latin typeface="微軟正黑體" panose="020B0604030504040204" pitchFamily="34" charset="-120"/>
                <a:ea typeface="微軟正黑體" panose="020B0604030504040204" pitchFamily="34" charset="-120"/>
              </a:rPr>
              <a:t>) - </a:t>
            </a:r>
            <a:r>
              <a:rPr lang="zh-TW" altLang="en-US" sz="2800" b="0" dirty="0">
                <a:latin typeface="微軟正黑體" panose="020B0604030504040204" pitchFamily="34" charset="-120"/>
                <a:ea typeface="微軟正黑體" panose="020B0604030504040204" pitchFamily="34" charset="-120"/>
              </a:rPr>
              <a:t>由</a:t>
            </a:r>
            <a:r>
              <a:rPr lang="en-US" altLang="zh-TW" sz="2800" b="0" dirty="0">
                <a:latin typeface="微軟正黑體" panose="020B0604030504040204" pitchFamily="34" charset="-120"/>
                <a:ea typeface="微軟正黑體" panose="020B0604030504040204" pitchFamily="34" charset="-120"/>
              </a:rPr>
              <a:t>Property(</a:t>
            </a:r>
            <a:r>
              <a:rPr lang="zh-TW" altLang="en-US" sz="2800" b="0" dirty="0">
                <a:latin typeface="微軟正黑體" panose="020B0604030504040204" pitchFamily="34" charset="-120"/>
                <a:ea typeface="微軟正黑體" panose="020B0604030504040204" pitchFamily="34" charset="-120"/>
              </a:rPr>
              <a:t>屬性</a:t>
            </a:r>
            <a:r>
              <a:rPr lang="en-US" altLang="zh-TW" sz="2800" b="0" dirty="0">
                <a:latin typeface="微軟正黑體" panose="020B0604030504040204" pitchFamily="34" charset="-120"/>
                <a:ea typeface="微軟正黑體" panose="020B0604030504040204" pitchFamily="34" charset="-120"/>
              </a:rPr>
              <a:t>)</a:t>
            </a:r>
            <a:r>
              <a:rPr lang="zh-TW" altLang="en-US" sz="2800" b="0" dirty="0">
                <a:latin typeface="微軟正黑體" panose="020B0604030504040204" pitchFamily="34" charset="-120"/>
                <a:ea typeface="微軟正黑體" panose="020B0604030504040204" pitchFamily="34" charset="-120"/>
              </a:rPr>
              <a:t>和</a:t>
            </a:r>
            <a:r>
              <a:rPr lang="en-US" altLang="zh-TW" sz="2800" b="0" dirty="0">
                <a:latin typeface="微軟正黑體" panose="020B0604030504040204" pitchFamily="34" charset="-120"/>
                <a:ea typeface="微軟正黑體" panose="020B0604030504040204" pitchFamily="34" charset="-120"/>
              </a:rPr>
              <a:t>Value(</a:t>
            </a:r>
            <a:r>
              <a:rPr lang="zh-TW" altLang="en-US" sz="2800" b="0" dirty="0">
                <a:latin typeface="微軟正黑體" panose="020B0604030504040204" pitchFamily="34" charset="-120"/>
                <a:ea typeface="微軟正黑體" panose="020B0604030504040204" pitchFamily="34" charset="-120"/>
              </a:rPr>
              <a:t>值</a:t>
            </a:r>
            <a:r>
              <a:rPr lang="en-US" altLang="zh-TW" sz="2800" b="0" dirty="0">
                <a:latin typeface="微軟正黑體" panose="020B0604030504040204" pitchFamily="34" charset="-120"/>
                <a:ea typeface="微軟正黑體" panose="020B0604030504040204" pitchFamily="34" charset="-120"/>
              </a:rPr>
              <a:t>)</a:t>
            </a:r>
            <a:r>
              <a:rPr lang="zh-TW" altLang="en-US" sz="2800" b="0" dirty="0">
                <a:latin typeface="微軟正黑體" panose="020B0604030504040204" pitchFamily="34" charset="-120"/>
                <a:ea typeface="微軟正黑體" panose="020B0604030504040204" pitchFamily="34" charset="-120"/>
              </a:rPr>
              <a:t>所組成，宣告間以分號區隔，最外圍用大括號括住。</a:t>
            </a:r>
          </a:p>
        </p:txBody>
      </p:sp>
      <p:pic>
        <p:nvPicPr>
          <p:cNvPr id="15362" name="Picture 2">
            <a:extLst>
              <a:ext uri="{FF2B5EF4-FFF2-40B4-BE49-F238E27FC236}">
                <a16:creationId xmlns:a16="http://schemas.microsoft.com/office/drawing/2014/main" id="{AEEEEB44-5D8E-4019-9B07-3BD3D2BF21B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3648" y="1772816"/>
            <a:ext cx="5688632" cy="1133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585798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AD7F7EF-569D-48DE-805A-6E73CA474814}"/>
              </a:ext>
            </a:extLst>
          </p:cNvPr>
          <p:cNvSpPr>
            <a:spLocks noGrp="1"/>
          </p:cNvSpPr>
          <p:nvPr>
            <p:ph type="title"/>
          </p:nvPr>
        </p:nvSpPr>
        <p:spPr/>
        <p:txBody>
          <a:bodyPr/>
          <a:lstStyle/>
          <a:p>
            <a:r>
              <a:rPr lang="en-US" altLang="zh-TW" b="0" i="0" dirty="0">
                <a:latin typeface="微軟正黑體" panose="020B0604030504040204" pitchFamily="34" charset="-120"/>
                <a:ea typeface="微軟正黑體" panose="020B0604030504040204" pitchFamily="34" charset="-120"/>
              </a:rPr>
              <a:t>CSS </a:t>
            </a:r>
            <a:r>
              <a:rPr lang="zh-TW" altLang="en-US" b="0" i="0" dirty="0">
                <a:latin typeface="微軟正黑體" panose="020B0604030504040204" pitchFamily="34" charset="-120"/>
                <a:ea typeface="微軟正黑體" panose="020B0604030504040204" pitchFamily="34" charset="-120"/>
              </a:rPr>
              <a:t>套用方法</a:t>
            </a:r>
            <a:r>
              <a:rPr lang="en-US" altLang="zh-TW" b="0" i="0" dirty="0">
                <a:latin typeface="微軟正黑體" panose="020B0604030504040204" pitchFamily="34" charset="-120"/>
                <a:ea typeface="微軟正黑體" panose="020B0604030504040204" pitchFamily="34" charset="-120"/>
              </a:rPr>
              <a:t>(1)</a:t>
            </a:r>
            <a:endParaRPr lang="zh-TW" altLang="en-US" b="0" i="0" dirty="0">
              <a:latin typeface="微軟正黑體" panose="020B0604030504040204" pitchFamily="34" charset="-120"/>
              <a:ea typeface="微軟正黑體" panose="020B0604030504040204" pitchFamily="34" charset="-120"/>
            </a:endParaRPr>
          </a:p>
        </p:txBody>
      </p:sp>
      <p:sp>
        <p:nvSpPr>
          <p:cNvPr id="3" name="內容版面配置區 2">
            <a:extLst>
              <a:ext uri="{FF2B5EF4-FFF2-40B4-BE49-F238E27FC236}">
                <a16:creationId xmlns:a16="http://schemas.microsoft.com/office/drawing/2014/main" id="{0592C07A-468B-4188-8AC3-2FC45DDF4A20}"/>
              </a:ext>
            </a:extLst>
          </p:cNvPr>
          <p:cNvSpPr>
            <a:spLocks noGrp="1"/>
          </p:cNvSpPr>
          <p:nvPr>
            <p:ph idx="1"/>
          </p:nvPr>
        </p:nvSpPr>
        <p:spPr>
          <a:xfrm>
            <a:off x="457200" y="1988840"/>
            <a:ext cx="8229600" cy="3921299"/>
          </a:xfrm>
        </p:spPr>
        <p:txBody>
          <a:bodyPr/>
          <a:lstStyle/>
          <a:p>
            <a:pPr marL="0" indent="0">
              <a:buNone/>
            </a:pPr>
            <a:r>
              <a:rPr lang="zh-TW" altLang="en-US" sz="2800" dirty="0">
                <a:latin typeface="微軟正黑體" panose="020B0604030504040204" pitchFamily="34" charset="-120"/>
                <a:ea typeface="微軟正黑體" panose="020B0604030504040204" pitchFamily="34" charset="-120"/>
              </a:rPr>
              <a:t>元素標籤後面</a:t>
            </a:r>
          </a:p>
          <a:p>
            <a:pPr marL="0" indent="0">
              <a:buNone/>
            </a:pPr>
            <a:r>
              <a:rPr lang="en-US" altLang="zh-TW" sz="2800" dirty="0">
                <a:latin typeface="微軟正黑體" panose="020B0604030504040204" pitchFamily="34" charset="-120"/>
                <a:ea typeface="微軟正黑體" panose="020B0604030504040204" pitchFamily="34" charset="-120"/>
              </a:rPr>
              <a:t>&lt;p style="</a:t>
            </a:r>
            <a:r>
              <a:rPr lang="en-US" altLang="zh-TW" sz="2800" dirty="0" err="1">
                <a:latin typeface="微軟正黑體" panose="020B0604030504040204" pitchFamily="34" charset="-120"/>
                <a:ea typeface="微軟正黑體" panose="020B0604030504040204" pitchFamily="34" charset="-120"/>
              </a:rPr>
              <a:t>color:red</a:t>
            </a:r>
            <a:r>
              <a:rPr lang="en-US" altLang="zh-TW" sz="2800" dirty="0">
                <a:latin typeface="微軟正黑體" panose="020B0604030504040204" pitchFamily="34" charset="-120"/>
                <a:ea typeface="微軟正黑體" panose="020B0604030504040204" pitchFamily="34" charset="-120"/>
              </a:rPr>
              <a:t>; font-size:20px;"&gt;</a:t>
            </a:r>
            <a:endParaRPr lang="zh-TW" altLang="en-US" sz="2800" dirty="0">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26878768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AD7F7EF-569D-48DE-805A-6E73CA474814}"/>
              </a:ext>
            </a:extLst>
          </p:cNvPr>
          <p:cNvSpPr>
            <a:spLocks noGrp="1"/>
          </p:cNvSpPr>
          <p:nvPr>
            <p:ph type="title"/>
          </p:nvPr>
        </p:nvSpPr>
        <p:spPr/>
        <p:txBody>
          <a:bodyPr/>
          <a:lstStyle/>
          <a:p>
            <a:r>
              <a:rPr lang="en-US" altLang="zh-TW" b="0" i="0" dirty="0">
                <a:latin typeface="微軟正黑體" panose="020B0604030504040204" pitchFamily="34" charset="-120"/>
                <a:ea typeface="微軟正黑體" panose="020B0604030504040204" pitchFamily="34" charset="-120"/>
              </a:rPr>
              <a:t>CSS </a:t>
            </a:r>
            <a:r>
              <a:rPr lang="zh-TW" altLang="en-US" b="0" i="0" dirty="0">
                <a:latin typeface="微軟正黑體" panose="020B0604030504040204" pitchFamily="34" charset="-120"/>
                <a:ea typeface="微軟正黑體" panose="020B0604030504040204" pitchFamily="34" charset="-120"/>
              </a:rPr>
              <a:t>套用方法</a:t>
            </a:r>
            <a:r>
              <a:rPr lang="en-US" altLang="zh-TW" b="0" i="0" dirty="0">
                <a:latin typeface="微軟正黑體" panose="020B0604030504040204" pitchFamily="34" charset="-120"/>
                <a:ea typeface="微軟正黑體" panose="020B0604030504040204" pitchFamily="34" charset="-120"/>
              </a:rPr>
              <a:t>(2)</a:t>
            </a:r>
            <a:endParaRPr lang="zh-TW" altLang="en-US" b="0" i="0" dirty="0">
              <a:latin typeface="微軟正黑體" panose="020B0604030504040204" pitchFamily="34" charset="-120"/>
              <a:ea typeface="微軟正黑體" panose="020B0604030504040204" pitchFamily="34" charset="-120"/>
            </a:endParaRPr>
          </a:p>
        </p:txBody>
      </p:sp>
      <p:sp>
        <p:nvSpPr>
          <p:cNvPr id="3" name="內容版面配置區 2">
            <a:extLst>
              <a:ext uri="{FF2B5EF4-FFF2-40B4-BE49-F238E27FC236}">
                <a16:creationId xmlns:a16="http://schemas.microsoft.com/office/drawing/2014/main" id="{0592C07A-468B-4188-8AC3-2FC45DDF4A20}"/>
              </a:ext>
            </a:extLst>
          </p:cNvPr>
          <p:cNvSpPr>
            <a:spLocks noGrp="1"/>
          </p:cNvSpPr>
          <p:nvPr>
            <p:ph idx="1"/>
          </p:nvPr>
        </p:nvSpPr>
        <p:spPr>
          <a:xfrm>
            <a:off x="395288" y="1629158"/>
            <a:ext cx="8229600" cy="4824178"/>
          </a:xfrm>
        </p:spPr>
        <p:txBody>
          <a:bodyPr/>
          <a:lstStyle/>
          <a:p>
            <a:pPr marL="0" indent="0">
              <a:buNone/>
            </a:pPr>
            <a:r>
              <a:rPr lang="zh-TW" altLang="en-US" sz="2400" dirty="0">
                <a:latin typeface="微軟正黑體" panose="020B0604030504040204" pitchFamily="34" charset="-120"/>
                <a:ea typeface="微軟正黑體" panose="020B0604030504040204" pitchFamily="34" charset="-120"/>
              </a:rPr>
              <a:t>放在</a:t>
            </a:r>
            <a:r>
              <a:rPr lang="en-US" altLang="zh-TW" sz="2400" dirty="0">
                <a:latin typeface="微軟正黑體" panose="020B0604030504040204" pitchFamily="34" charset="-120"/>
                <a:ea typeface="微軟正黑體" panose="020B0604030504040204" pitchFamily="34" charset="-120"/>
              </a:rPr>
              <a:t>&lt;head&gt;</a:t>
            </a:r>
            <a:r>
              <a:rPr lang="zh-TW" altLang="en-US" sz="2400" dirty="0">
                <a:latin typeface="微軟正黑體" panose="020B0604030504040204" pitchFamily="34" charset="-120"/>
                <a:ea typeface="微軟正黑體" panose="020B0604030504040204" pitchFamily="34" charset="-120"/>
              </a:rPr>
              <a:t>的</a:t>
            </a:r>
            <a:r>
              <a:rPr lang="en-US" altLang="zh-TW" sz="2400" dirty="0">
                <a:latin typeface="微軟正黑體" panose="020B0604030504040204" pitchFamily="34" charset="-120"/>
                <a:ea typeface="微軟正黑體" panose="020B0604030504040204" pitchFamily="34" charset="-120"/>
              </a:rPr>
              <a:t>&lt;style&gt;</a:t>
            </a:r>
            <a:r>
              <a:rPr lang="zh-TW" altLang="en-US" sz="2400" dirty="0">
                <a:latin typeface="微軟正黑體" panose="020B0604030504040204" pitchFamily="34" charset="-120"/>
                <a:ea typeface="微軟正黑體" panose="020B0604030504040204" pitchFamily="34" charset="-120"/>
              </a:rPr>
              <a:t>中</a:t>
            </a:r>
            <a:endParaRPr lang="en-US" altLang="zh-TW" sz="2400" dirty="0">
              <a:latin typeface="微軟正黑體" panose="020B0604030504040204" pitchFamily="34" charset="-120"/>
              <a:ea typeface="微軟正黑體" panose="020B0604030504040204" pitchFamily="34" charset="-120"/>
            </a:endParaRPr>
          </a:p>
          <a:p>
            <a:pPr marL="0" indent="0">
              <a:buNone/>
            </a:pPr>
            <a:r>
              <a:rPr lang="en-US" altLang="zh-TW" sz="2400" dirty="0">
                <a:latin typeface="微軟正黑體" panose="020B0604030504040204" pitchFamily="34" charset="-120"/>
                <a:ea typeface="微軟正黑體" panose="020B0604030504040204" pitchFamily="34" charset="-120"/>
              </a:rPr>
              <a:t>&lt;head&gt;</a:t>
            </a:r>
          </a:p>
          <a:p>
            <a:pPr marL="0" indent="0">
              <a:buNone/>
            </a:pPr>
            <a:r>
              <a:rPr lang="en-US" altLang="zh-TW" sz="2400" dirty="0">
                <a:latin typeface="微軟正黑體" panose="020B0604030504040204" pitchFamily="34" charset="-120"/>
                <a:ea typeface="微軟正黑體" panose="020B0604030504040204" pitchFamily="34" charset="-120"/>
              </a:rPr>
              <a:t>    &lt;style&gt;</a:t>
            </a:r>
          </a:p>
          <a:p>
            <a:pPr marL="0" indent="0">
              <a:buNone/>
            </a:pPr>
            <a:r>
              <a:rPr lang="en-US" altLang="zh-TW" sz="2400" dirty="0">
                <a:latin typeface="微軟正黑體" panose="020B0604030504040204" pitchFamily="34" charset="-120"/>
                <a:ea typeface="微軟正黑體" panose="020B0604030504040204" pitchFamily="34" charset="-120"/>
              </a:rPr>
              <a:t>        p {</a:t>
            </a:r>
          </a:p>
          <a:p>
            <a:pPr marL="0" indent="0">
              <a:buNone/>
            </a:pPr>
            <a:r>
              <a:rPr lang="en-US" altLang="zh-TW" sz="2400" dirty="0">
                <a:latin typeface="微軟正黑體" panose="020B0604030504040204" pitchFamily="34" charset="-120"/>
                <a:ea typeface="微軟正黑體" panose="020B0604030504040204" pitchFamily="34" charset="-120"/>
              </a:rPr>
              <a:t>            width: 200px;</a:t>
            </a:r>
          </a:p>
          <a:p>
            <a:pPr marL="0" indent="0">
              <a:buNone/>
            </a:pPr>
            <a:r>
              <a:rPr lang="en-US" altLang="zh-TW" sz="2400" dirty="0">
                <a:latin typeface="微軟正黑體" panose="020B0604030504040204" pitchFamily="34" charset="-120"/>
                <a:ea typeface="微軟正黑體" panose="020B0604030504040204" pitchFamily="34" charset="-120"/>
              </a:rPr>
              <a:t>            height: 40px;</a:t>
            </a:r>
          </a:p>
          <a:p>
            <a:pPr marL="0" indent="0">
              <a:buNone/>
            </a:pPr>
            <a:r>
              <a:rPr lang="en-US" altLang="zh-TW" sz="2400" dirty="0">
                <a:latin typeface="微軟正黑體" panose="020B0604030504040204" pitchFamily="34" charset="-120"/>
                <a:ea typeface="微軟正黑體" panose="020B0604030504040204" pitchFamily="34" charset="-120"/>
              </a:rPr>
              <a:t>            background: #b6ff00;</a:t>
            </a:r>
          </a:p>
          <a:p>
            <a:pPr marL="0" indent="0">
              <a:buNone/>
            </a:pPr>
            <a:r>
              <a:rPr lang="en-US" altLang="zh-TW" sz="2400" dirty="0">
                <a:latin typeface="微軟正黑體" panose="020B0604030504040204" pitchFamily="34" charset="-120"/>
                <a:ea typeface="微軟正黑體" panose="020B0604030504040204" pitchFamily="34" charset="-120"/>
              </a:rPr>
              <a:t>        }</a:t>
            </a:r>
          </a:p>
          <a:p>
            <a:pPr marL="0" indent="0">
              <a:buNone/>
            </a:pPr>
            <a:r>
              <a:rPr lang="en-US" altLang="zh-TW" sz="2400" dirty="0">
                <a:latin typeface="微軟正黑體" panose="020B0604030504040204" pitchFamily="34" charset="-120"/>
                <a:ea typeface="微軟正黑體" panose="020B0604030504040204" pitchFamily="34" charset="-120"/>
              </a:rPr>
              <a:t>    &lt;/style&gt;</a:t>
            </a:r>
          </a:p>
          <a:p>
            <a:pPr marL="0" indent="0">
              <a:buNone/>
            </a:pPr>
            <a:r>
              <a:rPr lang="en-US" altLang="zh-TW" sz="2400" dirty="0">
                <a:latin typeface="微軟正黑體" panose="020B0604030504040204" pitchFamily="34" charset="-120"/>
                <a:ea typeface="微軟正黑體" panose="020B0604030504040204" pitchFamily="34" charset="-120"/>
              </a:rPr>
              <a:t>&lt;/head&gt;</a:t>
            </a:r>
            <a:endParaRPr lang="zh-TW" altLang="en-US" sz="2400" dirty="0">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22776939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AD7F7EF-569D-48DE-805A-6E73CA474814}"/>
              </a:ext>
            </a:extLst>
          </p:cNvPr>
          <p:cNvSpPr>
            <a:spLocks noGrp="1"/>
          </p:cNvSpPr>
          <p:nvPr>
            <p:ph type="title"/>
          </p:nvPr>
        </p:nvSpPr>
        <p:spPr>
          <a:xfrm>
            <a:off x="611560" y="548680"/>
            <a:ext cx="8229600" cy="792162"/>
          </a:xfrm>
        </p:spPr>
        <p:txBody>
          <a:bodyPr/>
          <a:lstStyle/>
          <a:p>
            <a:r>
              <a:rPr lang="en-US" altLang="zh-TW" b="0" i="0" dirty="0">
                <a:latin typeface="微軟正黑體" panose="020B0604030504040204" pitchFamily="34" charset="-120"/>
                <a:ea typeface="微軟正黑體" panose="020B0604030504040204" pitchFamily="34" charset="-120"/>
              </a:rPr>
              <a:t>CSS </a:t>
            </a:r>
            <a:r>
              <a:rPr lang="zh-TW" altLang="en-US" b="0" i="0" dirty="0">
                <a:latin typeface="微軟正黑體" panose="020B0604030504040204" pitchFamily="34" charset="-120"/>
                <a:ea typeface="微軟正黑體" panose="020B0604030504040204" pitchFamily="34" charset="-120"/>
              </a:rPr>
              <a:t>套用方法</a:t>
            </a:r>
            <a:r>
              <a:rPr lang="en-US" altLang="zh-TW" b="0" i="0" dirty="0">
                <a:latin typeface="微軟正黑體" panose="020B0604030504040204" pitchFamily="34" charset="-120"/>
                <a:ea typeface="微軟正黑體" panose="020B0604030504040204" pitchFamily="34" charset="-120"/>
              </a:rPr>
              <a:t>(3)</a:t>
            </a:r>
            <a:endParaRPr lang="zh-TW" altLang="en-US" b="0" i="0" dirty="0">
              <a:latin typeface="微軟正黑體" panose="020B0604030504040204" pitchFamily="34" charset="-120"/>
              <a:ea typeface="微軟正黑體" panose="020B0604030504040204" pitchFamily="34" charset="-120"/>
            </a:endParaRPr>
          </a:p>
        </p:txBody>
      </p:sp>
      <p:sp>
        <p:nvSpPr>
          <p:cNvPr id="3" name="內容版面配置區 2">
            <a:extLst>
              <a:ext uri="{FF2B5EF4-FFF2-40B4-BE49-F238E27FC236}">
                <a16:creationId xmlns:a16="http://schemas.microsoft.com/office/drawing/2014/main" id="{0592C07A-468B-4188-8AC3-2FC45DDF4A20}"/>
              </a:ext>
            </a:extLst>
          </p:cNvPr>
          <p:cNvSpPr>
            <a:spLocks noGrp="1"/>
          </p:cNvSpPr>
          <p:nvPr>
            <p:ph idx="1"/>
          </p:nvPr>
        </p:nvSpPr>
        <p:spPr>
          <a:xfrm>
            <a:off x="395288" y="1650929"/>
            <a:ext cx="8229600" cy="4802407"/>
          </a:xfrm>
        </p:spPr>
        <p:txBody>
          <a:bodyPr/>
          <a:lstStyle/>
          <a:p>
            <a:pPr>
              <a:buFont typeface="Arial" panose="020B0604020202020204" pitchFamily="34" charset="0"/>
              <a:buChar char="•"/>
            </a:pPr>
            <a:r>
              <a:rPr lang="zh-TW" altLang="en-US" sz="2400" dirty="0">
                <a:latin typeface="微軟正黑體" panose="020B0604030504040204" pitchFamily="34" charset="-120"/>
                <a:ea typeface="微軟正黑體" panose="020B0604030504040204" pitchFamily="34" charset="-120"/>
              </a:rPr>
              <a:t>外部載入將</a:t>
            </a:r>
            <a:r>
              <a:rPr lang="en-US" altLang="zh-TW" sz="2400" dirty="0">
                <a:latin typeface="微軟正黑體" panose="020B0604030504040204" pitchFamily="34" charset="-120"/>
                <a:ea typeface="微軟正黑體" panose="020B0604030504040204" pitchFamily="34" charset="-120"/>
              </a:rPr>
              <a:t>CSS</a:t>
            </a:r>
            <a:r>
              <a:rPr lang="zh-TW" altLang="en-US" sz="2400" dirty="0">
                <a:latin typeface="微軟正黑體" panose="020B0604030504040204" pitchFamily="34" charset="-120"/>
                <a:ea typeface="微軟正黑體" panose="020B0604030504040204" pitchFamily="34" charset="-120"/>
              </a:rPr>
              <a:t>格式獨立寫成*</a:t>
            </a:r>
            <a:r>
              <a:rPr lang="en-US" altLang="zh-TW" sz="2400" dirty="0">
                <a:latin typeface="微軟正黑體" panose="020B0604030504040204" pitchFamily="34" charset="-120"/>
                <a:ea typeface="微軟正黑體" panose="020B0604030504040204" pitchFamily="34" charset="-120"/>
              </a:rPr>
              <a:t>.</a:t>
            </a:r>
            <a:r>
              <a:rPr lang="en-US" altLang="zh-TW" sz="2400" dirty="0" err="1">
                <a:latin typeface="微軟正黑體" panose="020B0604030504040204" pitchFamily="34" charset="-120"/>
                <a:ea typeface="微軟正黑體" panose="020B0604030504040204" pitchFamily="34" charset="-120"/>
              </a:rPr>
              <a:t>css</a:t>
            </a:r>
            <a:r>
              <a:rPr lang="zh-TW" altLang="en-US" sz="2400" dirty="0">
                <a:latin typeface="微軟正黑體" panose="020B0604030504040204" pitchFamily="34" charset="-120"/>
                <a:ea typeface="微軟正黑體" panose="020B0604030504040204" pitchFamily="34" charset="-120"/>
              </a:rPr>
              <a:t>檔</a:t>
            </a:r>
            <a:endParaRPr lang="en-US" altLang="zh-TW" sz="2400" dirty="0">
              <a:latin typeface="微軟正黑體" panose="020B0604030504040204" pitchFamily="34" charset="-120"/>
              <a:ea typeface="微軟正黑體" panose="020B0604030504040204" pitchFamily="34" charset="-120"/>
            </a:endParaRPr>
          </a:p>
          <a:p>
            <a:pPr>
              <a:buFont typeface="Arial" panose="020B0604020202020204" pitchFamily="34" charset="0"/>
              <a:buChar char="•"/>
            </a:pPr>
            <a:r>
              <a:rPr lang="zh-TW" altLang="en-US" sz="2400" dirty="0">
                <a:latin typeface="微軟正黑體" panose="020B0604030504040204" pitchFamily="34" charset="-120"/>
                <a:ea typeface="微軟正黑體" panose="020B0604030504040204" pitchFamily="34" charset="-120"/>
              </a:rPr>
              <a:t>從</a:t>
            </a:r>
            <a:r>
              <a:rPr lang="en-US" altLang="zh-TW" sz="2400" dirty="0">
                <a:latin typeface="微軟正黑體" panose="020B0604030504040204" pitchFamily="34" charset="-120"/>
                <a:ea typeface="微軟正黑體" panose="020B0604030504040204" pitchFamily="34" charset="-120"/>
              </a:rPr>
              <a:t>HTML</a:t>
            </a:r>
            <a:r>
              <a:rPr lang="zh-TW" altLang="en-US" sz="2400" dirty="0">
                <a:latin typeface="微軟正黑體" panose="020B0604030504040204" pitchFamily="34" charset="-120"/>
                <a:ea typeface="微軟正黑體" panose="020B0604030504040204" pitchFamily="34" charset="-120"/>
              </a:rPr>
              <a:t>內部載入外部的檔案即可，寫法是在</a:t>
            </a:r>
            <a:r>
              <a:rPr lang="en-US" altLang="zh-TW" sz="2400" dirty="0">
                <a:latin typeface="微軟正黑體" panose="020B0604030504040204" pitchFamily="34" charset="-120"/>
                <a:ea typeface="微軟正黑體" panose="020B0604030504040204" pitchFamily="34" charset="-120"/>
              </a:rPr>
              <a:t>&lt;head&gt;</a:t>
            </a:r>
            <a:r>
              <a:rPr lang="zh-TW" altLang="en-US" sz="2400" dirty="0">
                <a:latin typeface="微軟正黑體" panose="020B0604030504040204" pitchFamily="34" charset="-120"/>
                <a:ea typeface="微軟正黑體" panose="020B0604030504040204" pitchFamily="34" charset="-120"/>
              </a:rPr>
              <a:t>使用</a:t>
            </a:r>
            <a:r>
              <a:rPr lang="en-US" altLang="zh-TW" sz="2400" dirty="0">
                <a:latin typeface="微軟正黑體" panose="020B0604030504040204" pitchFamily="34" charset="-120"/>
                <a:ea typeface="微軟正黑體" panose="020B0604030504040204" pitchFamily="34" charset="-120"/>
              </a:rPr>
              <a:t>&lt;link&gt;</a:t>
            </a:r>
          </a:p>
          <a:p>
            <a:pPr>
              <a:buFont typeface="Arial" panose="020B0604020202020204" pitchFamily="34" charset="0"/>
              <a:buChar char="•"/>
            </a:pPr>
            <a:r>
              <a:rPr lang="zh-TW" altLang="en-US" sz="2400" dirty="0">
                <a:solidFill>
                  <a:srgbClr val="CC0000"/>
                </a:solidFill>
                <a:latin typeface="微軟正黑體" panose="020B0604030504040204" pitchFamily="34" charset="-120"/>
                <a:ea typeface="微軟正黑體" panose="020B0604030504040204" pitchFamily="34" charset="-120"/>
              </a:rPr>
              <a:t>在</a:t>
            </a:r>
            <a:r>
              <a:rPr lang="en-US" altLang="zh-TW" sz="2400" dirty="0">
                <a:solidFill>
                  <a:srgbClr val="CC0000"/>
                </a:solidFill>
                <a:latin typeface="微軟正黑體" panose="020B0604030504040204" pitchFamily="34" charset="-120"/>
                <a:ea typeface="微軟正黑體" panose="020B0604030504040204" pitchFamily="34" charset="-120"/>
              </a:rPr>
              <a:t>&lt;style&gt;</a:t>
            </a:r>
            <a:r>
              <a:rPr lang="zh-TW" altLang="en-US" sz="2400" dirty="0">
                <a:solidFill>
                  <a:srgbClr val="CC0000"/>
                </a:solidFill>
                <a:latin typeface="微軟正黑體" panose="020B0604030504040204" pitchFamily="34" charset="-120"/>
                <a:ea typeface="微軟正黑體" panose="020B0604030504040204" pitchFamily="34" charset="-120"/>
              </a:rPr>
              <a:t>中使用</a:t>
            </a:r>
            <a:r>
              <a:rPr lang="en-US" altLang="zh-TW" sz="2400" dirty="0">
                <a:solidFill>
                  <a:srgbClr val="CC0000"/>
                </a:solidFill>
                <a:latin typeface="微軟正黑體" panose="020B0604030504040204" pitchFamily="34" charset="-120"/>
                <a:ea typeface="微軟正黑體" panose="020B0604030504040204" pitchFamily="34" charset="-120"/>
              </a:rPr>
              <a:t>@import</a:t>
            </a:r>
            <a:r>
              <a:rPr lang="zh-TW" altLang="en-US" sz="2400" dirty="0">
                <a:solidFill>
                  <a:srgbClr val="CC0000"/>
                </a:solidFill>
                <a:latin typeface="微軟正黑體" panose="020B0604030504040204" pitchFamily="34" charset="-120"/>
                <a:ea typeface="微軟正黑體" panose="020B0604030504040204" pitchFamily="34" charset="-120"/>
              </a:rPr>
              <a:t>載入外部檔案</a:t>
            </a:r>
            <a:endParaRPr lang="en-US" altLang="zh-TW" sz="2400" dirty="0">
              <a:solidFill>
                <a:srgbClr val="CC0000"/>
              </a:solidFill>
              <a:latin typeface="微軟正黑體" panose="020B0604030504040204" pitchFamily="34" charset="-120"/>
              <a:ea typeface="微軟正黑體" panose="020B0604030504040204" pitchFamily="34" charset="-120"/>
            </a:endParaRPr>
          </a:p>
          <a:p>
            <a:pPr marL="0" indent="0">
              <a:buNone/>
            </a:pPr>
            <a:r>
              <a:rPr lang="en-US" altLang="zh-TW" sz="2000" dirty="0">
                <a:latin typeface="微軟正黑體" panose="020B0604030504040204" pitchFamily="34" charset="-120"/>
                <a:ea typeface="微軟正黑體" panose="020B0604030504040204" pitchFamily="34" charset="-120"/>
              </a:rPr>
              <a:t>&lt;head&gt;</a:t>
            </a:r>
          </a:p>
          <a:p>
            <a:pPr marL="0" indent="0">
              <a:buNone/>
            </a:pPr>
            <a:r>
              <a:rPr lang="en-US" altLang="zh-TW" sz="2000" dirty="0">
                <a:latin typeface="微軟正黑體" panose="020B0604030504040204" pitchFamily="34" charset="-120"/>
                <a:ea typeface="微軟正黑體" panose="020B0604030504040204" pitchFamily="34" charset="-120"/>
              </a:rPr>
              <a:t>    &lt;link </a:t>
            </a:r>
            <a:r>
              <a:rPr lang="en-US" altLang="zh-TW" sz="2000" dirty="0" err="1">
                <a:latin typeface="微軟正黑體" panose="020B0604030504040204" pitchFamily="34" charset="-120"/>
                <a:ea typeface="微軟正黑體" panose="020B0604030504040204" pitchFamily="34" charset="-120"/>
              </a:rPr>
              <a:t>href</a:t>
            </a:r>
            <a:r>
              <a:rPr lang="en-US" altLang="zh-TW" sz="2000" dirty="0">
                <a:latin typeface="微軟正黑體" panose="020B0604030504040204" pitchFamily="34" charset="-120"/>
                <a:ea typeface="微軟正黑體" panose="020B0604030504040204" pitchFamily="34" charset="-120"/>
              </a:rPr>
              <a:t>="basis.css" </a:t>
            </a:r>
            <a:r>
              <a:rPr lang="en-US" altLang="zh-TW" sz="2000" dirty="0" err="1">
                <a:latin typeface="微軟正黑體" panose="020B0604030504040204" pitchFamily="34" charset="-120"/>
                <a:ea typeface="微軟正黑體" panose="020B0604030504040204" pitchFamily="34" charset="-120"/>
              </a:rPr>
              <a:t>rel</a:t>
            </a:r>
            <a:r>
              <a:rPr lang="en-US" altLang="zh-TW" sz="2000" dirty="0">
                <a:latin typeface="微軟正黑體" panose="020B0604030504040204" pitchFamily="34" charset="-120"/>
                <a:ea typeface="微軟正黑體" panose="020B0604030504040204" pitchFamily="34" charset="-120"/>
              </a:rPr>
              <a:t>="stylesheet"/&gt;</a:t>
            </a:r>
          </a:p>
          <a:p>
            <a:pPr marL="0" indent="0">
              <a:buNone/>
            </a:pPr>
            <a:r>
              <a:rPr lang="en-US" altLang="zh-TW" sz="2000" dirty="0">
                <a:latin typeface="微軟正黑體" panose="020B0604030504040204" pitchFamily="34" charset="-120"/>
                <a:ea typeface="微軟正黑體" panose="020B0604030504040204" pitchFamily="34" charset="-120"/>
              </a:rPr>
              <a:t>&lt;/head&gt;</a:t>
            </a:r>
          </a:p>
          <a:p>
            <a:pPr marL="0" indent="0">
              <a:buNone/>
            </a:pPr>
            <a:r>
              <a:rPr lang="en-US" altLang="zh-TW" sz="2000" dirty="0">
                <a:solidFill>
                  <a:srgbClr val="CC0000"/>
                </a:solidFill>
                <a:latin typeface="微軟正黑體" panose="020B0604030504040204" pitchFamily="34" charset="-120"/>
                <a:ea typeface="微軟正黑體" panose="020B0604030504040204" pitchFamily="34" charset="-120"/>
              </a:rPr>
              <a:t>&lt;head&gt;</a:t>
            </a:r>
          </a:p>
          <a:p>
            <a:pPr marL="0" indent="0">
              <a:buNone/>
            </a:pPr>
            <a:r>
              <a:rPr lang="en-US" altLang="zh-TW" sz="2000" dirty="0">
                <a:solidFill>
                  <a:srgbClr val="CC0000"/>
                </a:solidFill>
                <a:latin typeface="微軟正黑體" panose="020B0604030504040204" pitchFamily="34" charset="-120"/>
                <a:ea typeface="微軟正黑體" panose="020B0604030504040204" pitchFamily="34" charset="-120"/>
              </a:rPr>
              <a:t>    &lt;style type=text/</a:t>
            </a:r>
            <a:r>
              <a:rPr lang="en-US" altLang="zh-TW" sz="2000" dirty="0" err="1">
                <a:solidFill>
                  <a:srgbClr val="CC0000"/>
                </a:solidFill>
                <a:latin typeface="微軟正黑體" panose="020B0604030504040204" pitchFamily="34" charset="-120"/>
                <a:ea typeface="微軟正黑體" panose="020B0604030504040204" pitchFamily="34" charset="-120"/>
              </a:rPr>
              <a:t>css</a:t>
            </a:r>
            <a:r>
              <a:rPr lang="en-US" altLang="zh-TW" sz="2000" dirty="0">
                <a:solidFill>
                  <a:srgbClr val="CC0000"/>
                </a:solidFill>
                <a:latin typeface="微軟正黑體" panose="020B0604030504040204" pitchFamily="34" charset="-120"/>
                <a:ea typeface="微軟正黑體" panose="020B0604030504040204" pitchFamily="34" charset="-120"/>
              </a:rPr>
              <a:t>&gt;</a:t>
            </a:r>
          </a:p>
          <a:p>
            <a:pPr marL="0" indent="0">
              <a:buNone/>
            </a:pPr>
            <a:r>
              <a:rPr lang="en-US" altLang="zh-TW" sz="2000" dirty="0">
                <a:solidFill>
                  <a:srgbClr val="CC0000"/>
                </a:solidFill>
                <a:latin typeface="微軟正黑體" panose="020B0604030504040204" pitchFamily="34" charset="-120"/>
                <a:ea typeface="微軟正黑體" panose="020B0604030504040204" pitchFamily="34" charset="-120"/>
              </a:rPr>
              <a:t>        @import </a:t>
            </a:r>
            <a:r>
              <a:rPr lang="en-US" altLang="zh-TW" sz="2000" dirty="0" err="1">
                <a:solidFill>
                  <a:srgbClr val="CC0000"/>
                </a:solidFill>
                <a:latin typeface="微軟正黑體" panose="020B0604030504040204" pitchFamily="34" charset="-120"/>
                <a:ea typeface="微軟正黑體" panose="020B0604030504040204" pitchFamily="34" charset="-120"/>
              </a:rPr>
              <a:t>url</a:t>
            </a:r>
            <a:r>
              <a:rPr lang="en-US" altLang="zh-TW" sz="2000" dirty="0">
                <a:solidFill>
                  <a:srgbClr val="CC0000"/>
                </a:solidFill>
                <a:latin typeface="微軟正黑體" panose="020B0604030504040204" pitchFamily="34" charset="-120"/>
                <a:ea typeface="微軟正黑體" panose="020B0604030504040204" pitchFamily="34" charset="-120"/>
              </a:rPr>
              <a:t>(basis.css);</a:t>
            </a:r>
          </a:p>
          <a:p>
            <a:pPr marL="0" indent="0">
              <a:buNone/>
            </a:pPr>
            <a:r>
              <a:rPr lang="en-US" altLang="zh-TW" sz="2000" dirty="0">
                <a:solidFill>
                  <a:srgbClr val="CC0000"/>
                </a:solidFill>
                <a:latin typeface="微軟正黑體" panose="020B0604030504040204" pitchFamily="34" charset="-120"/>
                <a:ea typeface="微軟正黑體" panose="020B0604030504040204" pitchFamily="34" charset="-120"/>
              </a:rPr>
              <a:t>    &lt;/style&gt;</a:t>
            </a:r>
          </a:p>
          <a:p>
            <a:pPr marL="0" indent="0">
              <a:buNone/>
            </a:pPr>
            <a:r>
              <a:rPr lang="en-US" altLang="zh-TW" sz="2000" dirty="0">
                <a:solidFill>
                  <a:srgbClr val="CC0000"/>
                </a:solidFill>
                <a:latin typeface="微軟正黑體" panose="020B0604030504040204" pitchFamily="34" charset="-120"/>
                <a:ea typeface="微軟正黑體" panose="020B0604030504040204" pitchFamily="34" charset="-120"/>
              </a:rPr>
              <a:t>&lt;/head&gt;</a:t>
            </a:r>
            <a:endParaRPr lang="zh-TW" altLang="en-US" sz="2000" dirty="0">
              <a:solidFill>
                <a:srgbClr val="CC0000"/>
              </a:solidFill>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11710005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2D5A0AF-C0FD-4F71-8B9B-668FDB32C7A1}"/>
              </a:ext>
            </a:extLst>
          </p:cNvPr>
          <p:cNvSpPr>
            <a:spLocks noGrp="1"/>
          </p:cNvSpPr>
          <p:nvPr>
            <p:ph type="title"/>
          </p:nvPr>
        </p:nvSpPr>
        <p:spPr/>
        <p:txBody>
          <a:bodyPr/>
          <a:lstStyle/>
          <a:p>
            <a:r>
              <a:rPr lang="en-US" altLang="zh-TW" i="0" dirty="0"/>
              <a:t>class</a:t>
            </a:r>
            <a:r>
              <a:rPr lang="zh-TW" altLang="en-US" i="0" dirty="0"/>
              <a:t>選擇器</a:t>
            </a:r>
          </a:p>
        </p:txBody>
      </p:sp>
      <p:sp>
        <p:nvSpPr>
          <p:cNvPr id="3" name="內容版面配置區 2">
            <a:extLst>
              <a:ext uri="{FF2B5EF4-FFF2-40B4-BE49-F238E27FC236}">
                <a16:creationId xmlns:a16="http://schemas.microsoft.com/office/drawing/2014/main" id="{C83CD9AB-B877-448E-876F-E87B35219AD2}"/>
              </a:ext>
            </a:extLst>
          </p:cNvPr>
          <p:cNvSpPr>
            <a:spLocks noGrp="1"/>
          </p:cNvSpPr>
          <p:nvPr>
            <p:ph idx="1"/>
          </p:nvPr>
        </p:nvSpPr>
        <p:spPr>
          <a:xfrm>
            <a:off x="457200" y="1628774"/>
            <a:ext cx="8229600" cy="4896569"/>
          </a:xfrm>
        </p:spPr>
        <p:txBody>
          <a:bodyPr/>
          <a:lstStyle/>
          <a:p>
            <a:pPr marL="0" indent="0">
              <a:buNone/>
            </a:pPr>
            <a:r>
              <a:rPr lang="en-US" altLang="zh-TW" sz="2800" dirty="0"/>
              <a:t>&lt;style&gt;</a:t>
            </a:r>
          </a:p>
          <a:p>
            <a:pPr marL="0" indent="0">
              <a:buNone/>
            </a:pPr>
            <a:r>
              <a:rPr lang="en-US" altLang="zh-TW" sz="2800" dirty="0"/>
              <a:t>    </a:t>
            </a:r>
            <a:r>
              <a:rPr lang="en-US" altLang="zh-TW" sz="2800" dirty="0">
                <a:solidFill>
                  <a:srgbClr val="CC0000"/>
                </a:solidFill>
              </a:rPr>
              <a:t>.name</a:t>
            </a:r>
          </a:p>
          <a:p>
            <a:pPr marL="0" indent="0">
              <a:buNone/>
            </a:pPr>
            <a:r>
              <a:rPr lang="en-US" altLang="zh-TW" sz="2800" dirty="0"/>
              <a:t>    {</a:t>
            </a:r>
          </a:p>
          <a:p>
            <a:pPr marL="0" indent="0">
              <a:buNone/>
            </a:pPr>
            <a:r>
              <a:rPr lang="en-US" altLang="zh-TW" sz="2800" dirty="0"/>
              <a:t>        color: red;</a:t>
            </a:r>
          </a:p>
          <a:p>
            <a:pPr marL="0" indent="0">
              <a:buNone/>
            </a:pPr>
            <a:r>
              <a:rPr lang="en-US" altLang="zh-TW" sz="2800" dirty="0"/>
              <a:t>    }</a:t>
            </a:r>
          </a:p>
          <a:p>
            <a:pPr marL="0" indent="0">
              <a:buNone/>
            </a:pPr>
            <a:r>
              <a:rPr lang="en-US" altLang="zh-TW" sz="2800" dirty="0"/>
              <a:t>&lt;/style&gt;</a:t>
            </a:r>
          </a:p>
          <a:p>
            <a:pPr marL="0" indent="0">
              <a:buNone/>
            </a:pPr>
            <a:r>
              <a:rPr lang="en-US" altLang="zh-TW" sz="2800" dirty="0"/>
              <a:t>&lt;body&gt;</a:t>
            </a:r>
          </a:p>
          <a:p>
            <a:pPr marL="0" indent="0">
              <a:buNone/>
            </a:pPr>
            <a:r>
              <a:rPr lang="en-US" altLang="zh-TW" sz="2800" dirty="0"/>
              <a:t>    &lt;p </a:t>
            </a:r>
            <a:r>
              <a:rPr lang="en-US" altLang="zh-TW" sz="2800" dirty="0">
                <a:solidFill>
                  <a:srgbClr val="CC0000"/>
                </a:solidFill>
              </a:rPr>
              <a:t>class="name" </a:t>
            </a:r>
            <a:r>
              <a:rPr lang="en-US" altLang="zh-TW" sz="2800" dirty="0"/>
              <a:t>&gt;&lt;/p&gt;</a:t>
            </a:r>
          </a:p>
          <a:p>
            <a:pPr marL="0" indent="0">
              <a:buNone/>
            </a:pPr>
            <a:r>
              <a:rPr lang="en-US" altLang="zh-TW" sz="2800" dirty="0"/>
              <a:t>&lt;/body&gt;</a:t>
            </a:r>
            <a:endParaRPr lang="zh-TW" altLang="en-US" sz="2800" dirty="0"/>
          </a:p>
        </p:txBody>
      </p:sp>
    </p:spTree>
    <p:extLst>
      <p:ext uri="{BB962C8B-B14F-4D97-AF65-F5344CB8AC3E}">
        <p14:creationId xmlns:p14="http://schemas.microsoft.com/office/powerpoint/2010/main" val="39403442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E97A3F9-10A7-42B6-A925-B8633BE6E0D0}"/>
              </a:ext>
            </a:extLst>
          </p:cNvPr>
          <p:cNvSpPr>
            <a:spLocks noGrp="1"/>
          </p:cNvSpPr>
          <p:nvPr>
            <p:ph type="title"/>
          </p:nvPr>
        </p:nvSpPr>
        <p:spPr/>
        <p:txBody>
          <a:bodyPr/>
          <a:lstStyle/>
          <a:p>
            <a:r>
              <a:rPr lang="en-US" altLang="zh-TW" i="0" dirty="0"/>
              <a:t>ID</a:t>
            </a:r>
            <a:r>
              <a:rPr lang="zh-TW" altLang="en-US" i="0" dirty="0"/>
              <a:t>選擇器</a:t>
            </a:r>
          </a:p>
        </p:txBody>
      </p:sp>
      <p:sp>
        <p:nvSpPr>
          <p:cNvPr id="3" name="內容版面配置區 2">
            <a:extLst>
              <a:ext uri="{FF2B5EF4-FFF2-40B4-BE49-F238E27FC236}">
                <a16:creationId xmlns:a16="http://schemas.microsoft.com/office/drawing/2014/main" id="{DB2CBB43-2597-4C71-AC46-91D769347FC2}"/>
              </a:ext>
            </a:extLst>
          </p:cNvPr>
          <p:cNvSpPr>
            <a:spLocks noGrp="1"/>
          </p:cNvSpPr>
          <p:nvPr>
            <p:ph idx="1"/>
          </p:nvPr>
        </p:nvSpPr>
        <p:spPr>
          <a:xfrm>
            <a:off x="457200" y="1556792"/>
            <a:ext cx="8229600" cy="4752528"/>
          </a:xfrm>
        </p:spPr>
        <p:txBody>
          <a:bodyPr/>
          <a:lstStyle/>
          <a:p>
            <a:pPr marL="0" indent="0">
              <a:buNone/>
            </a:pPr>
            <a:r>
              <a:rPr lang="en-US" altLang="zh-TW" sz="2800" dirty="0">
                <a:latin typeface="微軟正黑體" panose="020B0604030504040204" pitchFamily="34" charset="-120"/>
                <a:ea typeface="微軟正黑體" panose="020B0604030504040204" pitchFamily="34" charset="-120"/>
              </a:rPr>
              <a:t>&lt;style&gt;</a:t>
            </a:r>
          </a:p>
          <a:p>
            <a:pPr marL="0" indent="0">
              <a:buNone/>
            </a:pPr>
            <a:r>
              <a:rPr lang="en-US" altLang="zh-TW" sz="2800" dirty="0">
                <a:latin typeface="微軟正黑體" panose="020B0604030504040204" pitchFamily="34" charset="-120"/>
                <a:ea typeface="微軟正黑體" panose="020B0604030504040204" pitchFamily="34" charset="-120"/>
              </a:rPr>
              <a:t>    </a:t>
            </a:r>
            <a:r>
              <a:rPr lang="en-US" altLang="zh-TW" sz="2800" dirty="0">
                <a:solidFill>
                  <a:srgbClr val="CC0000"/>
                </a:solidFill>
                <a:latin typeface="微軟正黑體" panose="020B0604030504040204" pitchFamily="34" charset="-120"/>
                <a:ea typeface="微軟正黑體" panose="020B0604030504040204" pitchFamily="34" charset="-120"/>
              </a:rPr>
              <a:t>#id01</a:t>
            </a:r>
          </a:p>
          <a:p>
            <a:pPr marL="0" indent="0">
              <a:buNone/>
            </a:pPr>
            <a:r>
              <a:rPr lang="en-US" altLang="zh-TW" sz="2800" dirty="0">
                <a:latin typeface="微軟正黑體" panose="020B0604030504040204" pitchFamily="34" charset="-120"/>
                <a:ea typeface="微軟正黑體" panose="020B0604030504040204" pitchFamily="34" charset="-120"/>
              </a:rPr>
              <a:t>    {</a:t>
            </a:r>
          </a:p>
          <a:p>
            <a:pPr marL="0" indent="0">
              <a:buNone/>
            </a:pPr>
            <a:r>
              <a:rPr lang="en-US" altLang="zh-TW" sz="2800" dirty="0">
                <a:latin typeface="微軟正黑體" panose="020B0604030504040204" pitchFamily="34" charset="-120"/>
                <a:ea typeface="微軟正黑體" panose="020B0604030504040204" pitchFamily="34" charset="-120"/>
              </a:rPr>
              <a:t>        color: red;</a:t>
            </a:r>
          </a:p>
          <a:p>
            <a:pPr marL="0" indent="0">
              <a:buNone/>
            </a:pPr>
            <a:r>
              <a:rPr lang="en-US" altLang="zh-TW" sz="2800" dirty="0">
                <a:latin typeface="微軟正黑體" panose="020B0604030504040204" pitchFamily="34" charset="-120"/>
                <a:ea typeface="微軟正黑體" panose="020B0604030504040204" pitchFamily="34" charset="-120"/>
              </a:rPr>
              <a:t>    }</a:t>
            </a:r>
          </a:p>
          <a:p>
            <a:pPr marL="0" indent="0">
              <a:buNone/>
            </a:pPr>
            <a:r>
              <a:rPr lang="en-US" altLang="zh-TW" sz="2800" dirty="0">
                <a:latin typeface="微軟正黑體" panose="020B0604030504040204" pitchFamily="34" charset="-120"/>
                <a:ea typeface="微軟正黑體" panose="020B0604030504040204" pitchFamily="34" charset="-120"/>
              </a:rPr>
              <a:t>&lt;/style&gt;</a:t>
            </a:r>
          </a:p>
          <a:p>
            <a:pPr marL="0" indent="0">
              <a:buNone/>
            </a:pPr>
            <a:r>
              <a:rPr lang="en-US" altLang="zh-TW" sz="2800" dirty="0">
                <a:latin typeface="微軟正黑體" panose="020B0604030504040204" pitchFamily="34" charset="-120"/>
                <a:ea typeface="微軟正黑體" panose="020B0604030504040204" pitchFamily="34" charset="-120"/>
              </a:rPr>
              <a:t>&lt;body&gt;</a:t>
            </a:r>
          </a:p>
          <a:p>
            <a:pPr marL="0" indent="0">
              <a:buNone/>
            </a:pPr>
            <a:r>
              <a:rPr lang="en-US" altLang="zh-TW" sz="2800" dirty="0">
                <a:latin typeface="微軟正黑體" panose="020B0604030504040204" pitchFamily="34" charset="-120"/>
                <a:ea typeface="微軟正黑體" panose="020B0604030504040204" pitchFamily="34" charset="-120"/>
              </a:rPr>
              <a:t>    &lt;p </a:t>
            </a:r>
            <a:r>
              <a:rPr lang="en-US" altLang="zh-TW" sz="2800" dirty="0">
                <a:solidFill>
                  <a:srgbClr val="CC0000"/>
                </a:solidFill>
                <a:latin typeface="微軟正黑體" panose="020B0604030504040204" pitchFamily="34" charset="-120"/>
                <a:ea typeface="微軟正黑體" panose="020B0604030504040204" pitchFamily="34" charset="-120"/>
              </a:rPr>
              <a:t>id="id01" </a:t>
            </a:r>
            <a:r>
              <a:rPr lang="en-US" altLang="zh-TW" sz="2800" dirty="0">
                <a:latin typeface="微軟正黑體" panose="020B0604030504040204" pitchFamily="34" charset="-120"/>
                <a:ea typeface="微軟正黑體" panose="020B0604030504040204" pitchFamily="34" charset="-120"/>
              </a:rPr>
              <a:t>&gt;Test&lt;/p&gt;</a:t>
            </a:r>
          </a:p>
          <a:p>
            <a:pPr marL="0" indent="0">
              <a:buNone/>
            </a:pPr>
            <a:r>
              <a:rPr lang="en-US" altLang="zh-TW" sz="2800" dirty="0">
                <a:latin typeface="微軟正黑體" panose="020B0604030504040204" pitchFamily="34" charset="-120"/>
                <a:ea typeface="微軟正黑體" panose="020B0604030504040204" pitchFamily="34" charset="-120"/>
              </a:rPr>
              <a:t>&lt;/body&gt;</a:t>
            </a:r>
            <a:endParaRPr lang="zh-TW" altLang="en-US" sz="2800" dirty="0">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15399610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53D0885-46DD-465A-88C7-C8FF63185D66}"/>
              </a:ext>
            </a:extLst>
          </p:cNvPr>
          <p:cNvSpPr>
            <a:spLocks noGrp="1"/>
          </p:cNvSpPr>
          <p:nvPr>
            <p:ph type="title"/>
          </p:nvPr>
        </p:nvSpPr>
        <p:spPr/>
        <p:txBody>
          <a:bodyPr/>
          <a:lstStyle/>
          <a:p>
            <a:r>
              <a:rPr lang="zh-TW" altLang="en-US" i="0" dirty="0"/>
              <a:t>群組選擇器</a:t>
            </a:r>
          </a:p>
        </p:txBody>
      </p:sp>
      <p:sp>
        <p:nvSpPr>
          <p:cNvPr id="3" name="內容版面配置區 2">
            <a:extLst>
              <a:ext uri="{FF2B5EF4-FFF2-40B4-BE49-F238E27FC236}">
                <a16:creationId xmlns:a16="http://schemas.microsoft.com/office/drawing/2014/main" id="{67C76824-6573-4614-B6BF-B89D960BA938}"/>
              </a:ext>
            </a:extLst>
          </p:cNvPr>
          <p:cNvSpPr>
            <a:spLocks noGrp="1"/>
          </p:cNvSpPr>
          <p:nvPr>
            <p:ph idx="1"/>
          </p:nvPr>
        </p:nvSpPr>
        <p:spPr>
          <a:xfrm>
            <a:off x="457200" y="1556792"/>
            <a:ext cx="8229600" cy="4569371"/>
          </a:xfrm>
        </p:spPr>
        <p:txBody>
          <a:bodyPr/>
          <a:lstStyle/>
          <a:p>
            <a:pPr marL="0" indent="0">
              <a:buNone/>
            </a:pPr>
            <a:r>
              <a:rPr lang="en-US" altLang="zh-TW" sz="2400" b="0" dirty="0"/>
              <a:t>&lt;style&gt;</a:t>
            </a:r>
          </a:p>
          <a:p>
            <a:pPr marL="0" indent="0">
              <a:buNone/>
            </a:pPr>
            <a:r>
              <a:rPr lang="en-US" altLang="zh-TW" sz="2400" b="0" dirty="0"/>
              <a:t>    h2,p</a:t>
            </a:r>
          </a:p>
          <a:p>
            <a:pPr marL="0" indent="0">
              <a:buNone/>
            </a:pPr>
            <a:r>
              <a:rPr lang="en-US" altLang="zh-TW" sz="2400" b="0" dirty="0"/>
              <a:t>    {</a:t>
            </a:r>
          </a:p>
          <a:p>
            <a:pPr marL="0" indent="0">
              <a:buNone/>
            </a:pPr>
            <a:r>
              <a:rPr lang="en-US" altLang="zh-TW" sz="2400" b="0" dirty="0"/>
              <a:t>        color: red;</a:t>
            </a:r>
          </a:p>
          <a:p>
            <a:pPr marL="0" indent="0">
              <a:buNone/>
            </a:pPr>
            <a:r>
              <a:rPr lang="en-US" altLang="zh-TW" sz="2400" b="0" dirty="0"/>
              <a:t>    }</a:t>
            </a:r>
          </a:p>
          <a:p>
            <a:pPr marL="0" indent="0">
              <a:buNone/>
            </a:pPr>
            <a:r>
              <a:rPr lang="en-US" altLang="zh-TW" sz="2400" b="0" dirty="0"/>
              <a:t>&lt;/style&gt;</a:t>
            </a:r>
          </a:p>
          <a:p>
            <a:pPr marL="0" indent="0">
              <a:buNone/>
            </a:pPr>
            <a:r>
              <a:rPr lang="en-US" altLang="zh-TW" sz="2400" b="0" dirty="0"/>
              <a:t>&lt;body&gt;</a:t>
            </a:r>
          </a:p>
          <a:p>
            <a:pPr marL="0" indent="0">
              <a:buNone/>
            </a:pPr>
            <a:r>
              <a:rPr lang="en-US" altLang="zh-TW" sz="2400" b="0" dirty="0"/>
              <a:t>    &lt;h2&gt;Heading 2&lt;/h2&gt;  &lt;!--</a:t>
            </a:r>
            <a:r>
              <a:rPr lang="zh-TW" altLang="en-US" sz="2400" b="0" dirty="0"/>
              <a:t>這項套用紅字</a:t>
            </a:r>
            <a:r>
              <a:rPr lang="en-US" altLang="zh-TW" sz="2400" b="0" dirty="0"/>
              <a:t>--&gt;</a:t>
            </a:r>
          </a:p>
          <a:p>
            <a:pPr marL="0" indent="0">
              <a:buNone/>
            </a:pPr>
            <a:r>
              <a:rPr lang="en-US" altLang="zh-TW" sz="2400" b="0" dirty="0"/>
              <a:t>    &lt;p&gt;Paragraph&lt;/p&gt;    &lt;!--</a:t>
            </a:r>
            <a:r>
              <a:rPr lang="zh-TW" altLang="en-US" sz="2400" b="0" dirty="0"/>
              <a:t>這項套用紅字</a:t>
            </a:r>
            <a:r>
              <a:rPr lang="en-US" altLang="zh-TW" sz="2400" b="0" dirty="0"/>
              <a:t>--&gt;</a:t>
            </a:r>
          </a:p>
          <a:p>
            <a:pPr marL="0" indent="0">
              <a:buNone/>
            </a:pPr>
            <a:r>
              <a:rPr lang="en-US" altLang="zh-TW" sz="2400" b="0" dirty="0"/>
              <a:t>&lt;/body&gt;</a:t>
            </a:r>
            <a:endParaRPr lang="zh-TW" altLang="en-US" sz="2400" b="0" dirty="0"/>
          </a:p>
        </p:txBody>
      </p:sp>
    </p:spTree>
    <p:extLst>
      <p:ext uri="{BB962C8B-B14F-4D97-AF65-F5344CB8AC3E}">
        <p14:creationId xmlns:p14="http://schemas.microsoft.com/office/powerpoint/2010/main" val="26226912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1F8A507-0264-42F0-BC19-A8113019FCDE}"/>
              </a:ext>
            </a:extLst>
          </p:cNvPr>
          <p:cNvSpPr>
            <a:spLocks noGrp="1"/>
          </p:cNvSpPr>
          <p:nvPr>
            <p:ph type="title"/>
          </p:nvPr>
        </p:nvSpPr>
        <p:spPr/>
        <p:txBody>
          <a:bodyPr/>
          <a:lstStyle/>
          <a:p>
            <a:r>
              <a:rPr lang="en-US" altLang="zh-TW" dirty="0"/>
              <a:t>CSS </a:t>
            </a:r>
            <a:r>
              <a:rPr lang="zh-TW" altLang="en-US" dirty="0"/>
              <a:t>背景</a:t>
            </a:r>
          </a:p>
        </p:txBody>
      </p:sp>
      <p:sp>
        <p:nvSpPr>
          <p:cNvPr id="3" name="內容版面配置區 2">
            <a:extLst>
              <a:ext uri="{FF2B5EF4-FFF2-40B4-BE49-F238E27FC236}">
                <a16:creationId xmlns:a16="http://schemas.microsoft.com/office/drawing/2014/main" id="{1943A7A2-5163-4A2D-9354-3CEE6D3D11AB}"/>
              </a:ext>
            </a:extLst>
          </p:cNvPr>
          <p:cNvSpPr>
            <a:spLocks noGrp="1"/>
          </p:cNvSpPr>
          <p:nvPr>
            <p:ph idx="1"/>
          </p:nvPr>
        </p:nvSpPr>
        <p:spPr>
          <a:xfrm>
            <a:off x="179513" y="1844675"/>
            <a:ext cx="8784976" cy="4281488"/>
          </a:xfrm>
        </p:spPr>
        <p:txBody>
          <a:bodyPr/>
          <a:lstStyle/>
          <a:p>
            <a:pPr marL="0" indent="0">
              <a:buNone/>
            </a:pPr>
            <a:r>
              <a:rPr lang="en-US" altLang="zh-TW" sz="2800" dirty="0">
                <a:latin typeface="微軟正黑體" panose="020B0604030504040204" pitchFamily="34" charset="-120"/>
                <a:ea typeface="微軟正黑體" panose="020B0604030504040204" pitchFamily="34" charset="-120"/>
              </a:rPr>
              <a:t>background-color:</a:t>
            </a:r>
            <a:r>
              <a:rPr lang="zh-TW" altLang="en-US" sz="2800" dirty="0">
                <a:latin typeface="微軟正黑體" panose="020B0604030504040204" pitchFamily="34" charset="-120"/>
                <a:ea typeface="微軟正黑體" panose="020B0604030504040204" pitchFamily="34" charset="-120"/>
              </a:rPr>
              <a:t>顏色值                        設定背景顏色</a:t>
            </a:r>
          </a:p>
          <a:p>
            <a:pPr marL="0" indent="0">
              <a:buNone/>
            </a:pPr>
            <a:endParaRPr lang="zh-TW" altLang="en-US" sz="2800" dirty="0">
              <a:latin typeface="微軟正黑體" panose="020B0604030504040204" pitchFamily="34" charset="-120"/>
              <a:ea typeface="微軟正黑體" panose="020B0604030504040204" pitchFamily="34" charset="-120"/>
            </a:endParaRPr>
          </a:p>
          <a:p>
            <a:pPr marL="0" indent="0">
              <a:buNone/>
            </a:pPr>
            <a:endParaRPr lang="zh-TW" altLang="en-US" sz="2800" dirty="0">
              <a:latin typeface="微軟正黑體" panose="020B0604030504040204" pitchFamily="34" charset="-120"/>
              <a:ea typeface="微軟正黑體" panose="020B0604030504040204" pitchFamily="34" charset="-120"/>
            </a:endParaRPr>
          </a:p>
          <a:p>
            <a:pPr marL="0" indent="0">
              <a:buNone/>
            </a:pPr>
            <a:r>
              <a:rPr lang="en-US" altLang="zh-TW" sz="2800" dirty="0" err="1">
                <a:latin typeface="微軟正黑體" panose="020B0604030504040204" pitchFamily="34" charset="-120"/>
                <a:ea typeface="微軟正黑體" panose="020B0604030504040204" pitchFamily="34" charset="-120"/>
              </a:rPr>
              <a:t>background-image:url</a:t>
            </a:r>
            <a:r>
              <a:rPr lang="en-US" altLang="zh-TW" sz="2800" dirty="0">
                <a:latin typeface="微軟正黑體" panose="020B0604030504040204" pitchFamily="34" charset="-120"/>
                <a:ea typeface="微軟正黑體" panose="020B0604030504040204" pitchFamily="34" charset="-120"/>
              </a:rPr>
              <a:t>(</a:t>
            </a:r>
            <a:r>
              <a:rPr lang="zh-TW" altLang="en-US" sz="2800" dirty="0">
                <a:latin typeface="微軟正黑體" panose="020B0604030504040204" pitchFamily="34" charset="-120"/>
                <a:ea typeface="微軟正黑體" panose="020B0604030504040204" pitchFamily="34" charset="-120"/>
              </a:rPr>
              <a:t>圖片檔案路徑</a:t>
            </a:r>
            <a:r>
              <a:rPr lang="en-US" altLang="zh-TW" sz="2800" dirty="0">
                <a:latin typeface="微軟正黑體" panose="020B0604030504040204" pitchFamily="34" charset="-120"/>
                <a:ea typeface="微軟正黑體" panose="020B0604030504040204" pitchFamily="34" charset="-120"/>
              </a:rPr>
              <a:t>)  </a:t>
            </a:r>
            <a:r>
              <a:rPr lang="zh-TW" altLang="en-US" sz="2800" dirty="0">
                <a:latin typeface="微軟正黑體" panose="020B0604030504040204" pitchFamily="34" charset="-120"/>
                <a:ea typeface="微軟正黑體" panose="020B0604030504040204" pitchFamily="34" charset="-120"/>
              </a:rPr>
              <a:t>設定背景圖片</a:t>
            </a:r>
          </a:p>
          <a:p>
            <a:pPr marL="0" indent="0">
              <a:buNone/>
            </a:pPr>
            <a:endParaRPr lang="zh-TW" altLang="en-US" dirty="0"/>
          </a:p>
          <a:p>
            <a:pPr marL="0" indent="0">
              <a:buNone/>
            </a:pPr>
            <a:endParaRPr lang="zh-TW" altLang="en-US" dirty="0"/>
          </a:p>
        </p:txBody>
      </p:sp>
    </p:spTree>
    <p:extLst>
      <p:ext uri="{BB962C8B-B14F-4D97-AF65-F5344CB8AC3E}">
        <p14:creationId xmlns:p14="http://schemas.microsoft.com/office/powerpoint/2010/main" val="18232848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23E8445-8FD3-455F-AC86-41EF646E87A9}"/>
              </a:ext>
            </a:extLst>
          </p:cNvPr>
          <p:cNvSpPr>
            <a:spLocks noGrp="1"/>
          </p:cNvSpPr>
          <p:nvPr>
            <p:ph type="title"/>
          </p:nvPr>
        </p:nvSpPr>
        <p:spPr/>
        <p:txBody>
          <a:bodyPr/>
          <a:lstStyle/>
          <a:p>
            <a:r>
              <a:rPr lang="en-US" altLang="zh-TW" i="0" dirty="0"/>
              <a:t>CSS </a:t>
            </a:r>
            <a:r>
              <a:rPr lang="zh-TW" altLang="en-US" i="0" dirty="0"/>
              <a:t>版面定位</a:t>
            </a:r>
          </a:p>
        </p:txBody>
      </p:sp>
      <p:sp>
        <p:nvSpPr>
          <p:cNvPr id="3" name="內容版面配置區 2">
            <a:extLst>
              <a:ext uri="{FF2B5EF4-FFF2-40B4-BE49-F238E27FC236}">
                <a16:creationId xmlns:a16="http://schemas.microsoft.com/office/drawing/2014/main" id="{ED30CD45-7950-47E5-8FBC-0600785E3D2D}"/>
              </a:ext>
            </a:extLst>
          </p:cNvPr>
          <p:cNvSpPr>
            <a:spLocks noGrp="1"/>
          </p:cNvSpPr>
          <p:nvPr>
            <p:ph idx="1"/>
          </p:nvPr>
        </p:nvSpPr>
        <p:spPr>
          <a:xfrm>
            <a:off x="323528" y="3140969"/>
            <a:ext cx="8784976" cy="3240360"/>
          </a:xfrm>
        </p:spPr>
        <p:txBody>
          <a:bodyPr/>
          <a:lstStyle/>
          <a:p>
            <a:pPr marL="0" indent="0">
              <a:buNone/>
            </a:pPr>
            <a:r>
              <a:rPr lang="en-US" altLang="zh-TW" sz="2800" dirty="0"/>
              <a:t>margin-top:</a:t>
            </a:r>
            <a:r>
              <a:rPr lang="zh-TW" altLang="en-US" sz="2800" dirty="0"/>
              <a:t>屬性值     設定上方外距</a:t>
            </a:r>
          </a:p>
          <a:p>
            <a:pPr marL="0" indent="0">
              <a:buNone/>
            </a:pPr>
            <a:r>
              <a:rPr lang="en-US" altLang="zh-TW" sz="2800" dirty="0"/>
              <a:t>margin-bottom:</a:t>
            </a:r>
            <a:r>
              <a:rPr lang="zh-TW" altLang="en-US" sz="2800" dirty="0"/>
              <a:t>屬性值  設定下方外距</a:t>
            </a:r>
          </a:p>
          <a:p>
            <a:pPr marL="0" indent="0">
              <a:buNone/>
            </a:pPr>
            <a:r>
              <a:rPr lang="en-US" altLang="zh-TW" sz="2800" dirty="0"/>
              <a:t>margin-left:</a:t>
            </a:r>
            <a:r>
              <a:rPr lang="zh-TW" altLang="en-US" sz="2800" dirty="0"/>
              <a:t>屬性值    設定左方外距</a:t>
            </a:r>
          </a:p>
          <a:p>
            <a:pPr marL="0" indent="0">
              <a:buNone/>
            </a:pPr>
            <a:r>
              <a:rPr lang="en-US" altLang="zh-TW" sz="2800" dirty="0"/>
              <a:t>margin-right:</a:t>
            </a:r>
            <a:r>
              <a:rPr lang="zh-TW" altLang="en-US" sz="2800" dirty="0"/>
              <a:t>屬性值   設定右方外距</a:t>
            </a:r>
          </a:p>
          <a:p>
            <a:pPr marL="0" indent="0">
              <a:buNone/>
            </a:pPr>
            <a:r>
              <a:rPr lang="en-US" altLang="zh-TW" sz="2800" dirty="0"/>
              <a:t>margin:</a:t>
            </a:r>
            <a:r>
              <a:rPr lang="zh-TW" altLang="en-US" sz="2800" dirty="0"/>
              <a:t>上 右 下 左    設定全方向外距</a:t>
            </a:r>
            <a:r>
              <a:rPr lang="en-US" altLang="zh-TW" sz="2800" dirty="0"/>
              <a:t>(</a:t>
            </a:r>
            <a:r>
              <a:rPr lang="zh-TW" altLang="en-US" sz="2800" dirty="0"/>
              <a:t>簡便寫法</a:t>
            </a:r>
            <a:r>
              <a:rPr lang="en-US" altLang="zh-TW" sz="2800" dirty="0"/>
              <a:t>)</a:t>
            </a:r>
            <a:endParaRPr lang="zh-TW" altLang="en-US" sz="2800" dirty="0"/>
          </a:p>
        </p:txBody>
      </p:sp>
      <p:pic>
        <p:nvPicPr>
          <p:cNvPr id="17410" name="Picture 2">
            <a:extLst>
              <a:ext uri="{FF2B5EF4-FFF2-40B4-BE49-F238E27FC236}">
                <a16:creationId xmlns:a16="http://schemas.microsoft.com/office/drawing/2014/main" id="{E135027F-AD95-48E5-B04B-CCF20521DB1A}"/>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5259784" y="367691"/>
            <a:ext cx="3260800" cy="27732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904377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FDD1893-924F-4DF7-A156-E5E5F17CE58F}"/>
              </a:ext>
            </a:extLst>
          </p:cNvPr>
          <p:cNvSpPr>
            <a:spLocks noGrp="1"/>
          </p:cNvSpPr>
          <p:nvPr>
            <p:ph type="title"/>
          </p:nvPr>
        </p:nvSpPr>
        <p:spPr/>
        <p:txBody>
          <a:bodyPr/>
          <a:lstStyle/>
          <a:p>
            <a:r>
              <a:rPr lang="en-US" altLang="zh-TW" b="1" i="0" dirty="0">
                <a:solidFill>
                  <a:srgbClr val="FF0000"/>
                </a:solidFill>
                <a:effectLst/>
              </a:rPr>
              <a:t>JavaScript </a:t>
            </a:r>
            <a:r>
              <a:rPr lang="zh-TW" altLang="en-US" b="1" i="0" dirty="0">
                <a:solidFill>
                  <a:srgbClr val="FF0000"/>
                </a:solidFill>
                <a:effectLst/>
              </a:rPr>
              <a:t>語言</a:t>
            </a:r>
            <a:endParaRPr lang="zh-TW" altLang="en-US" dirty="0">
              <a:solidFill>
                <a:srgbClr val="FF0000"/>
              </a:solidFill>
            </a:endParaRPr>
          </a:p>
        </p:txBody>
      </p:sp>
      <p:sp>
        <p:nvSpPr>
          <p:cNvPr id="3" name="內容版面配置區 2">
            <a:extLst>
              <a:ext uri="{FF2B5EF4-FFF2-40B4-BE49-F238E27FC236}">
                <a16:creationId xmlns:a16="http://schemas.microsoft.com/office/drawing/2014/main" id="{FA27CA7B-5BE4-4905-9942-8E5581A97BEF}"/>
              </a:ext>
            </a:extLst>
          </p:cNvPr>
          <p:cNvSpPr>
            <a:spLocks noGrp="1"/>
          </p:cNvSpPr>
          <p:nvPr>
            <p:ph idx="1"/>
          </p:nvPr>
        </p:nvSpPr>
        <p:spPr/>
        <p:txBody>
          <a:bodyPr/>
          <a:lstStyle/>
          <a:p>
            <a:r>
              <a:rPr lang="en-US" altLang="zh-TW" sz="2800" dirty="0"/>
              <a:t>JavaScript (</a:t>
            </a:r>
            <a:r>
              <a:rPr lang="zh-TW" altLang="en-US" sz="2800" dirty="0"/>
              <a:t>簡稱 </a:t>
            </a:r>
            <a:r>
              <a:rPr lang="en-US" altLang="zh-TW" sz="2800" dirty="0"/>
              <a:t>JS) </a:t>
            </a:r>
            <a:r>
              <a:rPr lang="zh-TW" altLang="en-US" sz="2800" dirty="0"/>
              <a:t>被用於 </a:t>
            </a:r>
            <a:r>
              <a:rPr lang="en-US" altLang="zh-TW" sz="2800" dirty="0"/>
              <a:t>Web </a:t>
            </a:r>
            <a:r>
              <a:rPr lang="zh-TW" altLang="en-US" sz="2800" dirty="0"/>
              <a:t>瀏覽器的腳本語言 </a:t>
            </a:r>
            <a:r>
              <a:rPr lang="en-US" altLang="zh-TW" sz="2800" dirty="0"/>
              <a:t>(scripting language)</a:t>
            </a:r>
          </a:p>
          <a:p>
            <a:r>
              <a:rPr lang="en-US" altLang="zh-TW" sz="2800" dirty="0"/>
              <a:t>JavaScript </a:t>
            </a:r>
            <a:r>
              <a:rPr lang="zh-TW" altLang="en-US" sz="2800" dirty="0"/>
              <a:t>屬於直譯語言 </a:t>
            </a:r>
            <a:r>
              <a:rPr lang="en-US" altLang="zh-TW" sz="2800" dirty="0"/>
              <a:t>(interpreted language)</a:t>
            </a:r>
            <a:r>
              <a:rPr lang="zh-TW" altLang="en-US" sz="2800" dirty="0"/>
              <a:t>，不需事先編譯 </a:t>
            </a:r>
            <a:r>
              <a:rPr lang="en-US" altLang="zh-TW" sz="2800" dirty="0"/>
              <a:t>(compile)</a:t>
            </a:r>
            <a:r>
              <a:rPr lang="zh-TW" altLang="en-US" sz="2800" dirty="0"/>
              <a:t>，直接在瀏覽器 </a:t>
            </a:r>
            <a:r>
              <a:rPr lang="en-US" altLang="zh-TW" sz="2800" dirty="0"/>
              <a:t>(browser) </a:t>
            </a:r>
            <a:r>
              <a:rPr lang="zh-TW" altLang="en-US" sz="2800" dirty="0"/>
              <a:t>上執行。</a:t>
            </a:r>
          </a:p>
        </p:txBody>
      </p:sp>
    </p:spTree>
    <p:extLst>
      <p:ext uri="{BB962C8B-B14F-4D97-AF65-F5344CB8AC3E}">
        <p14:creationId xmlns:p14="http://schemas.microsoft.com/office/powerpoint/2010/main" val="3787867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73C020A-37B9-4BC8-8034-19581851E809}"/>
              </a:ext>
            </a:extLst>
          </p:cNvPr>
          <p:cNvSpPr>
            <a:spLocks noGrp="1"/>
          </p:cNvSpPr>
          <p:nvPr>
            <p:ph type="title"/>
          </p:nvPr>
        </p:nvSpPr>
        <p:spPr>
          <a:xfrm>
            <a:off x="539552" y="548680"/>
            <a:ext cx="8229600" cy="792162"/>
          </a:xfrm>
        </p:spPr>
        <p:txBody>
          <a:bodyPr/>
          <a:lstStyle/>
          <a:p>
            <a:r>
              <a:rPr lang="en-US" altLang="zh-TW" i="0" dirty="0"/>
              <a:t>JavaScript </a:t>
            </a:r>
            <a:r>
              <a:rPr lang="zh-TW" altLang="en-US" i="0" dirty="0"/>
              <a:t>如何使用</a:t>
            </a:r>
          </a:p>
        </p:txBody>
      </p:sp>
      <p:sp>
        <p:nvSpPr>
          <p:cNvPr id="3" name="內容版面配置區 2">
            <a:extLst>
              <a:ext uri="{FF2B5EF4-FFF2-40B4-BE49-F238E27FC236}">
                <a16:creationId xmlns:a16="http://schemas.microsoft.com/office/drawing/2014/main" id="{6278ACD0-7BCC-4AC4-97A9-30489C696724}"/>
              </a:ext>
            </a:extLst>
          </p:cNvPr>
          <p:cNvSpPr>
            <a:spLocks noGrp="1"/>
          </p:cNvSpPr>
          <p:nvPr>
            <p:ph idx="1"/>
          </p:nvPr>
        </p:nvSpPr>
        <p:spPr>
          <a:xfrm>
            <a:off x="251520" y="1371210"/>
            <a:ext cx="8445624" cy="5298150"/>
          </a:xfrm>
        </p:spPr>
        <p:txBody>
          <a:bodyPr/>
          <a:lstStyle/>
          <a:p>
            <a:r>
              <a:rPr lang="en-US" altLang="zh-TW" sz="2400" dirty="0"/>
              <a:t>&lt;script&gt;&lt;/script&gt; </a:t>
            </a:r>
            <a:r>
              <a:rPr lang="zh-TW" altLang="en-US" sz="2400" dirty="0"/>
              <a:t>標籤在瀏覽器執行。</a:t>
            </a:r>
            <a:endParaRPr lang="en-US" altLang="zh-TW" sz="2400" dirty="0"/>
          </a:p>
          <a:p>
            <a:r>
              <a:rPr lang="en-US" altLang="zh-TW" sz="2400" dirty="0"/>
              <a:t>&lt;script&gt; </a:t>
            </a:r>
            <a:r>
              <a:rPr lang="zh-TW" altLang="en-US" sz="2400" dirty="0"/>
              <a:t>標籤可以放在網頁 </a:t>
            </a:r>
            <a:r>
              <a:rPr lang="en-US" altLang="zh-TW" sz="2400" dirty="0"/>
              <a:t>HTML </a:t>
            </a:r>
            <a:r>
              <a:rPr lang="zh-TW" altLang="en-US" sz="2400" dirty="0"/>
              <a:t>的任何地方像是 </a:t>
            </a:r>
            <a:r>
              <a:rPr lang="en-US" altLang="zh-TW" sz="2400" dirty="0"/>
              <a:t>&lt;body&gt; </a:t>
            </a:r>
            <a:r>
              <a:rPr lang="zh-TW" altLang="en-US" sz="2400" dirty="0"/>
              <a:t>或 </a:t>
            </a:r>
            <a:r>
              <a:rPr lang="en-US" altLang="zh-TW" sz="2400" dirty="0"/>
              <a:t>&lt;head&gt; </a:t>
            </a:r>
            <a:r>
              <a:rPr lang="zh-TW" altLang="en-US" sz="2400" dirty="0"/>
              <a:t>中</a:t>
            </a:r>
            <a:endParaRPr lang="en-US" altLang="zh-TW" sz="2400" dirty="0"/>
          </a:p>
          <a:p>
            <a:r>
              <a:rPr lang="zh-TW" altLang="en-US" sz="2400" dirty="0"/>
              <a:t>需告語法 </a:t>
            </a:r>
            <a:r>
              <a:rPr lang="en-US" altLang="zh-TW" sz="2400" dirty="0"/>
              <a:t>&lt;script type="text/</a:t>
            </a:r>
            <a:r>
              <a:rPr lang="en-US" altLang="zh-TW" sz="2400" dirty="0" err="1"/>
              <a:t>javascript</a:t>
            </a:r>
            <a:r>
              <a:rPr lang="en-US" altLang="zh-TW" sz="2400" dirty="0"/>
              <a:t>" language="</a:t>
            </a:r>
            <a:r>
              <a:rPr lang="en-US" altLang="zh-TW" sz="2400" dirty="0" err="1"/>
              <a:t>javascript</a:t>
            </a:r>
            <a:r>
              <a:rPr lang="en-US" altLang="zh-TW" sz="2400" dirty="0"/>
              <a:t>"&gt;</a:t>
            </a:r>
          </a:p>
          <a:p>
            <a:pPr marL="0" indent="0">
              <a:buNone/>
            </a:pPr>
            <a:r>
              <a:rPr lang="en-US" altLang="zh-TW" sz="1800" dirty="0"/>
              <a:t>&lt;!doctype html&gt;</a:t>
            </a:r>
          </a:p>
          <a:p>
            <a:pPr marL="0" indent="0">
              <a:buNone/>
            </a:pPr>
            <a:r>
              <a:rPr lang="en-US" altLang="zh-TW" sz="1800" dirty="0"/>
              <a:t>&lt;html&gt;&lt;head&gt;</a:t>
            </a:r>
          </a:p>
          <a:p>
            <a:pPr marL="0" indent="0">
              <a:buNone/>
            </a:pPr>
            <a:r>
              <a:rPr lang="en-US" altLang="zh-TW" sz="1800" dirty="0"/>
              <a:t>&lt;script&gt;</a:t>
            </a:r>
          </a:p>
          <a:p>
            <a:pPr marL="0" indent="0">
              <a:buNone/>
            </a:pPr>
            <a:r>
              <a:rPr lang="en-US" altLang="zh-TW" sz="1800" dirty="0"/>
              <a:t>    alert('Hello world!');</a:t>
            </a:r>
          </a:p>
          <a:p>
            <a:pPr marL="0" indent="0">
              <a:buNone/>
            </a:pPr>
            <a:r>
              <a:rPr lang="en-US" altLang="zh-TW" sz="1800" dirty="0"/>
              <a:t>&lt;/script&gt;</a:t>
            </a:r>
          </a:p>
          <a:p>
            <a:pPr marL="0" indent="0">
              <a:buNone/>
            </a:pPr>
            <a:r>
              <a:rPr lang="en-US" altLang="zh-TW" sz="1800" dirty="0"/>
              <a:t>&lt;/head&gt;</a:t>
            </a:r>
          </a:p>
          <a:p>
            <a:pPr marL="0" indent="0">
              <a:buNone/>
            </a:pPr>
            <a:r>
              <a:rPr lang="en-US" altLang="zh-TW" sz="1800" dirty="0"/>
              <a:t>&lt;body&gt;</a:t>
            </a:r>
          </a:p>
          <a:p>
            <a:pPr marL="0" indent="0">
              <a:buNone/>
            </a:pPr>
            <a:r>
              <a:rPr lang="en-US" altLang="zh-TW" sz="1800" dirty="0"/>
              <a:t>   My first JavaScript page!</a:t>
            </a:r>
          </a:p>
          <a:p>
            <a:pPr marL="0" indent="0">
              <a:buNone/>
            </a:pPr>
            <a:r>
              <a:rPr lang="en-US" altLang="zh-TW" sz="1800" dirty="0"/>
              <a:t>&lt;/body&gt;</a:t>
            </a:r>
          </a:p>
          <a:p>
            <a:pPr marL="0" indent="0">
              <a:buNone/>
            </a:pPr>
            <a:r>
              <a:rPr lang="en-US" altLang="zh-TW" sz="1800" dirty="0"/>
              <a:t>&lt;/html&gt;</a:t>
            </a:r>
            <a:endParaRPr lang="zh-TW" altLang="en-US" sz="1800" dirty="0"/>
          </a:p>
        </p:txBody>
      </p:sp>
    </p:spTree>
    <p:extLst>
      <p:ext uri="{BB962C8B-B14F-4D97-AF65-F5344CB8AC3E}">
        <p14:creationId xmlns:p14="http://schemas.microsoft.com/office/powerpoint/2010/main" val="41191629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9BA4AEA-B804-4BE6-8B36-90D365DC9A0A}"/>
              </a:ext>
            </a:extLst>
          </p:cNvPr>
          <p:cNvSpPr>
            <a:spLocks noGrp="1"/>
          </p:cNvSpPr>
          <p:nvPr>
            <p:ph type="title"/>
          </p:nvPr>
        </p:nvSpPr>
        <p:spPr/>
        <p:txBody>
          <a:bodyPr/>
          <a:lstStyle/>
          <a:p>
            <a:r>
              <a:rPr lang="zh-TW" altLang="en-US" i="0" dirty="0"/>
              <a:t>引用 </a:t>
            </a:r>
            <a:r>
              <a:rPr lang="en-US" altLang="zh-TW" i="0" dirty="0"/>
              <a:t>JavaScript </a:t>
            </a:r>
            <a:r>
              <a:rPr lang="zh-TW" altLang="en-US" i="0" dirty="0"/>
              <a:t>檔案</a:t>
            </a:r>
          </a:p>
        </p:txBody>
      </p:sp>
      <p:sp>
        <p:nvSpPr>
          <p:cNvPr id="3" name="內容版面配置區 2">
            <a:extLst>
              <a:ext uri="{FF2B5EF4-FFF2-40B4-BE49-F238E27FC236}">
                <a16:creationId xmlns:a16="http://schemas.microsoft.com/office/drawing/2014/main" id="{895F5469-A7E8-4B5E-B617-8B4B7442B075}"/>
              </a:ext>
            </a:extLst>
          </p:cNvPr>
          <p:cNvSpPr>
            <a:spLocks noGrp="1"/>
          </p:cNvSpPr>
          <p:nvPr>
            <p:ph idx="1"/>
          </p:nvPr>
        </p:nvSpPr>
        <p:spPr>
          <a:xfrm>
            <a:off x="457200" y="1844674"/>
            <a:ext cx="8229600" cy="4608661"/>
          </a:xfrm>
        </p:spPr>
        <p:txBody>
          <a:bodyPr/>
          <a:lstStyle/>
          <a:p>
            <a:r>
              <a:rPr lang="zh-TW" altLang="en-US" sz="2000" dirty="0"/>
              <a:t>瀏覽器遇到 </a:t>
            </a:r>
            <a:r>
              <a:rPr lang="en-US" altLang="zh-TW" sz="2000" dirty="0"/>
              <a:t>&lt;script&gt; </a:t>
            </a:r>
            <a:r>
              <a:rPr lang="zh-TW" altLang="en-US" sz="2000" dirty="0"/>
              <a:t>標籤時，會停止解析 </a:t>
            </a:r>
            <a:r>
              <a:rPr lang="en-US" altLang="zh-TW" sz="2000" dirty="0"/>
              <a:t>HTML </a:t>
            </a:r>
            <a:r>
              <a:rPr lang="zh-TW" altLang="en-US" sz="2000" dirty="0"/>
              <a:t>文件，會先執行 </a:t>
            </a:r>
            <a:r>
              <a:rPr lang="en-US" altLang="zh-TW" sz="2000" dirty="0"/>
              <a:t>&lt;</a:t>
            </a:r>
            <a:r>
              <a:rPr lang="en-US" altLang="zh-TW" sz="2000" dirty="0" err="1"/>
              <a:t>scipt</a:t>
            </a:r>
            <a:r>
              <a:rPr lang="en-US" altLang="zh-TW" sz="2000" dirty="0"/>
              <a:t>&gt; </a:t>
            </a:r>
            <a:r>
              <a:rPr lang="zh-TW" altLang="en-US" sz="2000" dirty="0"/>
              <a:t>裡面的 </a:t>
            </a:r>
            <a:r>
              <a:rPr lang="en-US" altLang="zh-TW" sz="2000" dirty="0"/>
              <a:t>JS </a:t>
            </a:r>
            <a:r>
              <a:rPr lang="zh-TW" altLang="en-US" sz="2000" dirty="0"/>
              <a:t>程式碼等到執行完程式碼，才會繼續解析接下來的 </a:t>
            </a:r>
            <a:r>
              <a:rPr lang="en-US" altLang="zh-TW" sz="2000" dirty="0"/>
              <a:t>HTML </a:t>
            </a:r>
            <a:r>
              <a:rPr lang="zh-TW" altLang="en-US" sz="2000" dirty="0"/>
              <a:t>文件。</a:t>
            </a:r>
            <a:endParaRPr lang="en-US" altLang="zh-TW" sz="2000" dirty="0"/>
          </a:p>
          <a:p>
            <a:r>
              <a:rPr lang="en-US" altLang="zh-TW" sz="2000" dirty="0"/>
              <a:t>&lt;script </a:t>
            </a:r>
            <a:r>
              <a:rPr lang="en-US" altLang="zh-TW" sz="2000" dirty="0" err="1"/>
              <a:t>src</a:t>
            </a:r>
            <a:r>
              <a:rPr lang="en-US" altLang="zh-TW" sz="2000" dirty="0"/>
              <a:t>="/hello.js"&gt;&lt;/script&gt;</a:t>
            </a:r>
          </a:p>
          <a:p>
            <a:r>
              <a:rPr lang="en-US" altLang="zh-TW" sz="2000" dirty="0"/>
              <a:t>&lt;script </a:t>
            </a:r>
            <a:r>
              <a:rPr lang="en-US" altLang="zh-TW" sz="2000" dirty="0" err="1"/>
              <a:t>src</a:t>
            </a:r>
            <a:r>
              <a:rPr lang="en-US" altLang="zh-TW" sz="2000" dirty="0"/>
              <a:t>="https://ajax.googleapis.com/ajax/libs/</a:t>
            </a:r>
            <a:r>
              <a:rPr lang="en-US" altLang="zh-TW" sz="2000" dirty="0" err="1"/>
              <a:t>jquery</a:t>
            </a:r>
            <a:r>
              <a:rPr lang="en-US" altLang="zh-TW" sz="2000" dirty="0"/>
              <a:t>/3.6.0/jquery.min.js"&gt;&lt;/script&gt;</a:t>
            </a:r>
          </a:p>
          <a:p>
            <a:r>
              <a:rPr lang="zh-TW" altLang="en-US" sz="2000" dirty="0"/>
              <a:t>可以將 </a:t>
            </a:r>
            <a:r>
              <a:rPr lang="en-US" altLang="zh-TW" sz="2000" dirty="0"/>
              <a:t>JS </a:t>
            </a:r>
            <a:r>
              <a:rPr lang="zh-TW" altLang="en-US" sz="2000" dirty="0"/>
              <a:t>程式碼和 </a:t>
            </a:r>
            <a:r>
              <a:rPr lang="en-US" altLang="zh-TW" sz="2000" dirty="0"/>
              <a:t>HTML </a:t>
            </a:r>
            <a:r>
              <a:rPr lang="zh-TW" altLang="en-US" sz="2000" dirty="0"/>
              <a:t>分開，才不會雜在一起很難閱讀和查找。</a:t>
            </a:r>
          </a:p>
          <a:p>
            <a:r>
              <a:rPr lang="zh-TW" altLang="en-US" sz="2000" dirty="0"/>
              <a:t>不同邏輯的 </a:t>
            </a:r>
            <a:r>
              <a:rPr lang="en-US" altLang="zh-TW" sz="2000" dirty="0"/>
              <a:t>JavaScript </a:t>
            </a:r>
            <a:r>
              <a:rPr lang="zh-TW" altLang="en-US" sz="2000" dirty="0"/>
              <a:t>程式碼，可以分開不同的檔案編寫和儲存，方便維護和管理</a:t>
            </a:r>
          </a:p>
        </p:txBody>
      </p:sp>
    </p:spTree>
    <p:extLst>
      <p:ext uri="{BB962C8B-B14F-4D97-AF65-F5344CB8AC3E}">
        <p14:creationId xmlns:p14="http://schemas.microsoft.com/office/powerpoint/2010/main" val="16269071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4B3445B-9F92-42DF-853B-1904B6F782F4}"/>
              </a:ext>
            </a:extLst>
          </p:cNvPr>
          <p:cNvSpPr>
            <a:spLocks noGrp="1"/>
          </p:cNvSpPr>
          <p:nvPr>
            <p:ph type="title"/>
          </p:nvPr>
        </p:nvSpPr>
        <p:spPr>
          <a:xfrm>
            <a:off x="487440" y="620688"/>
            <a:ext cx="8229600" cy="792162"/>
          </a:xfrm>
        </p:spPr>
        <p:txBody>
          <a:bodyPr/>
          <a:lstStyle/>
          <a:p>
            <a:r>
              <a:rPr lang="en-US" altLang="zh-TW" i="0" dirty="0"/>
              <a:t>JavaScript </a:t>
            </a:r>
            <a:r>
              <a:rPr lang="zh-TW" altLang="en-US" i="0" dirty="0"/>
              <a:t>變數</a:t>
            </a:r>
          </a:p>
        </p:txBody>
      </p:sp>
      <p:sp>
        <p:nvSpPr>
          <p:cNvPr id="3" name="內容版面配置區 2">
            <a:extLst>
              <a:ext uri="{FF2B5EF4-FFF2-40B4-BE49-F238E27FC236}">
                <a16:creationId xmlns:a16="http://schemas.microsoft.com/office/drawing/2014/main" id="{88AE114C-4CA5-400D-9865-46AA6805ED3D}"/>
              </a:ext>
            </a:extLst>
          </p:cNvPr>
          <p:cNvSpPr>
            <a:spLocks noGrp="1"/>
          </p:cNvSpPr>
          <p:nvPr>
            <p:ph idx="1"/>
          </p:nvPr>
        </p:nvSpPr>
        <p:spPr>
          <a:xfrm>
            <a:off x="251520" y="1412850"/>
            <a:ext cx="8465520" cy="2520206"/>
          </a:xfrm>
          <a:ln>
            <a:solidFill>
              <a:srgbClr val="002060"/>
            </a:solidFill>
          </a:ln>
        </p:spPr>
        <p:txBody>
          <a:bodyPr/>
          <a:lstStyle/>
          <a:p>
            <a:pPr marL="0" indent="0">
              <a:buNone/>
            </a:pPr>
            <a:r>
              <a:rPr lang="en-US" altLang="zh-TW" sz="2000" dirty="0"/>
              <a:t>function foo() {</a:t>
            </a:r>
          </a:p>
          <a:p>
            <a:pPr marL="0" indent="0">
              <a:buNone/>
            </a:pPr>
            <a:r>
              <a:rPr lang="en-US" altLang="zh-TW" sz="2000" dirty="0"/>
              <a:t>  // </a:t>
            </a:r>
            <a:r>
              <a:rPr lang="zh-TW" altLang="en-US" sz="2000" dirty="0"/>
              <a:t>在 </a:t>
            </a:r>
            <a:r>
              <a:rPr lang="en-US" altLang="zh-TW" sz="2000" dirty="0"/>
              <a:t>function </a:t>
            </a:r>
            <a:r>
              <a:rPr lang="zh-TW" altLang="en-US" sz="2000" dirty="0"/>
              <a:t>變數作用</a:t>
            </a:r>
            <a:r>
              <a:rPr lang="en-US" altLang="zh-TW" sz="2000" dirty="0"/>
              <a:t>(</a:t>
            </a:r>
            <a:r>
              <a:rPr lang="zh-TW" altLang="en-US" sz="2000" dirty="0"/>
              <a:t>存在</a:t>
            </a:r>
            <a:r>
              <a:rPr lang="en-US" altLang="zh-TW" sz="2000" dirty="0"/>
              <a:t>)</a:t>
            </a:r>
            <a:r>
              <a:rPr lang="zh-TW" altLang="en-US" sz="2000" dirty="0"/>
              <a:t>範圍只在 </a:t>
            </a:r>
            <a:r>
              <a:rPr lang="en-US" altLang="zh-TW" sz="2000" dirty="0"/>
              <a:t>function </a:t>
            </a:r>
            <a:r>
              <a:rPr lang="zh-TW" altLang="en-US" sz="2000" dirty="0"/>
              <a:t>裡面 </a:t>
            </a:r>
            <a:endParaRPr lang="en-US" altLang="zh-TW" sz="2000" dirty="0"/>
          </a:p>
          <a:p>
            <a:pPr marL="0" indent="0">
              <a:buNone/>
            </a:pPr>
            <a:r>
              <a:rPr lang="en-US" altLang="zh-TW" sz="2000" dirty="0"/>
              <a:t>    var </a:t>
            </a:r>
            <a:r>
              <a:rPr lang="en-US" altLang="zh-TW" sz="2000" dirty="0" err="1"/>
              <a:t>carName</a:t>
            </a:r>
            <a:r>
              <a:rPr lang="en-US" altLang="zh-TW" sz="2000" dirty="0"/>
              <a:t> = 'Ferrari';</a:t>
            </a:r>
          </a:p>
          <a:p>
            <a:pPr marL="0" indent="0">
              <a:buNone/>
            </a:pPr>
            <a:r>
              <a:rPr lang="en-US" altLang="zh-TW" sz="2000" dirty="0"/>
              <a:t>    alert(</a:t>
            </a:r>
            <a:r>
              <a:rPr lang="en-US" altLang="zh-TW" sz="2000" dirty="0" err="1"/>
              <a:t>carName</a:t>
            </a:r>
            <a:r>
              <a:rPr lang="en-US" altLang="zh-TW" sz="2000" dirty="0"/>
              <a:t>); // </a:t>
            </a:r>
            <a:r>
              <a:rPr lang="zh-TW" altLang="en-US" sz="2000" dirty="0"/>
              <a:t>會顯示 </a:t>
            </a:r>
            <a:r>
              <a:rPr lang="en-US" altLang="zh-TW" sz="2000" dirty="0"/>
              <a:t>Ferrari</a:t>
            </a:r>
          </a:p>
          <a:p>
            <a:pPr marL="0" indent="0">
              <a:buNone/>
            </a:pPr>
            <a:r>
              <a:rPr lang="en-US" altLang="zh-TW" sz="2000" dirty="0"/>
              <a:t>}</a:t>
            </a:r>
          </a:p>
          <a:p>
            <a:pPr marL="0" indent="0">
              <a:buNone/>
            </a:pPr>
            <a:r>
              <a:rPr lang="en-US" altLang="zh-TW" sz="2000" dirty="0"/>
              <a:t>alert(</a:t>
            </a:r>
            <a:r>
              <a:rPr lang="en-US" altLang="zh-TW" sz="2000" dirty="0" err="1"/>
              <a:t>carName</a:t>
            </a:r>
            <a:r>
              <a:rPr lang="en-US" altLang="zh-TW" sz="2000" dirty="0"/>
              <a:t>); </a:t>
            </a:r>
            <a:r>
              <a:rPr lang="en-US" altLang="zh-TW" sz="2000" dirty="0">
                <a:solidFill>
                  <a:srgbClr val="CC0000"/>
                </a:solidFill>
              </a:rPr>
              <a:t>// </a:t>
            </a:r>
            <a:r>
              <a:rPr lang="zh-TW" altLang="en-US" sz="2000" dirty="0">
                <a:solidFill>
                  <a:srgbClr val="CC0000"/>
                </a:solidFill>
              </a:rPr>
              <a:t>會發生錯誤，因為找不到變數</a:t>
            </a:r>
          </a:p>
        </p:txBody>
      </p:sp>
      <p:sp>
        <p:nvSpPr>
          <p:cNvPr id="5" name="文字方塊 4">
            <a:extLst>
              <a:ext uri="{FF2B5EF4-FFF2-40B4-BE49-F238E27FC236}">
                <a16:creationId xmlns:a16="http://schemas.microsoft.com/office/drawing/2014/main" id="{31D56CD3-2536-4B65-8956-5311A9973F2A}"/>
              </a:ext>
            </a:extLst>
          </p:cNvPr>
          <p:cNvSpPr txBox="1"/>
          <p:nvPr/>
        </p:nvSpPr>
        <p:spPr>
          <a:xfrm>
            <a:off x="323528" y="4149080"/>
            <a:ext cx="5616624" cy="2246769"/>
          </a:xfrm>
          <a:prstGeom prst="rect">
            <a:avLst/>
          </a:prstGeom>
          <a:noFill/>
          <a:ln>
            <a:solidFill>
              <a:schemeClr val="accent2"/>
            </a:solidFill>
          </a:ln>
        </p:spPr>
        <p:txBody>
          <a:bodyPr wrap="square">
            <a:spAutoFit/>
          </a:bodyPr>
          <a:lstStyle/>
          <a:p>
            <a:r>
              <a:rPr lang="en-US" altLang="zh-TW" sz="2000" dirty="0">
                <a:solidFill>
                  <a:schemeClr val="accent6"/>
                </a:solidFill>
              </a:rPr>
              <a:t>// </a:t>
            </a:r>
            <a:r>
              <a:rPr lang="en-US" altLang="zh-TW" sz="2000" dirty="0" err="1">
                <a:solidFill>
                  <a:schemeClr val="accent6"/>
                </a:solidFill>
              </a:rPr>
              <a:t>carName</a:t>
            </a:r>
            <a:r>
              <a:rPr lang="en-US" altLang="zh-TW" sz="2000" dirty="0">
                <a:solidFill>
                  <a:schemeClr val="accent6"/>
                </a:solidFill>
              </a:rPr>
              <a:t> </a:t>
            </a:r>
            <a:r>
              <a:rPr lang="zh-TW" altLang="en-US" sz="2000" dirty="0">
                <a:solidFill>
                  <a:schemeClr val="accent6"/>
                </a:solidFill>
              </a:rPr>
              <a:t>是一個全域變數</a:t>
            </a:r>
          </a:p>
          <a:p>
            <a:r>
              <a:rPr lang="en-US" altLang="zh-TW" sz="2000" dirty="0">
                <a:solidFill>
                  <a:schemeClr val="accent6"/>
                </a:solidFill>
              </a:rPr>
              <a:t>var </a:t>
            </a:r>
            <a:r>
              <a:rPr lang="en-US" altLang="zh-TW" sz="2000" dirty="0" err="1">
                <a:solidFill>
                  <a:schemeClr val="accent6"/>
                </a:solidFill>
              </a:rPr>
              <a:t>carName</a:t>
            </a:r>
            <a:r>
              <a:rPr lang="en-US" altLang="zh-TW" sz="2000" dirty="0">
                <a:solidFill>
                  <a:schemeClr val="accent6"/>
                </a:solidFill>
              </a:rPr>
              <a:t> = 'Ferrari';</a:t>
            </a:r>
          </a:p>
          <a:p>
            <a:r>
              <a:rPr lang="en-US" altLang="zh-TW" sz="2000" dirty="0">
                <a:solidFill>
                  <a:schemeClr val="accent6"/>
                </a:solidFill>
              </a:rPr>
              <a:t>    </a:t>
            </a:r>
          </a:p>
          <a:p>
            <a:r>
              <a:rPr lang="en-US" altLang="zh-TW" sz="2000" dirty="0">
                <a:solidFill>
                  <a:schemeClr val="accent6"/>
                </a:solidFill>
              </a:rPr>
              <a:t>function foo() {</a:t>
            </a:r>
          </a:p>
          <a:p>
            <a:r>
              <a:rPr lang="en-US" altLang="zh-TW" sz="2000" dirty="0">
                <a:solidFill>
                  <a:schemeClr val="accent6"/>
                </a:solidFill>
              </a:rPr>
              <a:t>    alert(</a:t>
            </a:r>
            <a:r>
              <a:rPr lang="en-US" altLang="zh-TW" sz="2000" dirty="0" err="1">
                <a:solidFill>
                  <a:schemeClr val="accent6"/>
                </a:solidFill>
              </a:rPr>
              <a:t>carName</a:t>
            </a:r>
            <a:r>
              <a:rPr lang="en-US" altLang="zh-TW" sz="2000" dirty="0">
                <a:solidFill>
                  <a:schemeClr val="accent6"/>
                </a:solidFill>
              </a:rPr>
              <a:t>); // </a:t>
            </a:r>
            <a:r>
              <a:rPr lang="zh-TW" altLang="en-US" sz="2000" dirty="0">
                <a:solidFill>
                  <a:schemeClr val="accent6"/>
                </a:solidFill>
              </a:rPr>
              <a:t>會顯示 </a:t>
            </a:r>
            <a:r>
              <a:rPr lang="en-US" altLang="zh-TW" sz="2000" dirty="0">
                <a:solidFill>
                  <a:schemeClr val="accent6"/>
                </a:solidFill>
              </a:rPr>
              <a:t>Ferrari</a:t>
            </a:r>
          </a:p>
          <a:p>
            <a:r>
              <a:rPr lang="en-US" altLang="zh-TW" sz="2000" dirty="0">
                <a:solidFill>
                  <a:schemeClr val="accent6"/>
                </a:solidFill>
              </a:rPr>
              <a:t>}</a:t>
            </a:r>
          </a:p>
          <a:p>
            <a:r>
              <a:rPr lang="en-US" altLang="zh-TW" sz="2000" dirty="0">
                <a:solidFill>
                  <a:schemeClr val="accent6"/>
                </a:solidFill>
              </a:rPr>
              <a:t>alert(</a:t>
            </a:r>
            <a:r>
              <a:rPr lang="en-US" altLang="zh-TW" sz="2000" dirty="0" err="1">
                <a:solidFill>
                  <a:schemeClr val="accent6"/>
                </a:solidFill>
              </a:rPr>
              <a:t>carName</a:t>
            </a:r>
            <a:r>
              <a:rPr lang="en-US" altLang="zh-TW" sz="2000" dirty="0">
                <a:solidFill>
                  <a:schemeClr val="accent6"/>
                </a:solidFill>
              </a:rPr>
              <a:t>); // </a:t>
            </a:r>
            <a:r>
              <a:rPr lang="zh-TW" altLang="en-US" sz="2000" dirty="0">
                <a:solidFill>
                  <a:schemeClr val="accent6"/>
                </a:solidFill>
              </a:rPr>
              <a:t>會顯示 </a:t>
            </a:r>
            <a:r>
              <a:rPr lang="en-US" altLang="zh-TW" sz="2000" dirty="0">
                <a:solidFill>
                  <a:schemeClr val="accent6"/>
                </a:solidFill>
              </a:rPr>
              <a:t>Ferrari</a:t>
            </a:r>
            <a:endParaRPr lang="zh-TW" altLang="en-US" sz="2000" dirty="0">
              <a:solidFill>
                <a:schemeClr val="accent6"/>
              </a:solidFill>
            </a:endParaRPr>
          </a:p>
        </p:txBody>
      </p:sp>
    </p:spTree>
    <p:extLst>
      <p:ext uri="{BB962C8B-B14F-4D97-AF65-F5344CB8AC3E}">
        <p14:creationId xmlns:p14="http://schemas.microsoft.com/office/powerpoint/2010/main" val="38972361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4266F99-6F45-4450-B9DB-0E05D3F99EC7}"/>
              </a:ext>
            </a:extLst>
          </p:cNvPr>
          <p:cNvSpPr>
            <a:spLocks noGrp="1"/>
          </p:cNvSpPr>
          <p:nvPr>
            <p:ph type="title"/>
          </p:nvPr>
        </p:nvSpPr>
        <p:spPr/>
        <p:txBody>
          <a:bodyPr/>
          <a:lstStyle/>
          <a:p>
            <a:r>
              <a:rPr lang="en-US" altLang="zh-TW" i="0" dirty="0"/>
              <a:t>JavaScript </a:t>
            </a:r>
            <a:r>
              <a:rPr lang="zh-TW" altLang="en-US" i="0" dirty="0"/>
              <a:t>資料型態</a:t>
            </a:r>
          </a:p>
        </p:txBody>
      </p:sp>
      <p:sp>
        <p:nvSpPr>
          <p:cNvPr id="3" name="內容版面配置區 2">
            <a:extLst>
              <a:ext uri="{FF2B5EF4-FFF2-40B4-BE49-F238E27FC236}">
                <a16:creationId xmlns:a16="http://schemas.microsoft.com/office/drawing/2014/main" id="{B716CD5D-746C-416A-8D75-72FB6CC9CA41}"/>
              </a:ext>
            </a:extLst>
          </p:cNvPr>
          <p:cNvSpPr>
            <a:spLocks noGrp="1"/>
          </p:cNvSpPr>
          <p:nvPr>
            <p:ph idx="1"/>
          </p:nvPr>
        </p:nvSpPr>
        <p:spPr/>
        <p:txBody>
          <a:bodyPr/>
          <a:lstStyle/>
          <a:p>
            <a:r>
              <a:rPr lang="zh-TW" altLang="en-US" sz="2000" dirty="0"/>
              <a:t>基本資料型態包含了：</a:t>
            </a:r>
          </a:p>
          <a:p>
            <a:pPr lvl="1"/>
            <a:r>
              <a:rPr lang="zh-TW" altLang="en-US" sz="1800" dirty="0">
                <a:solidFill>
                  <a:srgbClr val="0000FF"/>
                </a:solidFill>
              </a:rPr>
              <a:t>布林值 </a:t>
            </a:r>
            <a:r>
              <a:rPr lang="en-US" altLang="zh-TW" sz="1800" dirty="0">
                <a:solidFill>
                  <a:srgbClr val="0000FF"/>
                </a:solidFill>
              </a:rPr>
              <a:t>(Boolean): </a:t>
            </a:r>
            <a:r>
              <a:rPr lang="zh-TW" altLang="en-US" sz="1800" dirty="0">
                <a:solidFill>
                  <a:srgbClr val="0000FF"/>
                </a:solidFill>
              </a:rPr>
              <a:t>只包含兩種值 </a:t>
            </a:r>
            <a:r>
              <a:rPr lang="en-US" altLang="zh-TW" sz="1800" dirty="0">
                <a:solidFill>
                  <a:srgbClr val="0000FF"/>
                </a:solidFill>
              </a:rPr>
              <a:t>true / false</a:t>
            </a:r>
          </a:p>
          <a:p>
            <a:pPr lvl="1"/>
            <a:r>
              <a:rPr lang="en-US" altLang="zh-TW" sz="1800" dirty="0">
                <a:solidFill>
                  <a:srgbClr val="0000FF"/>
                </a:solidFill>
              </a:rPr>
              <a:t>null: null </a:t>
            </a:r>
            <a:r>
              <a:rPr lang="zh-TW" altLang="en-US" sz="1800" dirty="0">
                <a:solidFill>
                  <a:srgbClr val="0000FF"/>
                </a:solidFill>
              </a:rPr>
              <a:t>是一個特殊值 </a:t>
            </a:r>
            <a:r>
              <a:rPr lang="en-US" altLang="zh-TW" sz="1800" dirty="0">
                <a:solidFill>
                  <a:srgbClr val="0000FF"/>
                </a:solidFill>
              </a:rPr>
              <a:t>(keyword)</a:t>
            </a:r>
            <a:r>
              <a:rPr lang="zh-TW" altLang="en-US" sz="1800" dirty="0">
                <a:solidFill>
                  <a:srgbClr val="0000FF"/>
                </a:solidFill>
              </a:rPr>
              <a:t>，表示這變數裡面沒有記憶體</a:t>
            </a:r>
          </a:p>
          <a:p>
            <a:pPr lvl="1"/>
            <a:r>
              <a:rPr lang="en-US" altLang="zh-TW" sz="1800" dirty="0">
                <a:solidFill>
                  <a:srgbClr val="0000FF"/>
                </a:solidFill>
              </a:rPr>
              <a:t>undefined: </a:t>
            </a:r>
            <a:r>
              <a:rPr lang="zh-TW" altLang="en-US" sz="1800" dirty="0">
                <a:solidFill>
                  <a:srgbClr val="0000FF"/>
                </a:solidFill>
              </a:rPr>
              <a:t>表示值還沒有定義或還未指定</a:t>
            </a:r>
          </a:p>
          <a:p>
            <a:pPr lvl="1"/>
            <a:r>
              <a:rPr lang="zh-TW" altLang="en-US" sz="1800" dirty="0">
                <a:solidFill>
                  <a:srgbClr val="0000FF"/>
                </a:solidFill>
              </a:rPr>
              <a:t>數值 </a:t>
            </a:r>
            <a:r>
              <a:rPr lang="en-US" altLang="zh-TW" sz="1800" dirty="0">
                <a:solidFill>
                  <a:srgbClr val="0000FF"/>
                </a:solidFill>
              </a:rPr>
              <a:t>(Number): </a:t>
            </a:r>
            <a:r>
              <a:rPr lang="zh-TW" altLang="en-US" sz="1800" dirty="0">
                <a:solidFill>
                  <a:srgbClr val="0000FF"/>
                </a:solidFill>
              </a:rPr>
              <a:t>數值類型的值，像是 </a:t>
            </a:r>
            <a:r>
              <a:rPr lang="en-US" altLang="zh-TW" sz="1800" dirty="0">
                <a:solidFill>
                  <a:srgbClr val="0000FF"/>
                </a:solidFill>
              </a:rPr>
              <a:t>12 / 3.14 </a:t>
            </a:r>
          </a:p>
          <a:p>
            <a:pPr lvl="1"/>
            <a:r>
              <a:rPr lang="zh-TW" altLang="en-US" sz="1800" dirty="0">
                <a:solidFill>
                  <a:srgbClr val="0000FF"/>
                </a:solidFill>
              </a:rPr>
              <a:t>字串 </a:t>
            </a:r>
            <a:r>
              <a:rPr lang="en-US" altLang="zh-TW" sz="1800" dirty="0">
                <a:solidFill>
                  <a:srgbClr val="0000FF"/>
                </a:solidFill>
              </a:rPr>
              <a:t>(String): </a:t>
            </a:r>
            <a:r>
              <a:rPr lang="zh-TW" altLang="en-US" sz="1800" dirty="0">
                <a:solidFill>
                  <a:srgbClr val="0000FF"/>
                </a:solidFill>
              </a:rPr>
              <a:t>像是 </a:t>
            </a:r>
            <a:r>
              <a:rPr lang="en-US" altLang="zh-TW" sz="1800" dirty="0">
                <a:solidFill>
                  <a:srgbClr val="0000FF"/>
                </a:solidFill>
              </a:rPr>
              <a:t>'hello world' / </a:t>
            </a:r>
            <a:r>
              <a:rPr lang="zh-TW" altLang="en-US" sz="1800" dirty="0">
                <a:solidFill>
                  <a:srgbClr val="0000FF"/>
                </a:solidFill>
              </a:rPr>
              <a:t>汽車</a:t>
            </a:r>
            <a:endParaRPr lang="en-US" altLang="zh-TW" sz="1800" dirty="0">
              <a:solidFill>
                <a:srgbClr val="0000FF"/>
              </a:solidFill>
            </a:endParaRPr>
          </a:p>
          <a:p>
            <a:r>
              <a:rPr lang="zh-TW" altLang="en-US" sz="2000" dirty="0">
                <a:solidFill>
                  <a:srgbClr val="000099"/>
                </a:solidFill>
              </a:rPr>
              <a:t>複合資料型態包含了：</a:t>
            </a:r>
          </a:p>
          <a:p>
            <a:pPr lvl="1"/>
            <a:r>
              <a:rPr lang="zh-TW" altLang="en-US" sz="1800" dirty="0">
                <a:solidFill>
                  <a:srgbClr val="0000FF"/>
                </a:solidFill>
              </a:rPr>
              <a:t>陣列 </a:t>
            </a:r>
            <a:r>
              <a:rPr lang="en-US" altLang="zh-TW" sz="1800" dirty="0">
                <a:solidFill>
                  <a:srgbClr val="0000FF"/>
                </a:solidFill>
              </a:rPr>
              <a:t>(Array):  </a:t>
            </a:r>
            <a:r>
              <a:rPr lang="zh-TW" altLang="en-US" sz="1800" dirty="0">
                <a:solidFill>
                  <a:srgbClr val="0000FF"/>
                </a:solidFill>
              </a:rPr>
              <a:t>陣列用來儲存多個資料</a:t>
            </a:r>
            <a:endParaRPr lang="en-US" altLang="zh-TW" sz="1800" dirty="0">
              <a:solidFill>
                <a:srgbClr val="0000FF"/>
              </a:solidFill>
            </a:endParaRPr>
          </a:p>
          <a:p>
            <a:pPr lvl="1"/>
            <a:r>
              <a:rPr lang="zh-TW" altLang="en-US" sz="1800" dirty="0">
                <a:solidFill>
                  <a:srgbClr val="0000FF"/>
                </a:solidFill>
              </a:rPr>
              <a:t>物件 </a:t>
            </a:r>
            <a:r>
              <a:rPr lang="en-US" altLang="zh-TW" sz="1800" dirty="0">
                <a:solidFill>
                  <a:srgbClr val="0000FF"/>
                </a:solidFill>
              </a:rPr>
              <a:t>(Object): </a:t>
            </a:r>
            <a:r>
              <a:rPr lang="zh-TW" altLang="en-US" sz="1800" dirty="0">
                <a:solidFill>
                  <a:srgbClr val="0000FF"/>
                </a:solidFill>
              </a:rPr>
              <a:t>基本資料型態以外的都是物件型態</a:t>
            </a:r>
          </a:p>
          <a:p>
            <a:pPr marL="0" indent="0">
              <a:buNone/>
            </a:pPr>
            <a:endParaRPr lang="zh-TW" altLang="en-US" sz="2000" dirty="0"/>
          </a:p>
        </p:txBody>
      </p:sp>
    </p:spTree>
    <p:extLst>
      <p:ext uri="{BB962C8B-B14F-4D97-AF65-F5344CB8AC3E}">
        <p14:creationId xmlns:p14="http://schemas.microsoft.com/office/powerpoint/2010/main" val="3779014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45A910F-5D03-44BB-B791-F7C251260DEB}"/>
              </a:ext>
            </a:extLst>
          </p:cNvPr>
          <p:cNvSpPr>
            <a:spLocks noGrp="1"/>
          </p:cNvSpPr>
          <p:nvPr>
            <p:ph type="title"/>
          </p:nvPr>
        </p:nvSpPr>
        <p:spPr/>
        <p:txBody>
          <a:bodyPr/>
          <a:lstStyle/>
          <a:p>
            <a:r>
              <a:rPr lang="en-US" altLang="zh-TW" dirty="0"/>
              <a:t>JavaScript Number </a:t>
            </a:r>
            <a:endParaRPr lang="zh-TW" altLang="en-US" dirty="0"/>
          </a:p>
        </p:txBody>
      </p:sp>
      <p:sp>
        <p:nvSpPr>
          <p:cNvPr id="3" name="內容版面配置區 2">
            <a:extLst>
              <a:ext uri="{FF2B5EF4-FFF2-40B4-BE49-F238E27FC236}">
                <a16:creationId xmlns:a16="http://schemas.microsoft.com/office/drawing/2014/main" id="{6074C7F1-9F00-48BD-A6D6-281784E9509D}"/>
              </a:ext>
            </a:extLst>
          </p:cNvPr>
          <p:cNvSpPr>
            <a:spLocks noGrp="1"/>
          </p:cNvSpPr>
          <p:nvPr>
            <p:ph idx="1"/>
          </p:nvPr>
        </p:nvSpPr>
        <p:spPr/>
        <p:txBody>
          <a:bodyPr/>
          <a:lstStyle/>
          <a:p>
            <a:r>
              <a:rPr lang="en-US" altLang="zh-TW" sz="2400" dirty="0" err="1"/>
              <a:t>NaN</a:t>
            </a:r>
            <a:r>
              <a:rPr lang="en-US" altLang="zh-TW" sz="2400" dirty="0"/>
              <a:t> (Not a Number)</a:t>
            </a:r>
          </a:p>
          <a:p>
            <a:pPr marL="0" indent="0">
              <a:buNone/>
            </a:pPr>
            <a:r>
              <a:rPr lang="en-US" altLang="zh-TW" sz="2000" dirty="0" err="1"/>
              <a:t>isNaN</a:t>
            </a:r>
            <a:r>
              <a:rPr lang="en-US" altLang="zh-TW" sz="2000" dirty="0"/>
              <a:t>(</a:t>
            </a:r>
            <a:r>
              <a:rPr lang="en-US" altLang="zh-TW" sz="2000" dirty="0" err="1"/>
              <a:t>NaN</a:t>
            </a:r>
            <a:r>
              <a:rPr lang="en-US" altLang="zh-TW" sz="2000" dirty="0"/>
              <a:t>);       // true</a:t>
            </a:r>
          </a:p>
          <a:p>
            <a:pPr marL="0" indent="0">
              <a:buNone/>
            </a:pPr>
            <a:r>
              <a:rPr lang="en-US" altLang="zh-TW" sz="2000" dirty="0" err="1"/>
              <a:t>isNaN</a:t>
            </a:r>
            <a:r>
              <a:rPr lang="en-US" altLang="zh-TW" sz="2000" dirty="0"/>
              <a:t>(undefined); // true</a:t>
            </a:r>
          </a:p>
          <a:p>
            <a:pPr marL="0" indent="0">
              <a:buNone/>
            </a:pPr>
            <a:r>
              <a:rPr lang="en-US" altLang="zh-TW" sz="2000" dirty="0" err="1"/>
              <a:t>isNaN</a:t>
            </a:r>
            <a:r>
              <a:rPr lang="en-US" altLang="zh-TW" sz="2000" dirty="0"/>
              <a:t>({});        // true</a:t>
            </a:r>
          </a:p>
          <a:p>
            <a:pPr marL="0" indent="0">
              <a:buNone/>
            </a:pPr>
            <a:endParaRPr lang="en-US" altLang="zh-TW" sz="2000" dirty="0"/>
          </a:p>
          <a:p>
            <a:pPr marL="0" indent="0">
              <a:buNone/>
            </a:pPr>
            <a:r>
              <a:rPr lang="en-US" altLang="zh-TW" sz="2000" dirty="0" err="1"/>
              <a:t>isNaN</a:t>
            </a:r>
            <a:r>
              <a:rPr lang="en-US" altLang="zh-TW" sz="2000" dirty="0"/>
              <a:t>(true);      // false</a:t>
            </a:r>
          </a:p>
          <a:p>
            <a:pPr marL="0" indent="0">
              <a:buNone/>
            </a:pPr>
            <a:r>
              <a:rPr lang="en-US" altLang="zh-TW" sz="2000" dirty="0" err="1"/>
              <a:t>isNaN</a:t>
            </a:r>
            <a:r>
              <a:rPr lang="en-US" altLang="zh-TW" sz="2000" dirty="0"/>
              <a:t>(null);      // false</a:t>
            </a:r>
          </a:p>
          <a:p>
            <a:pPr marL="0" indent="0">
              <a:buNone/>
            </a:pPr>
            <a:r>
              <a:rPr lang="en-US" altLang="zh-TW" sz="2000" dirty="0" err="1"/>
              <a:t>isNaN</a:t>
            </a:r>
            <a:r>
              <a:rPr lang="en-US" altLang="zh-TW" sz="2000" dirty="0"/>
              <a:t>(20);        // false</a:t>
            </a:r>
          </a:p>
          <a:p>
            <a:pPr marL="0" indent="0">
              <a:buNone/>
            </a:pPr>
            <a:endParaRPr lang="en-US" altLang="zh-TW" sz="2000" dirty="0"/>
          </a:p>
          <a:p>
            <a:pPr marL="0" indent="0">
              <a:buNone/>
            </a:pPr>
            <a:r>
              <a:rPr lang="en-US" altLang="zh-TW" sz="2000" dirty="0"/>
              <a:t>var v1=</a:t>
            </a:r>
            <a:r>
              <a:rPr lang="en-US" altLang="zh-TW" sz="2000" dirty="0" err="1"/>
              <a:t>parseInt</a:t>
            </a:r>
            <a:r>
              <a:rPr lang="en-US" altLang="zh-TW" sz="2000" dirty="0"/>
              <a:t>(x) </a:t>
            </a:r>
          </a:p>
          <a:p>
            <a:pPr marL="0" indent="0">
              <a:buNone/>
            </a:pPr>
            <a:r>
              <a:rPr lang="en-US" altLang="zh-TW" sz="2000" dirty="0"/>
              <a:t>var v2=</a:t>
            </a:r>
            <a:r>
              <a:rPr lang="en-US" altLang="zh-TW" sz="2000" dirty="0" err="1"/>
              <a:t>parseFloat</a:t>
            </a:r>
            <a:r>
              <a:rPr lang="en-US" altLang="zh-TW" sz="2000" dirty="0"/>
              <a:t>(y)</a:t>
            </a:r>
            <a:endParaRPr lang="zh-TW" altLang="en-US" sz="2000" dirty="0"/>
          </a:p>
        </p:txBody>
      </p:sp>
    </p:spTree>
    <p:extLst>
      <p:ext uri="{BB962C8B-B14F-4D97-AF65-F5344CB8AC3E}">
        <p14:creationId xmlns:p14="http://schemas.microsoft.com/office/powerpoint/2010/main" val="22079140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AA3A869-3EA3-427D-A574-7AB4737AFE8A}"/>
              </a:ext>
            </a:extLst>
          </p:cNvPr>
          <p:cNvSpPr>
            <a:spLocks noGrp="1"/>
          </p:cNvSpPr>
          <p:nvPr>
            <p:ph type="title"/>
          </p:nvPr>
        </p:nvSpPr>
        <p:spPr/>
        <p:txBody>
          <a:bodyPr/>
          <a:lstStyle/>
          <a:p>
            <a:r>
              <a:rPr lang="zh-TW" altLang="en-US" i="0" dirty="0"/>
              <a:t>型別判讀 </a:t>
            </a:r>
            <a:r>
              <a:rPr lang="en-US" altLang="zh-TW" i="0" dirty="0" err="1"/>
              <a:t>typeof</a:t>
            </a:r>
            <a:r>
              <a:rPr lang="en-US" altLang="zh-TW" i="0" dirty="0"/>
              <a:t> </a:t>
            </a:r>
            <a:endParaRPr lang="zh-TW" altLang="en-US" i="0" dirty="0"/>
          </a:p>
        </p:txBody>
      </p:sp>
      <p:sp>
        <p:nvSpPr>
          <p:cNvPr id="3" name="內容版面配置區 2">
            <a:extLst>
              <a:ext uri="{FF2B5EF4-FFF2-40B4-BE49-F238E27FC236}">
                <a16:creationId xmlns:a16="http://schemas.microsoft.com/office/drawing/2014/main" id="{72AF2991-6D05-4E2E-8C46-F25851E624ED}"/>
              </a:ext>
            </a:extLst>
          </p:cNvPr>
          <p:cNvSpPr>
            <a:spLocks noGrp="1"/>
          </p:cNvSpPr>
          <p:nvPr>
            <p:ph idx="1"/>
          </p:nvPr>
        </p:nvSpPr>
        <p:spPr>
          <a:xfrm>
            <a:off x="410691" y="1739899"/>
            <a:ext cx="8229600" cy="4281488"/>
          </a:xfrm>
        </p:spPr>
        <p:txBody>
          <a:bodyPr/>
          <a:lstStyle/>
          <a:p>
            <a:r>
              <a:rPr lang="zh-TW" altLang="en-US" sz="2400" dirty="0"/>
              <a:t>運算子</a:t>
            </a:r>
            <a:r>
              <a:rPr lang="en-US" altLang="zh-TW" sz="2400" dirty="0" err="1"/>
              <a:t>typeof</a:t>
            </a:r>
            <a:r>
              <a:rPr lang="zh-TW" altLang="en-US" sz="2400" dirty="0"/>
              <a:t>用來判斷一個運算元是什麼資料型態。</a:t>
            </a:r>
          </a:p>
          <a:p>
            <a:r>
              <a:rPr lang="en-US" altLang="zh-TW" sz="2400" dirty="0"/>
              <a:t>// </a:t>
            </a:r>
            <a:r>
              <a:rPr lang="zh-TW" altLang="en-US" sz="2400" dirty="0"/>
              <a:t>輸出 </a:t>
            </a:r>
            <a:r>
              <a:rPr lang="en-US" altLang="zh-TW" sz="2400" dirty="0"/>
              <a:t>string</a:t>
            </a:r>
          </a:p>
          <a:p>
            <a:r>
              <a:rPr lang="en-US" altLang="zh-TW" sz="2400" dirty="0"/>
              <a:t>console.log(</a:t>
            </a:r>
            <a:r>
              <a:rPr lang="en-US" altLang="zh-TW" sz="2400" dirty="0" err="1"/>
              <a:t>typeof</a:t>
            </a:r>
            <a:r>
              <a:rPr lang="en-US" altLang="zh-TW" sz="2400" dirty="0"/>
              <a:t> 'hello');</a:t>
            </a:r>
          </a:p>
          <a:p>
            <a:r>
              <a:rPr lang="en-US" altLang="zh-TW" sz="2400" dirty="0"/>
              <a:t>// </a:t>
            </a:r>
            <a:r>
              <a:rPr lang="zh-TW" altLang="en-US" sz="2400" dirty="0"/>
              <a:t>輸出 </a:t>
            </a:r>
            <a:r>
              <a:rPr lang="en-US" altLang="zh-TW" sz="2400" dirty="0"/>
              <a:t>number</a:t>
            </a:r>
          </a:p>
          <a:p>
            <a:r>
              <a:rPr lang="en-US" altLang="zh-TW" sz="2400" dirty="0"/>
              <a:t>console.log(</a:t>
            </a:r>
            <a:r>
              <a:rPr lang="en-US" altLang="zh-TW" sz="2400" dirty="0" err="1"/>
              <a:t>typeof</a:t>
            </a:r>
            <a:r>
              <a:rPr lang="en-US" altLang="zh-TW" sz="2400" dirty="0"/>
              <a:t> 123);</a:t>
            </a:r>
          </a:p>
          <a:p>
            <a:r>
              <a:rPr lang="en-US" altLang="zh-TW" sz="2400" dirty="0"/>
              <a:t>// </a:t>
            </a:r>
            <a:r>
              <a:rPr lang="zh-TW" altLang="en-US" sz="2400" dirty="0"/>
              <a:t>輸出 </a:t>
            </a:r>
            <a:r>
              <a:rPr lang="en-US" altLang="zh-TW" sz="2400" dirty="0" err="1"/>
              <a:t>boolean</a:t>
            </a:r>
            <a:endParaRPr lang="en-US" altLang="zh-TW" sz="2400" dirty="0"/>
          </a:p>
          <a:p>
            <a:r>
              <a:rPr lang="en-US" altLang="zh-TW" sz="2400" dirty="0"/>
              <a:t>console.log(</a:t>
            </a:r>
            <a:r>
              <a:rPr lang="en-US" altLang="zh-TW" sz="2400" dirty="0" err="1"/>
              <a:t>typeof</a:t>
            </a:r>
            <a:r>
              <a:rPr lang="en-US" altLang="zh-TW" sz="2400" dirty="0"/>
              <a:t> true);</a:t>
            </a:r>
            <a:endParaRPr lang="zh-TW" altLang="en-US" sz="2400" dirty="0"/>
          </a:p>
        </p:txBody>
      </p:sp>
    </p:spTree>
    <p:extLst>
      <p:ext uri="{BB962C8B-B14F-4D97-AF65-F5344CB8AC3E}">
        <p14:creationId xmlns:p14="http://schemas.microsoft.com/office/powerpoint/2010/main" val="36820196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圖片 4">
            <a:extLst>
              <a:ext uri="{FF2B5EF4-FFF2-40B4-BE49-F238E27FC236}">
                <a16:creationId xmlns:a16="http://schemas.microsoft.com/office/drawing/2014/main" id="{DEC9F4E8-4EE9-4692-8AE7-92A54BA16BDE}"/>
              </a:ext>
            </a:extLst>
          </p:cNvPr>
          <p:cNvPicPr>
            <a:picLocks noChangeAspect="1"/>
          </p:cNvPicPr>
          <p:nvPr/>
        </p:nvPicPr>
        <p:blipFill>
          <a:blip r:embed="rId2"/>
          <a:stretch>
            <a:fillRect/>
          </a:stretch>
        </p:blipFill>
        <p:spPr>
          <a:xfrm>
            <a:off x="1043608" y="620689"/>
            <a:ext cx="7200800" cy="5832648"/>
          </a:xfrm>
          <a:prstGeom prst="rect">
            <a:avLst/>
          </a:prstGeom>
        </p:spPr>
      </p:pic>
    </p:spTree>
    <p:extLst>
      <p:ext uri="{BB962C8B-B14F-4D97-AF65-F5344CB8AC3E}">
        <p14:creationId xmlns:p14="http://schemas.microsoft.com/office/powerpoint/2010/main" val="41095095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1C4A05D-69F8-430C-80F1-0113376EE8DC}"/>
              </a:ext>
            </a:extLst>
          </p:cNvPr>
          <p:cNvSpPr>
            <a:spLocks noGrp="1"/>
          </p:cNvSpPr>
          <p:nvPr>
            <p:ph type="title"/>
          </p:nvPr>
        </p:nvSpPr>
        <p:spPr/>
        <p:txBody>
          <a:bodyPr/>
          <a:lstStyle/>
          <a:p>
            <a:r>
              <a:rPr lang="en-US" altLang="zh-TW" dirty="0"/>
              <a:t>If </a:t>
            </a:r>
            <a:r>
              <a:rPr lang="zh-TW" altLang="en-US" dirty="0"/>
              <a:t>語法</a:t>
            </a:r>
          </a:p>
        </p:txBody>
      </p:sp>
      <p:sp>
        <p:nvSpPr>
          <p:cNvPr id="3" name="內容版面配置區 2">
            <a:extLst>
              <a:ext uri="{FF2B5EF4-FFF2-40B4-BE49-F238E27FC236}">
                <a16:creationId xmlns:a16="http://schemas.microsoft.com/office/drawing/2014/main" id="{5AAD11F0-0186-441E-956B-74DA212F0F99}"/>
              </a:ext>
            </a:extLst>
          </p:cNvPr>
          <p:cNvSpPr>
            <a:spLocks noGrp="1"/>
          </p:cNvSpPr>
          <p:nvPr>
            <p:ph idx="1"/>
          </p:nvPr>
        </p:nvSpPr>
        <p:spPr>
          <a:xfrm>
            <a:off x="457200" y="1484784"/>
            <a:ext cx="8229600" cy="4641379"/>
          </a:xfrm>
        </p:spPr>
        <p:txBody>
          <a:bodyPr/>
          <a:lstStyle/>
          <a:p>
            <a:pPr marL="0" indent="0">
              <a:buNone/>
            </a:pPr>
            <a:r>
              <a:rPr lang="en-US" altLang="zh-TW" sz="2800" dirty="0"/>
              <a:t>JavaScript </a:t>
            </a:r>
            <a:r>
              <a:rPr lang="zh-TW" altLang="en-US" sz="2800" dirty="0"/>
              <a:t>只有對下面這些值會判斷為 </a:t>
            </a:r>
            <a:r>
              <a:rPr lang="en-US" altLang="zh-TW" sz="2800" dirty="0"/>
              <a:t>false </a:t>
            </a:r>
            <a:r>
              <a:rPr lang="zh-TW" altLang="en-US" sz="2800" dirty="0"/>
              <a:t>其他都是 </a:t>
            </a:r>
            <a:r>
              <a:rPr lang="en-US" altLang="zh-TW" sz="2800" dirty="0"/>
              <a:t>true</a:t>
            </a:r>
            <a:r>
              <a:rPr lang="zh-TW" altLang="en-US" sz="2800" dirty="0"/>
              <a:t>：</a:t>
            </a:r>
            <a:endParaRPr lang="en-US" altLang="zh-TW" sz="2800" dirty="0"/>
          </a:p>
          <a:p>
            <a:pPr marL="0" indent="0">
              <a:buNone/>
            </a:pPr>
            <a:endParaRPr lang="zh-TW" altLang="en-US" sz="2800" dirty="0"/>
          </a:p>
          <a:p>
            <a:pPr marL="514350" indent="-514350">
              <a:buFont typeface="+mj-lt"/>
              <a:buAutoNum type="arabicPeriod"/>
            </a:pPr>
            <a:r>
              <a:rPr lang="zh-TW" altLang="en-US" sz="2400" dirty="0">
                <a:solidFill>
                  <a:srgbClr val="000099"/>
                </a:solidFill>
                <a:latin typeface="微軟正黑體" panose="020B0604030504040204" pitchFamily="34" charset="-120"/>
                <a:ea typeface="微軟正黑體" panose="020B0604030504040204" pitchFamily="34" charset="-120"/>
              </a:rPr>
              <a:t>布林值 </a:t>
            </a:r>
            <a:r>
              <a:rPr lang="en-US" altLang="zh-TW" sz="2400" dirty="0">
                <a:solidFill>
                  <a:srgbClr val="000099"/>
                </a:solidFill>
                <a:latin typeface="微軟正黑體" panose="020B0604030504040204" pitchFamily="34" charset="-120"/>
                <a:ea typeface="微軟正黑體" panose="020B0604030504040204" pitchFamily="34" charset="-120"/>
              </a:rPr>
              <a:t>false</a:t>
            </a:r>
          </a:p>
          <a:p>
            <a:pPr marL="514350" indent="-514350">
              <a:buFont typeface="+mj-lt"/>
              <a:buAutoNum type="arabicPeriod"/>
            </a:pPr>
            <a:r>
              <a:rPr lang="en-US" altLang="zh-TW" sz="2400" dirty="0">
                <a:solidFill>
                  <a:srgbClr val="000099"/>
                </a:solidFill>
                <a:latin typeface="微軟正黑體" panose="020B0604030504040204" pitchFamily="34" charset="-120"/>
                <a:ea typeface="微軟正黑體" panose="020B0604030504040204" pitchFamily="34" charset="-120"/>
              </a:rPr>
              <a:t>undefined</a:t>
            </a:r>
          </a:p>
          <a:p>
            <a:pPr marL="514350" indent="-514350">
              <a:buFont typeface="+mj-lt"/>
              <a:buAutoNum type="arabicPeriod"/>
            </a:pPr>
            <a:r>
              <a:rPr lang="en-US" altLang="zh-TW" sz="2400" dirty="0">
                <a:solidFill>
                  <a:srgbClr val="000099"/>
                </a:solidFill>
                <a:latin typeface="微軟正黑體" panose="020B0604030504040204" pitchFamily="34" charset="-120"/>
                <a:ea typeface="微軟正黑體" panose="020B0604030504040204" pitchFamily="34" charset="-120"/>
              </a:rPr>
              <a:t>null</a:t>
            </a:r>
          </a:p>
          <a:p>
            <a:pPr marL="514350" indent="-514350">
              <a:buFont typeface="+mj-lt"/>
              <a:buAutoNum type="arabicPeriod"/>
            </a:pPr>
            <a:r>
              <a:rPr lang="zh-TW" altLang="en-US" sz="2400" dirty="0">
                <a:solidFill>
                  <a:srgbClr val="000099"/>
                </a:solidFill>
                <a:latin typeface="微軟正黑體" panose="020B0604030504040204" pitchFamily="34" charset="-120"/>
                <a:ea typeface="微軟正黑體" panose="020B0604030504040204" pitchFamily="34" charset="-120"/>
              </a:rPr>
              <a:t>數值 </a:t>
            </a:r>
            <a:r>
              <a:rPr lang="en-US" altLang="zh-TW" sz="2400" dirty="0">
                <a:solidFill>
                  <a:srgbClr val="000099"/>
                </a:solidFill>
                <a:latin typeface="微軟正黑體" panose="020B0604030504040204" pitchFamily="34" charset="-120"/>
                <a:ea typeface="微軟正黑體" panose="020B0604030504040204" pitchFamily="34" charset="-120"/>
              </a:rPr>
              <a:t>0</a:t>
            </a:r>
          </a:p>
          <a:p>
            <a:pPr marL="514350" indent="-514350">
              <a:buFont typeface="+mj-lt"/>
              <a:buAutoNum type="arabicPeriod"/>
            </a:pPr>
            <a:r>
              <a:rPr lang="en-US" altLang="zh-TW" sz="2400" dirty="0" err="1">
                <a:solidFill>
                  <a:srgbClr val="000099"/>
                </a:solidFill>
                <a:latin typeface="微軟正黑體" panose="020B0604030504040204" pitchFamily="34" charset="-120"/>
                <a:ea typeface="微軟正黑體" panose="020B0604030504040204" pitchFamily="34" charset="-120"/>
              </a:rPr>
              <a:t>NaN</a:t>
            </a:r>
            <a:endParaRPr lang="en-US" altLang="zh-TW" sz="2400" dirty="0">
              <a:solidFill>
                <a:srgbClr val="000099"/>
              </a:solidFill>
              <a:latin typeface="微軟正黑體" panose="020B0604030504040204" pitchFamily="34" charset="-120"/>
              <a:ea typeface="微軟正黑體" panose="020B0604030504040204" pitchFamily="34" charset="-120"/>
            </a:endParaRPr>
          </a:p>
          <a:p>
            <a:pPr marL="514350" indent="-514350">
              <a:buFont typeface="+mj-lt"/>
              <a:buAutoNum type="arabicPeriod"/>
            </a:pPr>
            <a:r>
              <a:rPr lang="zh-TW" altLang="en-US" sz="2400" dirty="0">
                <a:solidFill>
                  <a:srgbClr val="000099"/>
                </a:solidFill>
                <a:latin typeface="微軟正黑體" panose="020B0604030504040204" pitchFamily="34" charset="-120"/>
                <a:ea typeface="微軟正黑體" panose="020B0604030504040204" pitchFamily="34" charset="-120"/>
              </a:rPr>
              <a:t>空字串 </a:t>
            </a:r>
            <a:r>
              <a:rPr lang="en-US" altLang="zh-TW" sz="2400" dirty="0">
                <a:solidFill>
                  <a:srgbClr val="000099"/>
                </a:solidFill>
                <a:latin typeface="微軟正黑體" panose="020B0604030504040204" pitchFamily="34" charset="-120"/>
                <a:ea typeface="微軟正黑體" panose="020B0604030504040204" pitchFamily="34" charset="-120"/>
              </a:rPr>
              <a:t>''</a:t>
            </a:r>
            <a:endParaRPr lang="zh-TW" altLang="en-US" sz="2400" dirty="0">
              <a:solidFill>
                <a:srgbClr val="000099"/>
              </a:solidFill>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12562269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7BF62EF-A948-4D1B-B4BC-9303D41D058A}"/>
              </a:ext>
            </a:extLst>
          </p:cNvPr>
          <p:cNvSpPr>
            <a:spLocks noGrp="1"/>
          </p:cNvSpPr>
          <p:nvPr>
            <p:ph type="title"/>
          </p:nvPr>
        </p:nvSpPr>
        <p:spPr/>
        <p:txBody>
          <a:bodyPr/>
          <a:lstStyle/>
          <a:p>
            <a:r>
              <a:rPr lang="en-US" altLang="zh-TW" dirty="0"/>
              <a:t>If </a:t>
            </a:r>
            <a:r>
              <a:rPr lang="zh-TW" altLang="en-US" dirty="0"/>
              <a:t>語法</a:t>
            </a:r>
          </a:p>
        </p:txBody>
      </p:sp>
      <p:sp>
        <p:nvSpPr>
          <p:cNvPr id="3" name="內容版面配置區 2">
            <a:extLst>
              <a:ext uri="{FF2B5EF4-FFF2-40B4-BE49-F238E27FC236}">
                <a16:creationId xmlns:a16="http://schemas.microsoft.com/office/drawing/2014/main" id="{494C402E-2B60-438B-A686-A0215420ADA2}"/>
              </a:ext>
            </a:extLst>
          </p:cNvPr>
          <p:cNvSpPr>
            <a:spLocks noGrp="1"/>
          </p:cNvSpPr>
          <p:nvPr>
            <p:ph idx="1"/>
          </p:nvPr>
        </p:nvSpPr>
        <p:spPr/>
        <p:txBody>
          <a:bodyPr/>
          <a:lstStyle/>
          <a:p>
            <a:pPr marL="0" indent="0">
              <a:buNone/>
            </a:pPr>
            <a:r>
              <a:rPr lang="en-US" altLang="zh-TW" dirty="0"/>
              <a:t>var text = '';</a:t>
            </a:r>
          </a:p>
          <a:p>
            <a:pPr marL="0" indent="0">
              <a:buNone/>
            </a:pPr>
            <a:r>
              <a:rPr lang="en-US" altLang="zh-TW" dirty="0"/>
              <a:t>if (text) {</a:t>
            </a:r>
          </a:p>
          <a:p>
            <a:pPr marL="0" indent="0">
              <a:buNone/>
            </a:pPr>
            <a:r>
              <a:rPr lang="en-US" altLang="zh-TW" dirty="0"/>
              <a:t>    alert(true);</a:t>
            </a:r>
            <a:endParaRPr lang="zh-TW" altLang="en-US" dirty="0"/>
          </a:p>
          <a:p>
            <a:pPr marL="0" indent="0">
              <a:buNone/>
            </a:pPr>
            <a:r>
              <a:rPr lang="en-US" altLang="zh-TW" dirty="0"/>
              <a:t>} else {</a:t>
            </a:r>
          </a:p>
          <a:p>
            <a:pPr marL="0" indent="0">
              <a:buNone/>
            </a:pPr>
            <a:r>
              <a:rPr lang="en-US" altLang="zh-TW" dirty="0"/>
              <a:t>    alert(false);</a:t>
            </a:r>
            <a:endParaRPr lang="zh-TW" altLang="en-US" dirty="0"/>
          </a:p>
          <a:p>
            <a:pPr marL="0" indent="0">
              <a:buNone/>
            </a:pPr>
            <a:r>
              <a:rPr lang="en-US" altLang="zh-TW" dirty="0"/>
              <a:t>}</a:t>
            </a:r>
            <a:endParaRPr lang="zh-TW" altLang="en-US" dirty="0"/>
          </a:p>
        </p:txBody>
      </p:sp>
    </p:spTree>
    <p:extLst>
      <p:ext uri="{BB962C8B-B14F-4D97-AF65-F5344CB8AC3E}">
        <p14:creationId xmlns:p14="http://schemas.microsoft.com/office/powerpoint/2010/main" val="40151125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標題 1"/>
          <p:cNvSpPr>
            <a:spLocks noGrp="1"/>
          </p:cNvSpPr>
          <p:nvPr>
            <p:ph type="title" idx="4294967295"/>
          </p:nvPr>
        </p:nvSpPr>
        <p:spPr>
          <a:xfrm>
            <a:off x="683568" y="412522"/>
            <a:ext cx="8229600" cy="792162"/>
          </a:xfrm>
        </p:spPr>
        <p:txBody>
          <a:bodyPr/>
          <a:lstStyle/>
          <a:p>
            <a:pPr eaLnBrk="1" hangingPunct="1"/>
            <a:r>
              <a:rPr lang="zh-TW" altLang="en-US" sz="3200" dirty="0">
                <a:latin typeface="Arial" charset="0"/>
                <a:ea typeface="微軟正黑體" pitchFamily="34" charset="-120"/>
                <a:cs typeface="Arial" charset="0"/>
              </a:rPr>
              <a:t>迴圈語法</a:t>
            </a:r>
            <a:endParaRPr lang="en-US" altLang="zh-TW" sz="3200" dirty="0">
              <a:latin typeface="Arial" charset="0"/>
              <a:ea typeface="微軟正黑體" pitchFamily="34" charset="-120"/>
              <a:cs typeface="Arial" charset="0"/>
            </a:endParaRPr>
          </a:p>
        </p:txBody>
      </p:sp>
      <p:sp>
        <p:nvSpPr>
          <p:cNvPr id="103426" name="Content Placeholder 2"/>
          <p:cNvSpPr>
            <a:spLocks noGrp="1"/>
          </p:cNvSpPr>
          <p:nvPr/>
        </p:nvSpPr>
        <p:spPr bwMode="auto">
          <a:xfrm>
            <a:off x="462583" y="1175429"/>
            <a:ext cx="8118475" cy="5148262"/>
          </a:xfrm>
          <a:prstGeom prst="rect">
            <a:avLst/>
          </a:prstGeom>
          <a:noFill/>
          <a:ln w="9525">
            <a:noFill/>
            <a:miter lim="800000"/>
            <a:headEnd/>
            <a:tailEnd/>
          </a:ln>
        </p:spPr>
        <p:txBody>
          <a:bodyPr lIns="0" tIns="0" rIns="0" bIns="0"/>
          <a:lstStyle/>
          <a:p>
            <a:pPr marL="174625" indent="-174625">
              <a:spcBef>
                <a:spcPts val="600"/>
              </a:spcBef>
              <a:buClr>
                <a:srgbClr val="0070C0"/>
              </a:buClr>
              <a:buSzPct val="90000"/>
              <a:buFont typeface="Arial" charset="0"/>
              <a:buChar char="•"/>
            </a:pPr>
            <a:r>
              <a:rPr lang="en-US" altLang="zh-TW" sz="2600" dirty="0">
                <a:solidFill>
                  <a:srgbClr val="FF0000"/>
                </a:solidFill>
                <a:ea typeface="微軟正黑體" pitchFamily="34" charset="-120"/>
                <a:cs typeface="Arial" charset="0"/>
              </a:rPr>
              <a:t> </a:t>
            </a:r>
            <a:r>
              <a:rPr lang="en-US" altLang="zh-TW" sz="2600" dirty="0">
                <a:ea typeface="微軟正黑體" pitchFamily="34" charset="-120"/>
                <a:cs typeface="Arial" charset="0"/>
              </a:rPr>
              <a:t>JavaScript</a:t>
            </a:r>
            <a:r>
              <a:rPr lang="zh-TW" altLang="en-US" sz="2600" dirty="0">
                <a:ea typeface="微軟正黑體" pitchFamily="34" charset="-120"/>
                <a:cs typeface="Arial" charset="0"/>
              </a:rPr>
              <a:t>提供三種迴圈語法</a:t>
            </a:r>
          </a:p>
          <a:p>
            <a:pPr marL="458788" lvl="1" indent="-169863">
              <a:spcBef>
                <a:spcPts val="600"/>
              </a:spcBef>
              <a:buClr>
                <a:srgbClr val="0070C0"/>
              </a:buClr>
              <a:buSzPct val="80000"/>
              <a:buFont typeface="Arial" charset="0"/>
              <a:buChar char="•"/>
            </a:pPr>
            <a:endParaRPr lang="zh-TW" altLang="en-US" sz="2400" dirty="0">
              <a:ea typeface="微軟正黑體" pitchFamily="34" charset="-120"/>
              <a:cs typeface="Arial" charset="0"/>
            </a:endParaRPr>
          </a:p>
          <a:p>
            <a:pPr marL="458788" lvl="1" indent="-169863">
              <a:spcBef>
                <a:spcPts val="600"/>
              </a:spcBef>
              <a:buClr>
                <a:srgbClr val="0070C0"/>
              </a:buClr>
              <a:buSzPct val="80000"/>
              <a:buFont typeface="Arial" charset="0"/>
              <a:buChar char="•"/>
            </a:pPr>
            <a:r>
              <a:rPr lang="en-US" altLang="zh-TW" sz="2400" dirty="0">
                <a:ea typeface="微軟正黑體" pitchFamily="34" charset="-120"/>
                <a:cs typeface="Arial" charset="0"/>
              </a:rPr>
              <a:t> while</a:t>
            </a:r>
            <a:r>
              <a:rPr lang="zh-TW" altLang="en-US" sz="2400" dirty="0">
                <a:ea typeface="微軟正黑體" pitchFamily="34" charset="-120"/>
                <a:cs typeface="Arial" charset="0"/>
              </a:rPr>
              <a:t>：</a:t>
            </a:r>
            <a:endParaRPr lang="en-US" altLang="zh-TW" sz="2400" dirty="0">
              <a:ea typeface="微軟正黑體" pitchFamily="34" charset="-120"/>
              <a:cs typeface="Arial" charset="0"/>
            </a:endParaRPr>
          </a:p>
          <a:p>
            <a:pPr marL="458788" lvl="1" indent="-169863">
              <a:spcBef>
                <a:spcPts val="600"/>
              </a:spcBef>
              <a:buClr>
                <a:srgbClr val="0070C0"/>
              </a:buClr>
              <a:buSzPct val="80000"/>
              <a:buFont typeface="Arial" charset="0"/>
              <a:buChar char="•"/>
            </a:pPr>
            <a:endParaRPr lang="en-US" altLang="zh-TW" sz="2400" dirty="0">
              <a:ea typeface="微軟正黑體" pitchFamily="34" charset="-120"/>
              <a:cs typeface="Arial" charset="0"/>
            </a:endParaRPr>
          </a:p>
          <a:p>
            <a:pPr marL="458788" lvl="1" indent="-169863">
              <a:spcBef>
                <a:spcPts val="600"/>
              </a:spcBef>
              <a:buClr>
                <a:srgbClr val="0070C0"/>
              </a:buClr>
              <a:buSzPct val="80000"/>
              <a:buFont typeface="Arial" charset="0"/>
              <a:buChar char="•"/>
            </a:pPr>
            <a:endParaRPr lang="en-US" altLang="zh-TW" sz="2400" dirty="0">
              <a:ea typeface="微軟正黑體" pitchFamily="34" charset="-120"/>
              <a:cs typeface="Arial" charset="0"/>
            </a:endParaRPr>
          </a:p>
          <a:p>
            <a:pPr marL="458788" lvl="1" indent="-169863">
              <a:spcBef>
                <a:spcPts val="600"/>
              </a:spcBef>
              <a:buClr>
                <a:srgbClr val="0070C0"/>
              </a:buClr>
              <a:buSzPct val="80000"/>
              <a:buFont typeface="Arial" charset="0"/>
              <a:buChar char="•"/>
            </a:pPr>
            <a:endParaRPr lang="en-US" altLang="zh-TW" sz="2400" dirty="0">
              <a:ea typeface="微軟正黑體" pitchFamily="34" charset="-120"/>
              <a:cs typeface="Arial" charset="0"/>
            </a:endParaRPr>
          </a:p>
          <a:p>
            <a:pPr marL="458788" lvl="1" indent="-169863">
              <a:spcBef>
                <a:spcPts val="600"/>
              </a:spcBef>
              <a:buClr>
                <a:srgbClr val="0070C0"/>
              </a:buClr>
              <a:buSzPct val="80000"/>
              <a:buFont typeface="Arial" charset="0"/>
              <a:buChar char="•"/>
            </a:pPr>
            <a:r>
              <a:rPr lang="en-US" altLang="zh-TW" sz="2400" dirty="0">
                <a:ea typeface="微軟正黑體" pitchFamily="34" charset="-120"/>
                <a:cs typeface="Arial" charset="0"/>
              </a:rPr>
              <a:t> do while</a:t>
            </a:r>
            <a:r>
              <a:rPr lang="zh-TW" altLang="en-US" sz="2400" dirty="0">
                <a:ea typeface="微軟正黑體" pitchFamily="34" charset="-120"/>
                <a:cs typeface="Arial" charset="0"/>
              </a:rPr>
              <a:t>：</a:t>
            </a:r>
            <a:endParaRPr lang="en-US" altLang="zh-TW" sz="2400" dirty="0">
              <a:ea typeface="微軟正黑體" pitchFamily="34" charset="-120"/>
              <a:cs typeface="Arial" charset="0"/>
            </a:endParaRPr>
          </a:p>
          <a:p>
            <a:pPr marL="458788" lvl="1" indent="-169863">
              <a:spcBef>
                <a:spcPts val="600"/>
              </a:spcBef>
              <a:buClr>
                <a:srgbClr val="0070C0"/>
              </a:buClr>
              <a:buSzPct val="80000"/>
              <a:buFont typeface="Arial" charset="0"/>
              <a:buChar char="•"/>
            </a:pPr>
            <a:endParaRPr lang="en-US" altLang="zh-TW" sz="2400" dirty="0">
              <a:ea typeface="微軟正黑體" pitchFamily="34" charset="-120"/>
              <a:cs typeface="Arial" charset="0"/>
            </a:endParaRPr>
          </a:p>
          <a:p>
            <a:pPr marL="458788" lvl="1" indent="-169863">
              <a:spcBef>
                <a:spcPts val="600"/>
              </a:spcBef>
              <a:buClr>
                <a:srgbClr val="0070C0"/>
              </a:buClr>
              <a:buSzPct val="80000"/>
              <a:buFont typeface="Arial" charset="0"/>
              <a:buChar char="•"/>
            </a:pPr>
            <a:endParaRPr lang="en-US" altLang="zh-TW" sz="2400" dirty="0">
              <a:ea typeface="微軟正黑體" pitchFamily="34" charset="-120"/>
              <a:cs typeface="Arial" charset="0"/>
            </a:endParaRPr>
          </a:p>
          <a:p>
            <a:pPr marL="458788" lvl="1" indent="-169863">
              <a:spcBef>
                <a:spcPts val="600"/>
              </a:spcBef>
              <a:buClr>
                <a:srgbClr val="0070C0"/>
              </a:buClr>
              <a:buSzPct val="80000"/>
              <a:buFont typeface="Arial" charset="0"/>
              <a:buChar char="•"/>
            </a:pPr>
            <a:endParaRPr lang="en-US" altLang="zh-TW" sz="2400" dirty="0">
              <a:ea typeface="微軟正黑體" pitchFamily="34" charset="-120"/>
              <a:cs typeface="Arial" charset="0"/>
            </a:endParaRPr>
          </a:p>
          <a:p>
            <a:pPr marL="458788" lvl="1" indent="-169863">
              <a:spcBef>
                <a:spcPts val="600"/>
              </a:spcBef>
              <a:buClr>
                <a:srgbClr val="0070C0"/>
              </a:buClr>
              <a:buSzPct val="80000"/>
              <a:buFont typeface="Arial" charset="0"/>
              <a:buChar char="•"/>
            </a:pPr>
            <a:r>
              <a:rPr lang="en-US" altLang="zh-TW" sz="2400" dirty="0">
                <a:ea typeface="微軟正黑體" pitchFamily="34" charset="-120"/>
                <a:cs typeface="Arial" charset="0"/>
              </a:rPr>
              <a:t> for</a:t>
            </a:r>
            <a:r>
              <a:rPr lang="zh-TW" altLang="en-US" sz="2400" dirty="0">
                <a:ea typeface="微軟正黑體" pitchFamily="34" charset="-120"/>
                <a:cs typeface="Arial" charset="0"/>
              </a:rPr>
              <a:t>：</a:t>
            </a:r>
            <a:endParaRPr lang="en-US" altLang="zh-TW" sz="2400" dirty="0">
              <a:ea typeface="微軟正黑體" pitchFamily="34" charset="-120"/>
              <a:cs typeface="Arial" charset="0"/>
            </a:endParaRPr>
          </a:p>
        </p:txBody>
      </p:sp>
      <p:sp>
        <p:nvSpPr>
          <p:cNvPr id="5" name="TextBox 3"/>
          <p:cNvSpPr txBox="1"/>
          <p:nvPr/>
        </p:nvSpPr>
        <p:spPr>
          <a:xfrm>
            <a:off x="2460625" y="1582738"/>
            <a:ext cx="6143625" cy="1311275"/>
          </a:xfrm>
          <a:prstGeom prst="rect">
            <a:avLst/>
          </a:prstGeom>
          <a:solidFill>
            <a:schemeClr val="bg1">
              <a:lumMod val="95000"/>
            </a:schemeClr>
          </a:solidFill>
          <a:ln>
            <a:noFill/>
          </a:ln>
          <a:effectLst/>
        </p:spPr>
        <p:txBody>
          <a:bodyPr>
            <a:spAutoFit/>
          </a:bodyPr>
          <a:lstStyle/>
          <a:p>
            <a:pPr>
              <a:defRPr/>
            </a:pPr>
            <a:r>
              <a:rPr lang="en-US" altLang="zh-TW" sz="2000" dirty="0">
                <a:cs typeface="Arial" charset="0"/>
              </a:rPr>
              <a:t>while (</a:t>
            </a:r>
            <a:r>
              <a:rPr lang="en-US" altLang="zh-TW" sz="2000" dirty="0" err="1">
                <a:cs typeface="Arial" charset="0"/>
              </a:rPr>
              <a:t>GuestCheck</a:t>
            </a:r>
            <a:r>
              <a:rPr lang="en-US" altLang="zh-TW" sz="2000" dirty="0">
                <a:cs typeface="Arial" charset="0"/>
              </a:rPr>
              <a:t>( ))</a:t>
            </a:r>
            <a:endParaRPr lang="en-GB" altLang="zh-TW" sz="2000" dirty="0">
              <a:cs typeface="Arial" charset="0"/>
            </a:endParaRPr>
          </a:p>
          <a:p>
            <a:pPr>
              <a:defRPr/>
            </a:pPr>
            <a:r>
              <a:rPr lang="en-US" altLang="zh-TW" sz="2000" dirty="0">
                <a:cs typeface="Arial" charset="0"/>
              </a:rPr>
              <a:t>{</a:t>
            </a:r>
            <a:endParaRPr lang="en-GB" altLang="zh-TW" sz="2000" dirty="0">
              <a:cs typeface="Arial" charset="0"/>
            </a:endParaRPr>
          </a:p>
          <a:p>
            <a:pPr>
              <a:defRPr/>
            </a:pPr>
            <a:r>
              <a:rPr lang="en-US" altLang="zh-TW" sz="2000" dirty="0">
                <a:cs typeface="Arial" charset="0"/>
              </a:rPr>
              <a:t>  </a:t>
            </a:r>
            <a:r>
              <a:rPr lang="en-US" altLang="zh-TW" sz="2000" dirty="0" err="1">
                <a:cs typeface="Arial" charset="0"/>
              </a:rPr>
              <a:t>numberOfGuess</a:t>
            </a:r>
            <a:r>
              <a:rPr lang="en-US" altLang="zh-TW" sz="2000" dirty="0">
                <a:cs typeface="Arial" charset="0"/>
              </a:rPr>
              <a:t> += 1;</a:t>
            </a:r>
            <a:endParaRPr lang="en-GB" altLang="zh-TW" sz="2000" dirty="0">
              <a:cs typeface="Arial" charset="0"/>
            </a:endParaRPr>
          </a:p>
          <a:p>
            <a:pPr>
              <a:defRPr/>
            </a:pPr>
            <a:r>
              <a:rPr lang="en-US" altLang="zh-TW" sz="2000" dirty="0">
                <a:cs typeface="Arial" charset="0"/>
              </a:rPr>
              <a:t>}</a:t>
            </a:r>
            <a:endParaRPr lang="en-GB" altLang="zh-TW" sz="2000" dirty="0">
              <a:cs typeface="Arial" charset="0"/>
            </a:endParaRPr>
          </a:p>
        </p:txBody>
      </p:sp>
      <p:sp>
        <p:nvSpPr>
          <p:cNvPr id="6" name="TextBox 4"/>
          <p:cNvSpPr txBox="1"/>
          <p:nvPr/>
        </p:nvSpPr>
        <p:spPr>
          <a:xfrm>
            <a:off x="2460625" y="3498850"/>
            <a:ext cx="6143625" cy="1006475"/>
          </a:xfrm>
          <a:prstGeom prst="rect">
            <a:avLst/>
          </a:prstGeom>
          <a:solidFill>
            <a:schemeClr val="bg1">
              <a:lumMod val="95000"/>
            </a:schemeClr>
          </a:solidFill>
          <a:ln>
            <a:noFill/>
          </a:ln>
          <a:effectLst/>
        </p:spPr>
        <p:txBody>
          <a:bodyPr>
            <a:spAutoFit/>
          </a:bodyPr>
          <a:lstStyle/>
          <a:p>
            <a:pPr>
              <a:defRPr/>
            </a:pPr>
            <a:r>
              <a:rPr lang="en-US" altLang="zh-TW" sz="2000" dirty="0">
                <a:cs typeface="Arial" charset="0"/>
              </a:rPr>
              <a:t>do {</a:t>
            </a:r>
            <a:endParaRPr lang="en-GB" altLang="zh-TW" sz="2000" dirty="0">
              <a:cs typeface="Arial" charset="0"/>
            </a:endParaRPr>
          </a:p>
          <a:p>
            <a:pPr>
              <a:defRPr/>
            </a:pPr>
            <a:r>
              <a:rPr lang="en-US" altLang="zh-TW" sz="2000" dirty="0">
                <a:cs typeface="Arial" charset="0"/>
              </a:rPr>
              <a:t>  </a:t>
            </a:r>
            <a:r>
              <a:rPr lang="en-US" altLang="zh-TW" sz="2000" dirty="0" err="1">
                <a:cs typeface="Arial" charset="0"/>
              </a:rPr>
              <a:t>eatTimes</a:t>
            </a:r>
            <a:r>
              <a:rPr lang="en-US" altLang="zh-TW" sz="2000" dirty="0">
                <a:cs typeface="Arial" charset="0"/>
              </a:rPr>
              <a:t>++;</a:t>
            </a:r>
            <a:endParaRPr lang="en-GB" altLang="zh-TW" sz="2000" dirty="0">
              <a:cs typeface="Arial" charset="0"/>
            </a:endParaRPr>
          </a:p>
          <a:p>
            <a:pPr>
              <a:defRPr/>
            </a:pPr>
            <a:r>
              <a:rPr lang="en-US" altLang="zh-TW" sz="2000" dirty="0">
                <a:cs typeface="Arial" charset="0"/>
              </a:rPr>
              <a:t>} while (</a:t>
            </a:r>
            <a:r>
              <a:rPr lang="en-US" altLang="zh-TW" sz="2000" dirty="0" err="1">
                <a:cs typeface="Arial" charset="0"/>
              </a:rPr>
              <a:t>StillHungry</a:t>
            </a:r>
            <a:r>
              <a:rPr lang="en-US" altLang="zh-TW" sz="2000" dirty="0">
                <a:cs typeface="Arial" charset="0"/>
              </a:rPr>
              <a:t>( ))</a:t>
            </a:r>
            <a:endParaRPr lang="en-GB" altLang="zh-TW" sz="2000" dirty="0">
              <a:cs typeface="Arial" charset="0"/>
            </a:endParaRPr>
          </a:p>
        </p:txBody>
      </p:sp>
      <p:sp>
        <p:nvSpPr>
          <p:cNvPr id="7" name="TextBox 5"/>
          <p:cNvSpPr txBox="1"/>
          <p:nvPr/>
        </p:nvSpPr>
        <p:spPr>
          <a:xfrm>
            <a:off x="2460625" y="5324475"/>
            <a:ext cx="6143625" cy="1006475"/>
          </a:xfrm>
          <a:prstGeom prst="rect">
            <a:avLst/>
          </a:prstGeom>
          <a:solidFill>
            <a:schemeClr val="bg1">
              <a:lumMod val="95000"/>
            </a:schemeClr>
          </a:solidFill>
          <a:ln>
            <a:noFill/>
          </a:ln>
          <a:effectLst/>
        </p:spPr>
        <p:txBody>
          <a:bodyPr>
            <a:spAutoFit/>
          </a:bodyPr>
          <a:lstStyle/>
          <a:p>
            <a:pPr>
              <a:defRPr/>
            </a:pPr>
            <a:r>
              <a:rPr lang="en-US" altLang="zh-TW" sz="2000" dirty="0">
                <a:cs typeface="Arial" charset="0"/>
              </a:rPr>
              <a:t>for (var </a:t>
            </a:r>
            <a:r>
              <a:rPr lang="en-US" altLang="zh-TW" sz="2000" dirty="0" err="1">
                <a:cs typeface="Arial" charset="0"/>
              </a:rPr>
              <a:t>i</a:t>
            </a:r>
            <a:r>
              <a:rPr lang="en-US" altLang="zh-TW" sz="2000" dirty="0">
                <a:cs typeface="Arial" charset="0"/>
              </a:rPr>
              <a:t>=0; </a:t>
            </a:r>
            <a:r>
              <a:rPr lang="en-US" altLang="zh-TW" sz="2000" dirty="0" err="1">
                <a:cs typeface="Arial" charset="0"/>
              </a:rPr>
              <a:t>i</a:t>
            </a:r>
            <a:r>
              <a:rPr lang="en-US" altLang="zh-TW" sz="2000" dirty="0">
                <a:cs typeface="Arial" charset="0"/>
              </a:rPr>
              <a:t>&lt;10; </a:t>
            </a:r>
            <a:r>
              <a:rPr lang="en-US" altLang="zh-TW" sz="2000" dirty="0" err="1">
                <a:cs typeface="Arial" charset="0"/>
              </a:rPr>
              <a:t>i</a:t>
            </a:r>
            <a:r>
              <a:rPr lang="en-US" altLang="zh-TW" sz="2000" dirty="0">
                <a:cs typeface="Arial" charset="0"/>
              </a:rPr>
              <a:t>++) {</a:t>
            </a:r>
            <a:endParaRPr lang="en-GB" altLang="zh-TW" sz="2000" dirty="0">
              <a:cs typeface="Arial" charset="0"/>
            </a:endParaRPr>
          </a:p>
          <a:p>
            <a:pPr>
              <a:defRPr/>
            </a:pPr>
            <a:r>
              <a:rPr lang="en-US" altLang="zh-TW" sz="2000" dirty="0">
                <a:cs typeface="Arial" charset="0"/>
              </a:rPr>
              <a:t>  Count( );</a:t>
            </a:r>
            <a:endParaRPr lang="en-GB" altLang="zh-TW" sz="2000" dirty="0">
              <a:cs typeface="Arial" charset="0"/>
            </a:endParaRPr>
          </a:p>
          <a:p>
            <a:pPr>
              <a:defRPr/>
            </a:pPr>
            <a:r>
              <a:rPr lang="en-US" altLang="zh-TW" sz="2000" dirty="0">
                <a:cs typeface="Arial" charset="0"/>
              </a:rPr>
              <a:t>}</a:t>
            </a:r>
            <a:endParaRPr lang="en-GB" altLang="zh-TW" sz="2000" dirty="0">
              <a:cs typeface="Arial" charset="0"/>
            </a:endParaRPr>
          </a:p>
        </p:txBody>
      </p:sp>
    </p:spTree>
    <p:extLst>
      <p:ext uri="{BB962C8B-B14F-4D97-AF65-F5344CB8AC3E}">
        <p14:creationId xmlns:p14="http://schemas.microsoft.com/office/powerpoint/2010/main" val="651986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59C6DFF-7B44-472F-954B-3C04BAD6B0A5}"/>
              </a:ext>
            </a:extLst>
          </p:cNvPr>
          <p:cNvSpPr>
            <a:spLocks noGrp="1"/>
          </p:cNvSpPr>
          <p:nvPr>
            <p:ph type="title"/>
          </p:nvPr>
        </p:nvSpPr>
        <p:spPr/>
        <p:txBody>
          <a:bodyPr/>
          <a:lstStyle/>
          <a:p>
            <a:r>
              <a:rPr lang="zh-TW" altLang="en-US" dirty="0"/>
              <a:t>迴圈語法</a:t>
            </a:r>
            <a:r>
              <a:rPr lang="en-US" altLang="zh-TW" dirty="0"/>
              <a:t>(1)</a:t>
            </a:r>
            <a:endParaRPr lang="zh-TW" altLang="en-US" dirty="0"/>
          </a:p>
        </p:txBody>
      </p:sp>
      <p:sp>
        <p:nvSpPr>
          <p:cNvPr id="3" name="內容版面配置區 2">
            <a:extLst>
              <a:ext uri="{FF2B5EF4-FFF2-40B4-BE49-F238E27FC236}">
                <a16:creationId xmlns:a16="http://schemas.microsoft.com/office/drawing/2014/main" id="{C7E22FD6-FAB2-4E6A-AF20-39C961BA852D}"/>
              </a:ext>
            </a:extLst>
          </p:cNvPr>
          <p:cNvSpPr>
            <a:spLocks noGrp="1"/>
          </p:cNvSpPr>
          <p:nvPr>
            <p:ph idx="1"/>
          </p:nvPr>
        </p:nvSpPr>
        <p:spPr/>
        <p:txBody>
          <a:bodyPr/>
          <a:lstStyle/>
          <a:p>
            <a:pPr marL="0" indent="0">
              <a:buNone/>
            </a:pPr>
            <a:r>
              <a:rPr lang="pt-BR" altLang="zh-TW" dirty="0"/>
              <a:t>var n = 0;</a:t>
            </a:r>
          </a:p>
          <a:p>
            <a:pPr marL="0" indent="0">
              <a:buNone/>
            </a:pPr>
            <a:r>
              <a:rPr lang="pt-BR" altLang="zh-TW" dirty="0"/>
              <a:t>var x = 0;</a:t>
            </a:r>
          </a:p>
          <a:p>
            <a:pPr marL="0" indent="0">
              <a:buNone/>
            </a:pPr>
            <a:r>
              <a:rPr lang="pt-BR" altLang="zh-TW" dirty="0"/>
              <a:t>while (n &lt;= 10) {</a:t>
            </a:r>
          </a:p>
          <a:p>
            <a:pPr marL="0" indent="0">
              <a:buNone/>
            </a:pPr>
            <a:r>
              <a:rPr lang="pt-BR" altLang="zh-TW" dirty="0"/>
              <a:t>    n++;</a:t>
            </a:r>
          </a:p>
          <a:p>
            <a:pPr marL="0" indent="0">
              <a:buNone/>
            </a:pPr>
            <a:r>
              <a:rPr lang="pt-BR" altLang="zh-TW" dirty="0"/>
              <a:t>    x += n;</a:t>
            </a:r>
          </a:p>
          <a:p>
            <a:pPr marL="0" indent="0">
              <a:buNone/>
            </a:pPr>
            <a:r>
              <a:rPr lang="pt-BR" altLang="zh-TW" dirty="0"/>
              <a:t>}</a:t>
            </a:r>
            <a:endParaRPr lang="zh-TW" altLang="en-US" dirty="0"/>
          </a:p>
        </p:txBody>
      </p:sp>
    </p:spTree>
    <p:extLst>
      <p:ext uri="{BB962C8B-B14F-4D97-AF65-F5344CB8AC3E}">
        <p14:creationId xmlns:p14="http://schemas.microsoft.com/office/powerpoint/2010/main" val="297878754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59C6DFF-7B44-472F-954B-3C04BAD6B0A5}"/>
              </a:ext>
            </a:extLst>
          </p:cNvPr>
          <p:cNvSpPr>
            <a:spLocks noGrp="1"/>
          </p:cNvSpPr>
          <p:nvPr>
            <p:ph type="title"/>
          </p:nvPr>
        </p:nvSpPr>
        <p:spPr/>
        <p:txBody>
          <a:bodyPr/>
          <a:lstStyle/>
          <a:p>
            <a:r>
              <a:rPr lang="zh-TW" altLang="en-US" dirty="0"/>
              <a:t>迴圈語法</a:t>
            </a:r>
            <a:r>
              <a:rPr lang="en-US" altLang="zh-TW" dirty="0"/>
              <a:t>(2)</a:t>
            </a:r>
            <a:endParaRPr lang="zh-TW" altLang="en-US" dirty="0"/>
          </a:p>
        </p:txBody>
      </p:sp>
      <p:sp>
        <p:nvSpPr>
          <p:cNvPr id="3" name="內容版面配置區 2">
            <a:extLst>
              <a:ext uri="{FF2B5EF4-FFF2-40B4-BE49-F238E27FC236}">
                <a16:creationId xmlns:a16="http://schemas.microsoft.com/office/drawing/2014/main" id="{C7E22FD6-FAB2-4E6A-AF20-39C961BA852D}"/>
              </a:ext>
            </a:extLst>
          </p:cNvPr>
          <p:cNvSpPr>
            <a:spLocks noGrp="1"/>
          </p:cNvSpPr>
          <p:nvPr>
            <p:ph idx="1"/>
          </p:nvPr>
        </p:nvSpPr>
        <p:spPr/>
        <p:txBody>
          <a:bodyPr/>
          <a:lstStyle/>
          <a:p>
            <a:pPr marL="0" indent="0">
              <a:buNone/>
            </a:pPr>
            <a:r>
              <a:rPr lang="pt-BR" altLang="zh-TW" dirty="0"/>
              <a:t>var x = 0;</a:t>
            </a:r>
          </a:p>
          <a:p>
            <a:pPr marL="0" indent="0">
              <a:buNone/>
            </a:pPr>
            <a:r>
              <a:rPr lang="pt-BR" altLang="zh-TW" dirty="0"/>
              <a:t>for(var n=1;n&lt;=10;n++){</a:t>
            </a:r>
          </a:p>
          <a:p>
            <a:pPr marL="0" indent="0">
              <a:buNone/>
            </a:pPr>
            <a:r>
              <a:rPr lang="pt-BR" altLang="zh-TW" dirty="0"/>
              <a:t>    x += n;</a:t>
            </a:r>
          </a:p>
          <a:p>
            <a:pPr marL="0" indent="0">
              <a:buNone/>
            </a:pPr>
            <a:r>
              <a:rPr lang="pt-BR" altLang="zh-TW" dirty="0"/>
              <a:t>}</a:t>
            </a:r>
            <a:endParaRPr lang="zh-TW" altLang="en-US" dirty="0"/>
          </a:p>
        </p:txBody>
      </p:sp>
    </p:spTree>
    <p:extLst>
      <p:ext uri="{BB962C8B-B14F-4D97-AF65-F5344CB8AC3E}">
        <p14:creationId xmlns:p14="http://schemas.microsoft.com/office/powerpoint/2010/main" val="378011589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0369DC6-3200-4BBE-8D7F-5D73D7CAD4F2}"/>
              </a:ext>
            </a:extLst>
          </p:cNvPr>
          <p:cNvSpPr>
            <a:spLocks noGrp="1"/>
          </p:cNvSpPr>
          <p:nvPr>
            <p:ph type="title"/>
          </p:nvPr>
        </p:nvSpPr>
        <p:spPr>
          <a:xfrm>
            <a:off x="539552" y="620688"/>
            <a:ext cx="8229600" cy="792162"/>
          </a:xfrm>
        </p:spPr>
        <p:txBody>
          <a:bodyPr/>
          <a:lstStyle/>
          <a:p>
            <a:r>
              <a:rPr lang="zh-TW" altLang="en-US" dirty="0"/>
              <a:t>彈出式視窗</a:t>
            </a:r>
          </a:p>
        </p:txBody>
      </p:sp>
      <p:sp>
        <p:nvSpPr>
          <p:cNvPr id="3" name="內容版面配置區 2">
            <a:extLst>
              <a:ext uri="{FF2B5EF4-FFF2-40B4-BE49-F238E27FC236}">
                <a16:creationId xmlns:a16="http://schemas.microsoft.com/office/drawing/2014/main" id="{6E76266E-74C1-4228-A35B-A779BF25B12A}"/>
              </a:ext>
            </a:extLst>
          </p:cNvPr>
          <p:cNvSpPr>
            <a:spLocks noGrp="1"/>
          </p:cNvSpPr>
          <p:nvPr>
            <p:ph idx="1"/>
          </p:nvPr>
        </p:nvSpPr>
        <p:spPr>
          <a:xfrm>
            <a:off x="539552" y="1385894"/>
            <a:ext cx="8229600" cy="5211457"/>
          </a:xfrm>
        </p:spPr>
        <p:txBody>
          <a:bodyPr/>
          <a:lstStyle/>
          <a:p>
            <a:pPr marL="0" indent="0">
              <a:buNone/>
            </a:pPr>
            <a:r>
              <a:rPr lang="en-US" altLang="zh-TW" sz="2400" dirty="0">
                <a:solidFill>
                  <a:srgbClr val="C00000"/>
                </a:solidFill>
              </a:rPr>
              <a:t>alert</a:t>
            </a:r>
            <a:r>
              <a:rPr lang="en-US" altLang="zh-TW" sz="2400" dirty="0"/>
              <a:t>('</a:t>
            </a:r>
            <a:r>
              <a:rPr lang="zh-TW" altLang="en-US" sz="2400" dirty="0"/>
              <a:t>歡迎來到 </a:t>
            </a:r>
            <a:r>
              <a:rPr lang="en-US" altLang="zh-TW" sz="2400" dirty="0"/>
              <a:t>google.com');</a:t>
            </a:r>
          </a:p>
          <a:p>
            <a:pPr marL="0" indent="0">
              <a:buNone/>
            </a:pPr>
            <a:endParaRPr lang="en-US" altLang="zh-TW" sz="2400" dirty="0"/>
          </a:p>
          <a:p>
            <a:pPr marL="0" indent="0">
              <a:buNone/>
            </a:pPr>
            <a:r>
              <a:rPr lang="en-US" altLang="zh-TW" sz="2400" dirty="0"/>
              <a:t>var yes = </a:t>
            </a:r>
            <a:r>
              <a:rPr lang="en-US" altLang="zh-TW" sz="2400" dirty="0">
                <a:solidFill>
                  <a:srgbClr val="C00000"/>
                </a:solidFill>
              </a:rPr>
              <a:t>confirm</a:t>
            </a:r>
            <a:r>
              <a:rPr lang="en-US" altLang="zh-TW" sz="2400" dirty="0"/>
              <a:t>('</a:t>
            </a:r>
            <a:r>
              <a:rPr lang="zh-TW" altLang="en-US" sz="2400" dirty="0"/>
              <a:t>你確定嗎？</a:t>
            </a:r>
            <a:r>
              <a:rPr lang="en-US" altLang="zh-TW" sz="2400" dirty="0"/>
              <a:t>');</a:t>
            </a:r>
          </a:p>
          <a:p>
            <a:pPr marL="0" indent="0">
              <a:buNone/>
            </a:pPr>
            <a:r>
              <a:rPr lang="en-US" altLang="zh-TW" sz="2400" dirty="0"/>
              <a:t>if (yes) {</a:t>
            </a:r>
          </a:p>
          <a:p>
            <a:pPr marL="0" indent="0">
              <a:buNone/>
            </a:pPr>
            <a:r>
              <a:rPr lang="en-US" altLang="zh-TW" sz="2400" dirty="0"/>
              <a:t>    alert('</a:t>
            </a:r>
            <a:r>
              <a:rPr lang="zh-TW" altLang="en-US" sz="2400" dirty="0"/>
              <a:t>你按了確定按鈕</a:t>
            </a:r>
            <a:r>
              <a:rPr lang="en-US" altLang="zh-TW" sz="2400" dirty="0"/>
              <a:t>');</a:t>
            </a:r>
          </a:p>
          <a:p>
            <a:pPr marL="0" indent="0">
              <a:buNone/>
            </a:pPr>
            <a:r>
              <a:rPr lang="en-US" altLang="zh-TW" sz="2400" dirty="0"/>
              <a:t>} else {</a:t>
            </a:r>
          </a:p>
          <a:p>
            <a:pPr marL="0" indent="0">
              <a:buNone/>
            </a:pPr>
            <a:r>
              <a:rPr lang="en-US" altLang="zh-TW" sz="2400" dirty="0"/>
              <a:t>    alert('</a:t>
            </a:r>
            <a:r>
              <a:rPr lang="zh-TW" altLang="en-US" sz="2400" dirty="0"/>
              <a:t>你按了取消按鈕</a:t>
            </a:r>
            <a:r>
              <a:rPr lang="en-US" altLang="zh-TW" sz="2400" dirty="0"/>
              <a:t>');</a:t>
            </a:r>
          </a:p>
          <a:p>
            <a:pPr marL="0" indent="0">
              <a:buNone/>
            </a:pPr>
            <a:r>
              <a:rPr lang="en-US" altLang="zh-TW" sz="2400" dirty="0"/>
              <a:t>}</a:t>
            </a:r>
          </a:p>
          <a:p>
            <a:pPr marL="0" indent="0">
              <a:buNone/>
            </a:pPr>
            <a:endParaRPr lang="en-US" altLang="zh-TW" sz="2400" dirty="0"/>
          </a:p>
          <a:p>
            <a:pPr marL="0" indent="0">
              <a:buNone/>
            </a:pPr>
            <a:r>
              <a:rPr lang="en-US" altLang="zh-TW" sz="2400" dirty="0"/>
              <a:t>var nickname = </a:t>
            </a:r>
            <a:r>
              <a:rPr lang="en-US" altLang="zh-TW" sz="2400" dirty="0">
                <a:solidFill>
                  <a:srgbClr val="C00000"/>
                </a:solidFill>
              </a:rPr>
              <a:t>prompt</a:t>
            </a:r>
            <a:r>
              <a:rPr lang="en-US" altLang="zh-TW" sz="2400" dirty="0"/>
              <a:t>('</a:t>
            </a:r>
            <a:r>
              <a:rPr lang="zh-TW" altLang="en-US" sz="2400" dirty="0"/>
              <a:t>請輸入你的暱稱</a:t>
            </a:r>
            <a:r>
              <a:rPr lang="en-US" altLang="zh-TW" sz="2400" dirty="0"/>
              <a:t>');</a:t>
            </a:r>
          </a:p>
          <a:p>
            <a:pPr marL="0" indent="0">
              <a:buNone/>
            </a:pPr>
            <a:r>
              <a:rPr lang="en-US" altLang="zh-TW" sz="2400" dirty="0"/>
              <a:t>alert('Hello ' + nickname);</a:t>
            </a:r>
            <a:endParaRPr lang="zh-TW" altLang="en-US" sz="2400" dirty="0"/>
          </a:p>
        </p:txBody>
      </p:sp>
    </p:spTree>
    <p:extLst>
      <p:ext uri="{BB962C8B-B14F-4D97-AF65-F5344CB8AC3E}">
        <p14:creationId xmlns:p14="http://schemas.microsoft.com/office/powerpoint/2010/main" val="39407407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36C3C62-000C-40CA-964D-7A279EBA7F74}"/>
              </a:ext>
            </a:extLst>
          </p:cNvPr>
          <p:cNvSpPr>
            <a:spLocks noGrp="1"/>
          </p:cNvSpPr>
          <p:nvPr>
            <p:ph type="title"/>
          </p:nvPr>
        </p:nvSpPr>
        <p:spPr>
          <a:xfrm>
            <a:off x="539552" y="502274"/>
            <a:ext cx="8229600" cy="792162"/>
          </a:xfrm>
        </p:spPr>
        <p:txBody>
          <a:bodyPr/>
          <a:lstStyle/>
          <a:p>
            <a:r>
              <a:rPr lang="zh-TW" altLang="en-US" dirty="0"/>
              <a:t>迴圈猜數字</a:t>
            </a:r>
          </a:p>
        </p:txBody>
      </p:sp>
      <p:sp>
        <p:nvSpPr>
          <p:cNvPr id="3" name="內容版面配置區 2">
            <a:extLst>
              <a:ext uri="{FF2B5EF4-FFF2-40B4-BE49-F238E27FC236}">
                <a16:creationId xmlns:a16="http://schemas.microsoft.com/office/drawing/2014/main" id="{460419F8-847B-45B7-AA14-FD22ECAF0EF4}"/>
              </a:ext>
            </a:extLst>
          </p:cNvPr>
          <p:cNvSpPr>
            <a:spLocks noGrp="1"/>
          </p:cNvSpPr>
          <p:nvPr>
            <p:ph idx="1"/>
          </p:nvPr>
        </p:nvSpPr>
        <p:spPr>
          <a:xfrm>
            <a:off x="-396552" y="1124744"/>
            <a:ext cx="7704856" cy="5733256"/>
          </a:xfrm>
        </p:spPr>
        <p:txBody>
          <a:bodyPr/>
          <a:lstStyle/>
          <a:p>
            <a:pPr marL="0" indent="0">
              <a:buNone/>
            </a:pPr>
            <a:r>
              <a:rPr lang="en-US" altLang="zh-TW" sz="2000" dirty="0"/>
              <a:t>        </a:t>
            </a:r>
            <a:r>
              <a:rPr lang="en-US" altLang="zh-TW" sz="2400" dirty="0"/>
              <a:t>var </a:t>
            </a:r>
            <a:r>
              <a:rPr lang="en-US" altLang="zh-TW" sz="2400" dirty="0" err="1"/>
              <a:t>rnd</a:t>
            </a:r>
            <a:r>
              <a:rPr lang="en-US" altLang="zh-TW" sz="2400" dirty="0"/>
              <a:t>=</a:t>
            </a:r>
            <a:r>
              <a:rPr lang="en-US" altLang="zh-TW" sz="2400" dirty="0" err="1"/>
              <a:t>parseInt</a:t>
            </a:r>
            <a:r>
              <a:rPr lang="en-US" altLang="zh-TW" sz="2400" dirty="0"/>
              <a:t>(</a:t>
            </a:r>
            <a:r>
              <a:rPr lang="en-US" altLang="zh-TW" sz="2400" dirty="0" err="1"/>
              <a:t>Math.random</a:t>
            </a:r>
            <a:r>
              <a:rPr lang="en-US" altLang="zh-TW" sz="2400" dirty="0"/>
              <a:t>()*100)+1;</a:t>
            </a:r>
          </a:p>
          <a:p>
            <a:pPr marL="0" indent="0">
              <a:buNone/>
            </a:pPr>
            <a:r>
              <a:rPr lang="en-US" altLang="zh-TW" sz="2400" dirty="0"/>
              <a:t>        var guess=0;</a:t>
            </a:r>
          </a:p>
          <a:p>
            <a:pPr marL="0" indent="0">
              <a:buNone/>
            </a:pPr>
            <a:r>
              <a:rPr lang="en-US" altLang="zh-TW" sz="2400" dirty="0"/>
              <a:t>        while(</a:t>
            </a:r>
            <a:r>
              <a:rPr lang="en-US" altLang="zh-TW" sz="2400" dirty="0" err="1"/>
              <a:t>rnd</a:t>
            </a:r>
            <a:r>
              <a:rPr lang="en-US" altLang="zh-TW" sz="2400" dirty="0"/>
              <a:t> != guess){</a:t>
            </a:r>
          </a:p>
          <a:p>
            <a:pPr marL="0" indent="0">
              <a:buNone/>
            </a:pPr>
            <a:r>
              <a:rPr lang="en-US" altLang="zh-TW" sz="2400" dirty="0"/>
              <a:t>           guess= prompt("Guess 1~100:");</a:t>
            </a:r>
          </a:p>
          <a:p>
            <a:pPr marL="0" indent="0">
              <a:buNone/>
            </a:pPr>
            <a:r>
              <a:rPr lang="en-US" altLang="zh-TW" sz="2400" dirty="0"/>
              <a:t>           if(guess&gt;</a:t>
            </a:r>
            <a:r>
              <a:rPr lang="en-US" altLang="zh-TW" sz="2400" dirty="0" err="1"/>
              <a:t>rnd</a:t>
            </a:r>
            <a:r>
              <a:rPr lang="en-US" altLang="zh-TW" sz="2400" dirty="0"/>
              <a:t>)</a:t>
            </a:r>
          </a:p>
          <a:p>
            <a:pPr marL="0" indent="0">
              <a:buNone/>
            </a:pPr>
            <a:r>
              <a:rPr lang="en-US" altLang="zh-TW" sz="2400" dirty="0"/>
              <a:t>             alert(guess+" too big");</a:t>
            </a:r>
          </a:p>
          <a:p>
            <a:pPr marL="0" indent="0">
              <a:buNone/>
            </a:pPr>
            <a:r>
              <a:rPr lang="en-US" altLang="zh-TW" sz="2400" dirty="0"/>
              <a:t>            else if(guess&lt;</a:t>
            </a:r>
            <a:r>
              <a:rPr lang="en-US" altLang="zh-TW" sz="2400" dirty="0" err="1"/>
              <a:t>rnd</a:t>
            </a:r>
            <a:r>
              <a:rPr lang="en-US" altLang="zh-TW" sz="2400" dirty="0"/>
              <a:t>)</a:t>
            </a:r>
          </a:p>
          <a:p>
            <a:pPr marL="0" indent="0">
              <a:buNone/>
            </a:pPr>
            <a:r>
              <a:rPr lang="en-US" altLang="zh-TW" sz="2400" dirty="0"/>
              <a:t>              alert(guess + " too small");</a:t>
            </a:r>
          </a:p>
          <a:p>
            <a:pPr marL="0" indent="0">
              <a:buNone/>
            </a:pPr>
            <a:r>
              <a:rPr lang="en-US" altLang="zh-TW" sz="2400" dirty="0"/>
              <a:t>            else{</a:t>
            </a:r>
          </a:p>
          <a:p>
            <a:pPr marL="0" indent="0">
              <a:buNone/>
            </a:pPr>
            <a:r>
              <a:rPr lang="en-US" altLang="zh-TW" sz="2400" dirty="0"/>
              <a:t>                alert("Bingo");</a:t>
            </a:r>
          </a:p>
          <a:p>
            <a:pPr marL="0" indent="0">
              <a:buNone/>
            </a:pPr>
            <a:r>
              <a:rPr lang="en-US" altLang="zh-TW" sz="2400" dirty="0"/>
              <a:t>                break;</a:t>
            </a:r>
          </a:p>
          <a:p>
            <a:pPr marL="0" indent="0">
              <a:buNone/>
            </a:pPr>
            <a:r>
              <a:rPr lang="en-US" altLang="zh-TW" sz="2400" dirty="0"/>
              <a:t>            }</a:t>
            </a:r>
          </a:p>
          <a:p>
            <a:pPr marL="0" indent="0">
              <a:buNone/>
            </a:pPr>
            <a:r>
              <a:rPr lang="en-US" altLang="zh-TW" sz="2400" dirty="0"/>
              <a:t>        }</a:t>
            </a:r>
            <a:endParaRPr lang="zh-TW" altLang="en-US" sz="2400" dirty="0"/>
          </a:p>
        </p:txBody>
      </p:sp>
    </p:spTree>
    <p:extLst>
      <p:ext uri="{BB962C8B-B14F-4D97-AF65-F5344CB8AC3E}">
        <p14:creationId xmlns:p14="http://schemas.microsoft.com/office/powerpoint/2010/main" val="315012318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F54565A-1332-4D03-9975-75BF0E400B26}"/>
              </a:ext>
            </a:extLst>
          </p:cNvPr>
          <p:cNvSpPr>
            <a:spLocks noGrp="1"/>
          </p:cNvSpPr>
          <p:nvPr>
            <p:ph type="title"/>
          </p:nvPr>
        </p:nvSpPr>
        <p:spPr/>
        <p:txBody>
          <a:bodyPr/>
          <a:lstStyle/>
          <a:p>
            <a:r>
              <a:rPr lang="zh-TW" altLang="en-US" i="0" dirty="0"/>
              <a:t>函數表達式</a:t>
            </a:r>
          </a:p>
        </p:txBody>
      </p:sp>
      <p:sp>
        <p:nvSpPr>
          <p:cNvPr id="3" name="內容版面配置區 2">
            <a:extLst>
              <a:ext uri="{FF2B5EF4-FFF2-40B4-BE49-F238E27FC236}">
                <a16:creationId xmlns:a16="http://schemas.microsoft.com/office/drawing/2014/main" id="{9C6DB687-D9B7-4855-B2FA-14DDFC6AF39F}"/>
              </a:ext>
            </a:extLst>
          </p:cNvPr>
          <p:cNvSpPr>
            <a:spLocks noGrp="1"/>
          </p:cNvSpPr>
          <p:nvPr>
            <p:ph idx="1"/>
          </p:nvPr>
        </p:nvSpPr>
        <p:spPr/>
        <p:txBody>
          <a:bodyPr/>
          <a:lstStyle/>
          <a:p>
            <a:pPr>
              <a:buFont typeface="Arial" panose="020B0604020202020204" pitchFamily="34" charset="0"/>
              <a:buChar char="•"/>
            </a:pPr>
            <a:r>
              <a:rPr lang="en-US" altLang="zh-TW" sz="2400" dirty="0"/>
              <a:t>Function expression </a:t>
            </a:r>
            <a:r>
              <a:rPr lang="zh-TW" altLang="en-US" sz="2400" dirty="0"/>
              <a:t>宣告函數，將匿名函數當作值指定給一個變數。</a:t>
            </a:r>
          </a:p>
          <a:p>
            <a:pPr marL="0" indent="0">
              <a:buNone/>
            </a:pPr>
            <a:r>
              <a:rPr lang="en-US" altLang="zh-TW" sz="2400" dirty="0"/>
              <a:t>var square = function(number) {</a:t>
            </a:r>
          </a:p>
          <a:p>
            <a:pPr marL="0" indent="0">
              <a:buNone/>
            </a:pPr>
            <a:r>
              <a:rPr lang="en-US" altLang="zh-TW" sz="2400" dirty="0"/>
              <a:t>    return number * number;</a:t>
            </a:r>
          </a:p>
          <a:p>
            <a:pPr marL="0" indent="0">
              <a:buNone/>
            </a:pPr>
            <a:r>
              <a:rPr lang="en-US" altLang="zh-TW" sz="2400" dirty="0"/>
              <a:t>};</a:t>
            </a:r>
          </a:p>
          <a:p>
            <a:pPr>
              <a:buFont typeface="Arial" panose="020B0604020202020204" pitchFamily="34" charset="0"/>
              <a:buChar char="•"/>
            </a:pPr>
            <a:r>
              <a:rPr lang="zh-TW" altLang="en-US" sz="2400" dirty="0"/>
              <a:t>一般函數宣告</a:t>
            </a:r>
            <a:endParaRPr lang="en-US" altLang="zh-TW" sz="2400" dirty="0"/>
          </a:p>
          <a:p>
            <a:pPr marL="0" indent="0">
              <a:buNone/>
            </a:pPr>
            <a:r>
              <a:rPr lang="en-US" altLang="zh-TW" sz="2400" dirty="0"/>
              <a:t>function square(number) {</a:t>
            </a:r>
          </a:p>
          <a:p>
            <a:pPr marL="0" indent="0">
              <a:buNone/>
            </a:pPr>
            <a:r>
              <a:rPr lang="en-US" altLang="zh-TW" sz="2400" dirty="0"/>
              <a:t>    return number * number;</a:t>
            </a:r>
          </a:p>
          <a:p>
            <a:pPr marL="0" indent="0">
              <a:buNone/>
            </a:pPr>
            <a:r>
              <a:rPr lang="en-US" altLang="zh-TW" sz="2400" dirty="0"/>
              <a:t>}</a:t>
            </a:r>
          </a:p>
        </p:txBody>
      </p:sp>
    </p:spTree>
    <p:extLst>
      <p:ext uri="{BB962C8B-B14F-4D97-AF65-F5344CB8AC3E}">
        <p14:creationId xmlns:p14="http://schemas.microsoft.com/office/powerpoint/2010/main" val="96158193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E685BB4-5519-47B0-9D04-A94CB01023FF}"/>
              </a:ext>
            </a:extLst>
          </p:cNvPr>
          <p:cNvSpPr>
            <a:spLocks noGrp="1"/>
          </p:cNvSpPr>
          <p:nvPr>
            <p:ph type="title"/>
          </p:nvPr>
        </p:nvSpPr>
        <p:spPr/>
        <p:txBody>
          <a:bodyPr/>
          <a:lstStyle/>
          <a:p>
            <a:r>
              <a:rPr lang="en-US" altLang="zh-TW" dirty="0"/>
              <a:t>JavaScript Array (</a:t>
            </a:r>
            <a:r>
              <a:rPr lang="zh-TW" altLang="en-US" dirty="0"/>
              <a:t>陣列</a:t>
            </a:r>
            <a:r>
              <a:rPr lang="en-US" altLang="zh-TW" dirty="0"/>
              <a:t>)</a:t>
            </a:r>
            <a:endParaRPr lang="zh-TW" altLang="en-US" dirty="0"/>
          </a:p>
        </p:txBody>
      </p:sp>
      <p:sp>
        <p:nvSpPr>
          <p:cNvPr id="3" name="內容版面配置區 2">
            <a:extLst>
              <a:ext uri="{FF2B5EF4-FFF2-40B4-BE49-F238E27FC236}">
                <a16:creationId xmlns:a16="http://schemas.microsoft.com/office/drawing/2014/main" id="{876078C5-C9B1-4FC4-9A8C-7B69362B4488}"/>
              </a:ext>
            </a:extLst>
          </p:cNvPr>
          <p:cNvSpPr>
            <a:spLocks noGrp="1"/>
          </p:cNvSpPr>
          <p:nvPr>
            <p:ph idx="1"/>
          </p:nvPr>
        </p:nvSpPr>
        <p:spPr/>
        <p:txBody>
          <a:bodyPr/>
          <a:lstStyle/>
          <a:p>
            <a:pPr>
              <a:buFont typeface="Arial" panose="020B0604020202020204" pitchFamily="34" charset="0"/>
              <a:buChar char="•"/>
            </a:pPr>
            <a:r>
              <a:rPr lang="zh-TW" altLang="en-US" sz="2800" dirty="0"/>
              <a:t>陣列中的每一個值我們稱做一個元素</a:t>
            </a:r>
            <a:endParaRPr lang="en-US" altLang="zh-TW" sz="2800" dirty="0"/>
          </a:p>
          <a:p>
            <a:pPr>
              <a:buFont typeface="Arial" panose="020B0604020202020204" pitchFamily="34" charset="0"/>
              <a:buChar char="•"/>
            </a:pPr>
            <a:r>
              <a:rPr lang="zh-TW" altLang="en-US" sz="2800" dirty="0"/>
              <a:t>每一個元素儲存在陣列中固定的位置我們稱做索引 </a:t>
            </a:r>
            <a:r>
              <a:rPr lang="en-US" altLang="zh-TW" sz="2800" dirty="0"/>
              <a:t>(index)</a:t>
            </a:r>
            <a:r>
              <a:rPr lang="zh-TW" altLang="en-US" sz="2800" dirty="0"/>
              <a:t>，索引值從 </a:t>
            </a:r>
            <a:r>
              <a:rPr lang="en-US" altLang="zh-TW" sz="2800" dirty="0"/>
              <a:t>0 </a:t>
            </a:r>
            <a:r>
              <a:rPr lang="zh-TW" altLang="en-US" sz="2800" dirty="0"/>
              <a:t>開始，表示陣列中的第一個元素，第二個之後的元素索引值則依序加 </a:t>
            </a:r>
            <a:r>
              <a:rPr lang="en-US" altLang="zh-TW" sz="2800" dirty="0"/>
              <a:t>1 (0, 1, 2, 3, ...)</a:t>
            </a:r>
            <a:r>
              <a:rPr lang="zh-TW" altLang="en-US" sz="2800" dirty="0"/>
              <a:t>。</a:t>
            </a:r>
            <a:endParaRPr lang="en-US" altLang="zh-TW" sz="2800" dirty="0"/>
          </a:p>
          <a:p>
            <a:pPr>
              <a:buFont typeface="Arial" panose="020B0604020202020204" pitchFamily="34" charset="0"/>
              <a:buChar char="•"/>
            </a:pPr>
            <a:r>
              <a:rPr lang="zh-TW" altLang="en-US" sz="2800" dirty="0"/>
              <a:t>語法：</a:t>
            </a:r>
          </a:p>
          <a:p>
            <a:pPr marL="0" indent="0">
              <a:buNone/>
            </a:pPr>
            <a:r>
              <a:rPr lang="en-US" altLang="zh-TW" sz="2800" dirty="0"/>
              <a:t>var </a:t>
            </a:r>
            <a:r>
              <a:rPr lang="en-US" altLang="zh-TW" sz="2800" dirty="0" err="1"/>
              <a:t>arrayName</a:t>
            </a:r>
            <a:r>
              <a:rPr lang="en-US" altLang="zh-TW" sz="2800" dirty="0"/>
              <a:t> = [item1, item2, ...];   </a:t>
            </a:r>
          </a:p>
          <a:p>
            <a:pPr>
              <a:buFont typeface="Arial" panose="020B0604020202020204" pitchFamily="34" charset="0"/>
              <a:buChar char="•"/>
            </a:pPr>
            <a:r>
              <a:rPr lang="zh-TW" altLang="en-US" sz="2800" dirty="0"/>
              <a:t>例如：</a:t>
            </a:r>
          </a:p>
          <a:p>
            <a:pPr marL="0" indent="0">
              <a:buNone/>
            </a:pPr>
            <a:r>
              <a:rPr lang="en-US" altLang="zh-TW" sz="2800" dirty="0"/>
              <a:t>var fruits = ['Apple', 'Banana'];</a:t>
            </a:r>
            <a:endParaRPr lang="zh-TW" altLang="en-US" sz="2800" dirty="0"/>
          </a:p>
        </p:txBody>
      </p:sp>
    </p:spTree>
    <p:extLst>
      <p:ext uri="{BB962C8B-B14F-4D97-AF65-F5344CB8AC3E}">
        <p14:creationId xmlns:p14="http://schemas.microsoft.com/office/powerpoint/2010/main" val="57774735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170F55C-24C4-4304-BC34-74EA82B6E6C1}"/>
              </a:ext>
            </a:extLst>
          </p:cNvPr>
          <p:cNvSpPr>
            <a:spLocks noGrp="1"/>
          </p:cNvSpPr>
          <p:nvPr>
            <p:ph type="title"/>
          </p:nvPr>
        </p:nvSpPr>
        <p:spPr>
          <a:xfrm>
            <a:off x="457200" y="620688"/>
            <a:ext cx="8229600" cy="792162"/>
          </a:xfrm>
        </p:spPr>
        <p:txBody>
          <a:bodyPr/>
          <a:lstStyle/>
          <a:p>
            <a:r>
              <a:rPr lang="zh-TW" altLang="en-US" dirty="0"/>
              <a:t>新增陣列元素</a:t>
            </a:r>
          </a:p>
        </p:txBody>
      </p:sp>
      <p:sp>
        <p:nvSpPr>
          <p:cNvPr id="3" name="內容版面配置區 2">
            <a:extLst>
              <a:ext uri="{FF2B5EF4-FFF2-40B4-BE49-F238E27FC236}">
                <a16:creationId xmlns:a16="http://schemas.microsoft.com/office/drawing/2014/main" id="{97B51B50-A744-4EC0-B76F-45D2CFAD355C}"/>
              </a:ext>
            </a:extLst>
          </p:cNvPr>
          <p:cNvSpPr>
            <a:spLocks noGrp="1"/>
          </p:cNvSpPr>
          <p:nvPr>
            <p:ph idx="1"/>
          </p:nvPr>
        </p:nvSpPr>
        <p:spPr>
          <a:xfrm>
            <a:off x="457200" y="1412850"/>
            <a:ext cx="8229600" cy="5184502"/>
          </a:xfrm>
        </p:spPr>
        <p:txBody>
          <a:bodyPr/>
          <a:lstStyle/>
          <a:p>
            <a:pPr>
              <a:buFont typeface="Arial" panose="020B0604020202020204" pitchFamily="34" charset="0"/>
              <a:buChar char="•"/>
            </a:pPr>
            <a:r>
              <a:rPr lang="en-US" altLang="zh-TW" sz="2400" dirty="0">
                <a:solidFill>
                  <a:srgbClr val="0000FF"/>
                </a:solidFill>
              </a:rPr>
              <a:t>push() </a:t>
            </a:r>
            <a:r>
              <a:rPr lang="zh-TW" altLang="en-US" sz="2400" dirty="0">
                <a:solidFill>
                  <a:srgbClr val="0000FF"/>
                </a:solidFill>
              </a:rPr>
              <a:t>方法來新增元素到陣列最後面：</a:t>
            </a:r>
          </a:p>
          <a:p>
            <a:pPr marL="0" indent="0">
              <a:buNone/>
            </a:pPr>
            <a:r>
              <a:rPr lang="en-US" altLang="zh-TW" sz="2400" dirty="0"/>
              <a:t>var fruits = ['Apple', 'Banana'];</a:t>
            </a:r>
          </a:p>
          <a:p>
            <a:pPr marL="0" indent="0">
              <a:buNone/>
            </a:pPr>
            <a:r>
              <a:rPr lang="en-US" altLang="zh-TW" sz="2400" dirty="0" err="1"/>
              <a:t>fruits.push</a:t>
            </a:r>
            <a:r>
              <a:rPr lang="en-US" altLang="zh-TW" sz="2400" dirty="0"/>
              <a:t>('Orange');</a:t>
            </a:r>
          </a:p>
          <a:p>
            <a:pPr marL="0" indent="0">
              <a:buNone/>
            </a:pPr>
            <a:r>
              <a:rPr lang="en-US" altLang="zh-TW" sz="2400" dirty="0"/>
              <a:t>// </a:t>
            </a:r>
            <a:r>
              <a:rPr lang="zh-TW" altLang="en-US" sz="2400" dirty="0"/>
              <a:t>輸出 </a:t>
            </a:r>
            <a:r>
              <a:rPr lang="en-US" altLang="zh-TW" sz="2400" dirty="0"/>
              <a:t>["Apple", "Banana", "Orange"]</a:t>
            </a:r>
          </a:p>
          <a:p>
            <a:pPr marL="0" indent="0">
              <a:buNone/>
            </a:pPr>
            <a:r>
              <a:rPr lang="en-US" altLang="zh-TW" sz="2400" dirty="0"/>
              <a:t>console.log(fruits);</a:t>
            </a:r>
          </a:p>
          <a:p>
            <a:pPr marL="0" indent="0">
              <a:buNone/>
            </a:pPr>
            <a:endParaRPr lang="en-US" altLang="zh-TW" sz="2400" dirty="0"/>
          </a:p>
          <a:p>
            <a:pPr>
              <a:buFont typeface="Arial" panose="020B0604020202020204" pitchFamily="34" charset="0"/>
              <a:buChar char="•"/>
            </a:pPr>
            <a:r>
              <a:rPr lang="en-US" altLang="zh-TW" sz="2400" dirty="0">
                <a:solidFill>
                  <a:srgbClr val="0000FF"/>
                </a:solidFill>
              </a:rPr>
              <a:t>unshift() </a:t>
            </a:r>
            <a:r>
              <a:rPr lang="zh-TW" altLang="en-US" sz="2400" dirty="0">
                <a:solidFill>
                  <a:srgbClr val="0000FF"/>
                </a:solidFill>
              </a:rPr>
              <a:t>方法來新增一個元素到陣列最前面：</a:t>
            </a:r>
          </a:p>
          <a:p>
            <a:pPr marL="0" indent="0">
              <a:buNone/>
            </a:pPr>
            <a:r>
              <a:rPr lang="en-US" altLang="zh-TW" sz="2400" dirty="0"/>
              <a:t>var fruits = ['Apple', 'Banana'];</a:t>
            </a:r>
          </a:p>
          <a:p>
            <a:pPr marL="0" indent="0">
              <a:buNone/>
            </a:pPr>
            <a:r>
              <a:rPr lang="en-US" altLang="zh-TW" sz="2400" dirty="0" err="1"/>
              <a:t>fruits.unshift</a:t>
            </a:r>
            <a:r>
              <a:rPr lang="en-US" altLang="zh-TW" sz="2400" dirty="0"/>
              <a:t>('Orange');</a:t>
            </a:r>
          </a:p>
          <a:p>
            <a:pPr marL="0" indent="0">
              <a:buNone/>
            </a:pPr>
            <a:r>
              <a:rPr lang="en-US" altLang="zh-TW" sz="2400" dirty="0"/>
              <a:t>// </a:t>
            </a:r>
            <a:r>
              <a:rPr lang="zh-TW" altLang="en-US" sz="2400" dirty="0"/>
              <a:t>輸出 </a:t>
            </a:r>
            <a:r>
              <a:rPr lang="en-US" altLang="zh-TW" sz="2400" dirty="0"/>
              <a:t>["Orange", "Apple", "Banana"]</a:t>
            </a:r>
          </a:p>
          <a:p>
            <a:pPr marL="0" indent="0">
              <a:buNone/>
            </a:pPr>
            <a:r>
              <a:rPr lang="en-US" altLang="zh-TW" sz="2400" dirty="0"/>
              <a:t>console.log(fruits);</a:t>
            </a:r>
            <a:endParaRPr lang="zh-TW" altLang="en-US" sz="2400" dirty="0"/>
          </a:p>
        </p:txBody>
      </p:sp>
    </p:spTree>
    <p:extLst>
      <p:ext uri="{BB962C8B-B14F-4D97-AF65-F5344CB8AC3E}">
        <p14:creationId xmlns:p14="http://schemas.microsoft.com/office/powerpoint/2010/main" val="221323355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8C740A5-0A16-4995-9463-E90F0DE9DCB0}"/>
              </a:ext>
            </a:extLst>
          </p:cNvPr>
          <p:cNvSpPr>
            <a:spLocks noGrp="1"/>
          </p:cNvSpPr>
          <p:nvPr>
            <p:ph type="title"/>
          </p:nvPr>
        </p:nvSpPr>
        <p:spPr/>
        <p:txBody>
          <a:bodyPr/>
          <a:lstStyle/>
          <a:p>
            <a:r>
              <a:rPr lang="zh-TW" altLang="en-US" dirty="0"/>
              <a:t>讀取陣列中的元素</a:t>
            </a:r>
          </a:p>
        </p:txBody>
      </p:sp>
      <p:sp>
        <p:nvSpPr>
          <p:cNvPr id="3" name="內容版面配置區 2">
            <a:extLst>
              <a:ext uri="{FF2B5EF4-FFF2-40B4-BE49-F238E27FC236}">
                <a16:creationId xmlns:a16="http://schemas.microsoft.com/office/drawing/2014/main" id="{D18167F4-82D4-4E90-B42A-A4C93AFE8584}"/>
              </a:ext>
            </a:extLst>
          </p:cNvPr>
          <p:cNvSpPr>
            <a:spLocks noGrp="1"/>
          </p:cNvSpPr>
          <p:nvPr>
            <p:ph idx="1"/>
          </p:nvPr>
        </p:nvSpPr>
        <p:spPr/>
        <p:txBody>
          <a:bodyPr/>
          <a:lstStyle/>
          <a:p>
            <a:pPr marL="0" indent="0">
              <a:buNone/>
            </a:pPr>
            <a:r>
              <a:rPr lang="en-US" altLang="zh-TW" sz="2800" dirty="0"/>
              <a:t>var fruits = ['Apple', 'Banana'];</a:t>
            </a:r>
          </a:p>
          <a:p>
            <a:pPr marL="0" indent="0">
              <a:buNone/>
            </a:pPr>
            <a:r>
              <a:rPr lang="en-US" altLang="zh-TW" sz="2800" dirty="0"/>
              <a:t>// Apple</a:t>
            </a:r>
          </a:p>
          <a:p>
            <a:pPr marL="0" indent="0">
              <a:buNone/>
            </a:pPr>
            <a:r>
              <a:rPr lang="en-US" altLang="zh-TW" sz="2800" dirty="0"/>
              <a:t>var first = fruits[0];</a:t>
            </a:r>
          </a:p>
          <a:p>
            <a:pPr marL="0" indent="0">
              <a:buNone/>
            </a:pPr>
            <a:r>
              <a:rPr lang="en-US" altLang="zh-TW" sz="2800" dirty="0"/>
              <a:t>// Banana</a:t>
            </a:r>
          </a:p>
          <a:p>
            <a:pPr marL="0" indent="0">
              <a:buNone/>
            </a:pPr>
            <a:r>
              <a:rPr lang="en-US" altLang="zh-TW" sz="2800" dirty="0"/>
              <a:t>var last = fruits[</a:t>
            </a:r>
            <a:r>
              <a:rPr lang="en-US" altLang="zh-TW" sz="2800" dirty="0" err="1"/>
              <a:t>fruits.length</a:t>
            </a:r>
            <a:r>
              <a:rPr lang="en-US" altLang="zh-TW" sz="2800" dirty="0"/>
              <a:t> - 1];</a:t>
            </a:r>
            <a:endParaRPr lang="zh-TW" altLang="en-US" sz="2800" dirty="0"/>
          </a:p>
        </p:txBody>
      </p:sp>
    </p:spTree>
    <p:extLst>
      <p:ext uri="{BB962C8B-B14F-4D97-AF65-F5344CB8AC3E}">
        <p14:creationId xmlns:p14="http://schemas.microsoft.com/office/powerpoint/2010/main" val="276330259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02D598C-6C31-405B-838B-42271EE76191}"/>
              </a:ext>
            </a:extLst>
          </p:cNvPr>
          <p:cNvSpPr>
            <a:spLocks noGrp="1"/>
          </p:cNvSpPr>
          <p:nvPr>
            <p:ph type="title"/>
          </p:nvPr>
        </p:nvSpPr>
        <p:spPr/>
        <p:txBody>
          <a:bodyPr/>
          <a:lstStyle/>
          <a:p>
            <a:r>
              <a:rPr lang="zh-TW" altLang="en-US" dirty="0"/>
              <a:t>刪除陣列元素</a:t>
            </a:r>
          </a:p>
        </p:txBody>
      </p:sp>
      <p:sp>
        <p:nvSpPr>
          <p:cNvPr id="3" name="內容版面配置區 2">
            <a:extLst>
              <a:ext uri="{FF2B5EF4-FFF2-40B4-BE49-F238E27FC236}">
                <a16:creationId xmlns:a16="http://schemas.microsoft.com/office/drawing/2014/main" id="{7082648F-D375-4D32-A067-BB7850AF3AEC}"/>
              </a:ext>
            </a:extLst>
          </p:cNvPr>
          <p:cNvSpPr>
            <a:spLocks noGrp="1"/>
          </p:cNvSpPr>
          <p:nvPr>
            <p:ph idx="1"/>
          </p:nvPr>
        </p:nvSpPr>
        <p:spPr>
          <a:xfrm>
            <a:off x="457200" y="1484784"/>
            <a:ext cx="8229600" cy="5112568"/>
          </a:xfrm>
        </p:spPr>
        <p:txBody>
          <a:bodyPr/>
          <a:lstStyle/>
          <a:p>
            <a:pPr>
              <a:buFont typeface="Arial" panose="020B0604020202020204" pitchFamily="34" charset="0"/>
              <a:buChar char="•"/>
            </a:pPr>
            <a:r>
              <a:rPr lang="en-US" altLang="zh-TW" sz="2400" dirty="0">
                <a:solidFill>
                  <a:srgbClr val="0000FF"/>
                </a:solidFill>
              </a:rPr>
              <a:t>pop() </a:t>
            </a:r>
            <a:r>
              <a:rPr lang="zh-TW" altLang="en-US" sz="2400" dirty="0">
                <a:solidFill>
                  <a:srgbClr val="0000FF"/>
                </a:solidFill>
              </a:rPr>
              <a:t>方法來移除陣列中的最後一個元素：</a:t>
            </a:r>
          </a:p>
          <a:p>
            <a:pPr marL="0" indent="0">
              <a:buNone/>
            </a:pPr>
            <a:r>
              <a:rPr lang="en-US" altLang="zh-TW" sz="2000" dirty="0"/>
              <a:t>var fruits = ['Apple', 'Banana'];</a:t>
            </a:r>
          </a:p>
          <a:p>
            <a:pPr marL="0" indent="0">
              <a:buNone/>
            </a:pPr>
            <a:r>
              <a:rPr lang="en-US" altLang="zh-TW" sz="2000" dirty="0"/>
              <a:t>// pop() </a:t>
            </a:r>
            <a:r>
              <a:rPr lang="zh-TW" altLang="en-US" sz="2000" dirty="0"/>
              <a:t>除了移除元素，還會返回移除的元素值</a:t>
            </a:r>
          </a:p>
          <a:p>
            <a:pPr marL="0" indent="0">
              <a:buNone/>
            </a:pPr>
            <a:r>
              <a:rPr lang="en-US" altLang="zh-TW" sz="2000" dirty="0"/>
              <a:t>var last = </a:t>
            </a:r>
            <a:r>
              <a:rPr lang="en-US" altLang="zh-TW" sz="2000" dirty="0" err="1"/>
              <a:t>fruits.pop</a:t>
            </a:r>
            <a:r>
              <a:rPr lang="en-US" altLang="zh-TW" sz="2000" dirty="0"/>
              <a:t>(); // Banana</a:t>
            </a:r>
          </a:p>
          <a:p>
            <a:pPr marL="0" indent="0">
              <a:buNone/>
            </a:pPr>
            <a:r>
              <a:rPr lang="en-US" altLang="zh-TW" sz="2000" dirty="0"/>
              <a:t>// </a:t>
            </a:r>
            <a:r>
              <a:rPr lang="zh-TW" altLang="en-US" sz="2000" dirty="0"/>
              <a:t>輸出 </a:t>
            </a:r>
            <a:r>
              <a:rPr lang="en-US" altLang="zh-TW" sz="2000" dirty="0"/>
              <a:t>["Apple"]</a:t>
            </a:r>
          </a:p>
          <a:p>
            <a:pPr marL="0" indent="0">
              <a:buNone/>
            </a:pPr>
            <a:r>
              <a:rPr lang="en-US" altLang="zh-TW" sz="2000" dirty="0"/>
              <a:t>console.log(fruits);</a:t>
            </a:r>
          </a:p>
          <a:p>
            <a:pPr marL="0" indent="0">
              <a:buNone/>
            </a:pPr>
            <a:endParaRPr lang="en-US" altLang="zh-TW" sz="2000" dirty="0"/>
          </a:p>
          <a:p>
            <a:pPr>
              <a:buFont typeface="Arial" panose="020B0604020202020204" pitchFamily="34" charset="0"/>
              <a:buChar char="•"/>
            </a:pPr>
            <a:r>
              <a:rPr lang="en-US" altLang="zh-TW" sz="2400" dirty="0">
                <a:solidFill>
                  <a:srgbClr val="0000FF"/>
                </a:solidFill>
              </a:rPr>
              <a:t>shift() </a:t>
            </a:r>
            <a:r>
              <a:rPr lang="zh-TW" altLang="en-US" sz="2400" dirty="0">
                <a:solidFill>
                  <a:srgbClr val="0000FF"/>
                </a:solidFill>
              </a:rPr>
              <a:t>方法來移除陣列中的第一個元素：</a:t>
            </a:r>
          </a:p>
          <a:p>
            <a:pPr marL="0" indent="0">
              <a:buNone/>
            </a:pPr>
            <a:r>
              <a:rPr lang="en-US" altLang="zh-TW" sz="2000" dirty="0"/>
              <a:t>var fruits = ['Apple', 'Banana'];</a:t>
            </a:r>
          </a:p>
          <a:p>
            <a:pPr marL="0" indent="0">
              <a:buNone/>
            </a:pPr>
            <a:r>
              <a:rPr lang="en-US" altLang="zh-TW" sz="2000" dirty="0"/>
              <a:t>// shift() </a:t>
            </a:r>
            <a:r>
              <a:rPr lang="zh-TW" altLang="en-US" sz="2000" dirty="0"/>
              <a:t>除了移除元素，還會返回移除的元素值</a:t>
            </a:r>
          </a:p>
          <a:p>
            <a:pPr marL="0" indent="0">
              <a:buNone/>
            </a:pPr>
            <a:r>
              <a:rPr lang="en-US" altLang="zh-TW" sz="2000" dirty="0"/>
              <a:t>var first = </a:t>
            </a:r>
            <a:r>
              <a:rPr lang="en-US" altLang="zh-TW" sz="2000" dirty="0" err="1"/>
              <a:t>fruits.shift</a:t>
            </a:r>
            <a:r>
              <a:rPr lang="en-US" altLang="zh-TW" sz="2000" dirty="0"/>
              <a:t>(); // Apple</a:t>
            </a:r>
          </a:p>
          <a:p>
            <a:pPr marL="0" indent="0">
              <a:buNone/>
            </a:pPr>
            <a:r>
              <a:rPr lang="en-US" altLang="zh-TW" sz="2000" dirty="0"/>
              <a:t>// </a:t>
            </a:r>
            <a:r>
              <a:rPr lang="zh-TW" altLang="en-US" sz="2000" dirty="0"/>
              <a:t>輸出 </a:t>
            </a:r>
            <a:r>
              <a:rPr lang="en-US" altLang="zh-TW" sz="2000" dirty="0"/>
              <a:t>["Banana"]</a:t>
            </a:r>
          </a:p>
          <a:p>
            <a:pPr marL="0" indent="0">
              <a:buNone/>
            </a:pPr>
            <a:r>
              <a:rPr lang="en-US" altLang="zh-TW" sz="2000" dirty="0"/>
              <a:t>console.log(fruits);</a:t>
            </a:r>
            <a:endParaRPr lang="zh-TW" altLang="en-US" sz="2000" dirty="0"/>
          </a:p>
        </p:txBody>
      </p:sp>
    </p:spTree>
    <p:extLst>
      <p:ext uri="{BB962C8B-B14F-4D97-AF65-F5344CB8AC3E}">
        <p14:creationId xmlns:p14="http://schemas.microsoft.com/office/powerpoint/2010/main" val="239892620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51E74D-0446-4441-8E62-2B9593727247}"/>
              </a:ext>
            </a:extLst>
          </p:cNvPr>
          <p:cNvSpPr>
            <a:spLocks noGrp="1"/>
          </p:cNvSpPr>
          <p:nvPr>
            <p:ph type="title"/>
          </p:nvPr>
        </p:nvSpPr>
        <p:spPr/>
        <p:txBody>
          <a:bodyPr/>
          <a:lstStyle/>
          <a:p>
            <a:r>
              <a:rPr lang="zh-TW" altLang="en-US" dirty="0"/>
              <a:t>陣列搜尋 </a:t>
            </a:r>
            <a:r>
              <a:rPr lang="en-US" altLang="zh-TW" dirty="0" err="1"/>
              <a:t>indexOf</a:t>
            </a:r>
            <a:r>
              <a:rPr lang="en-US" altLang="zh-TW" dirty="0"/>
              <a:t>() </a:t>
            </a:r>
            <a:endParaRPr lang="zh-TW" altLang="en-US" dirty="0"/>
          </a:p>
        </p:txBody>
      </p:sp>
      <p:sp>
        <p:nvSpPr>
          <p:cNvPr id="3" name="內容版面配置區 2">
            <a:extLst>
              <a:ext uri="{FF2B5EF4-FFF2-40B4-BE49-F238E27FC236}">
                <a16:creationId xmlns:a16="http://schemas.microsoft.com/office/drawing/2014/main" id="{DCA4F23C-30CE-48D7-99E7-AD2A3C505EE0}"/>
              </a:ext>
            </a:extLst>
          </p:cNvPr>
          <p:cNvSpPr>
            <a:spLocks noGrp="1"/>
          </p:cNvSpPr>
          <p:nvPr>
            <p:ph idx="1"/>
          </p:nvPr>
        </p:nvSpPr>
        <p:spPr>
          <a:xfrm>
            <a:off x="457200" y="1844674"/>
            <a:ext cx="8507288" cy="4608661"/>
          </a:xfrm>
        </p:spPr>
        <p:txBody>
          <a:bodyPr/>
          <a:lstStyle/>
          <a:p>
            <a:r>
              <a:rPr lang="en-US" altLang="zh-TW" sz="2400" dirty="0" err="1"/>
              <a:t>indexOf</a:t>
            </a:r>
            <a:r>
              <a:rPr lang="en-US" altLang="zh-TW" sz="2400" dirty="0"/>
              <a:t>() </a:t>
            </a:r>
            <a:r>
              <a:rPr lang="zh-TW" altLang="en-US" sz="2400" dirty="0"/>
              <a:t>方法用來找出一個值出現在陣列中的哪個位置</a:t>
            </a:r>
            <a:endParaRPr lang="en-US" altLang="zh-TW" sz="2400" dirty="0"/>
          </a:p>
          <a:p>
            <a:pPr marL="0" indent="0">
              <a:buNone/>
            </a:pPr>
            <a:r>
              <a:rPr lang="zh-TW" altLang="en-US" sz="2400" dirty="0"/>
              <a:t>語法：</a:t>
            </a:r>
          </a:p>
          <a:p>
            <a:pPr marL="0" indent="0">
              <a:buNone/>
            </a:pPr>
            <a:r>
              <a:rPr lang="en-US" altLang="zh-TW" sz="2400" dirty="0" err="1"/>
              <a:t>ary.indexOf</a:t>
            </a:r>
            <a:r>
              <a:rPr lang="en-US" altLang="zh-TW" sz="2400" dirty="0"/>
              <a:t>(</a:t>
            </a:r>
            <a:r>
              <a:rPr lang="en-US" altLang="zh-TW" sz="2400" dirty="0" err="1"/>
              <a:t>searchElement</a:t>
            </a:r>
            <a:r>
              <a:rPr lang="en-US" altLang="zh-TW" sz="2400" dirty="0"/>
              <a:t>)</a:t>
            </a:r>
          </a:p>
          <a:p>
            <a:pPr marL="0" indent="0">
              <a:buNone/>
            </a:pPr>
            <a:r>
              <a:rPr lang="en-US" altLang="zh-TW" sz="2400" dirty="0" err="1"/>
              <a:t>ary.indexOf</a:t>
            </a:r>
            <a:r>
              <a:rPr lang="en-US" altLang="zh-TW" sz="2400" dirty="0"/>
              <a:t>(</a:t>
            </a:r>
            <a:r>
              <a:rPr lang="en-US" altLang="zh-TW" sz="2400" dirty="0" err="1"/>
              <a:t>searchElement</a:t>
            </a:r>
            <a:r>
              <a:rPr lang="en-US" altLang="zh-TW" sz="2400" dirty="0"/>
              <a:t>, </a:t>
            </a:r>
            <a:r>
              <a:rPr lang="en-US" altLang="zh-TW" sz="2400" dirty="0" err="1"/>
              <a:t>fromIndex</a:t>
            </a:r>
            <a:r>
              <a:rPr lang="en-US" altLang="zh-TW" sz="2400" dirty="0"/>
              <a:t>)</a:t>
            </a:r>
          </a:p>
          <a:p>
            <a:pPr marL="0" indent="0">
              <a:buNone/>
            </a:pPr>
            <a:endParaRPr lang="en-US" altLang="zh-TW" sz="2400" dirty="0"/>
          </a:p>
          <a:p>
            <a:pPr marL="0" indent="0">
              <a:buNone/>
            </a:pPr>
            <a:r>
              <a:rPr lang="en-US" altLang="zh-TW" sz="2400" dirty="0"/>
              <a:t>var </a:t>
            </a:r>
            <a:r>
              <a:rPr lang="en-US" altLang="zh-TW" sz="2400" dirty="0" err="1"/>
              <a:t>ary</a:t>
            </a:r>
            <a:r>
              <a:rPr lang="en-US" altLang="zh-TW" sz="2400" dirty="0"/>
              <a:t> = [2, 6, 9];</a:t>
            </a:r>
          </a:p>
          <a:p>
            <a:pPr marL="0" indent="0">
              <a:buNone/>
            </a:pPr>
            <a:r>
              <a:rPr lang="en-US" altLang="zh-TW" sz="2400" dirty="0"/>
              <a:t>// </a:t>
            </a:r>
            <a:r>
              <a:rPr lang="zh-TW" altLang="en-US" sz="2400" dirty="0"/>
              <a:t>返回 </a:t>
            </a:r>
            <a:r>
              <a:rPr lang="en-US" altLang="zh-TW" sz="2400" dirty="0"/>
              <a:t>0</a:t>
            </a:r>
          </a:p>
          <a:p>
            <a:pPr marL="0" indent="0">
              <a:buNone/>
            </a:pPr>
            <a:r>
              <a:rPr lang="en-US" altLang="zh-TW" sz="2400" dirty="0" err="1"/>
              <a:t>i</a:t>
            </a:r>
            <a:r>
              <a:rPr lang="en-US" altLang="zh-TW" sz="2400" dirty="0"/>
              <a:t>=</a:t>
            </a:r>
            <a:r>
              <a:rPr lang="en-US" altLang="zh-TW" sz="2400" dirty="0" err="1"/>
              <a:t>ary.indexOf</a:t>
            </a:r>
            <a:r>
              <a:rPr lang="en-US" altLang="zh-TW" sz="2400" dirty="0"/>
              <a:t>(2);</a:t>
            </a:r>
          </a:p>
          <a:p>
            <a:pPr marL="0" indent="0">
              <a:buNone/>
            </a:pPr>
            <a:r>
              <a:rPr lang="en-US" altLang="zh-TW" sz="2400" dirty="0"/>
              <a:t>// </a:t>
            </a:r>
            <a:r>
              <a:rPr lang="zh-TW" altLang="en-US" sz="2400" dirty="0"/>
              <a:t>返回 </a:t>
            </a:r>
            <a:r>
              <a:rPr lang="en-US" altLang="zh-TW" sz="2400" dirty="0"/>
              <a:t>-1</a:t>
            </a:r>
          </a:p>
          <a:p>
            <a:pPr marL="0" indent="0">
              <a:buNone/>
            </a:pPr>
            <a:r>
              <a:rPr lang="en-US" altLang="zh-TW" sz="2400" dirty="0" err="1"/>
              <a:t>i</a:t>
            </a:r>
            <a:r>
              <a:rPr lang="en-US" altLang="zh-TW" sz="2400" dirty="0"/>
              <a:t>=</a:t>
            </a:r>
            <a:r>
              <a:rPr lang="en-US" altLang="zh-TW" sz="2400" dirty="0" err="1"/>
              <a:t>ary.indexOf</a:t>
            </a:r>
            <a:r>
              <a:rPr lang="en-US" altLang="zh-TW" sz="2400" dirty="0"/>
              <a:t>(7);</a:t>
            </a:r>
            <a:endParaRPr lang="zh-TW" altLang="en-US" sz="2400" dirty="0"/>
          </a:p>
        </p:txBody>
      </p:sp>
    </p:spTree>
    <p:extLst>
      <p:ext uri="{BB962C8B-B14F-4D97-AF65-F5344CB8AC3E}">
        <p14:creationId xmlns:p14="http://schemas.microsoft.com/office/powerpoint/2010/main" val="250505565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90CBA70-886F-4D89-B298-C6C327A7B995}"/>
              </a:ext>
            </a:extLst>
          </p:cNvPr>
          <p:cNvSpPr>
            <a:spLocks noGrp="1"/>
          </p:cNvSpPr>
          <p:nvPr>
            <p:ph type="title"/>
          </p:nvPr>
        </p:nvSpPr>
        <p:spPr>
          <a:xfrm>
            <a:off x="493204" y="548680"/>
            <a:ext cx="8229600" cy="792162"/>
          </a:xfrm>
        </p:spPr>
        <p:txBody>
          <a:bodyPr/>
          <a:lstStyle/>
          <a:p>
            <a:r>
              <a:rPr lang="zh-TW" altLang="en-US" dirty="0"/>
              <a:t>陣列 </a:t>
            </a:r>
            <a:r>
              <a:rPr lang="en-US" altLang="zh-TW" dirty="0"/>
              <a:t>splice(1) </a:t>
            </a:r>
            <a:endParaRPr lang="zh-TW" altLang="en-US" dirty="0"/>
          </a:p>
        </p:txBody>
      </p:sp>
      <p:sp>
        <p:nvSpPr>
          <p:cNvPr id="3" name="內容版面配置區 2">
            <a:extLst>
              <a:ext uri="{FF2B5EF4-FFF2-40B4-BE49-F238E27FC236}">
                <a16:creationId xmlns:a16="http://schemas.microsoft.com/office/drawing/2014/main" id="{8FCE71F1-C00E-48A1-9D5F-CD907CC1F1B2}"/>
              </a:ext>
            </a:extLst>
          </p:cNvPr>
          <p:cNvSpPr>
            <a:spLocks noGrp="1"/>
          </p:cNvSpPr>
          <p:nvPr>
            <p:ph idx="1"/>
          </p:nvPr>
        </p:nvSpPr>
        <p:spPr>
          <a:xfrm>
            <a:off x="302590" y="1412776"/>
            <a:ext cx="8661898" cy="5040560"/>
          </a:xfrm>
        </p:spPr>
        <p:txBody>
          <a:bodyPr/>
          <a:lstStyle/>
          <a:p>
            <a:r>
              <a:rPr lang="zh-TW" altLang="en-US" sz="2400" dirty="0"/>
              <a:t>插入、刪除或替換陣列中的某一個或某個範圍的元素。</a:t>
            </a:r>
          </a:p>
          <a:p>
            <a:r>
              <a:rPr lang="zh-TW" altLang="en-US" sz="2400" dirty="0"/>
              <a:t>語法：</a:t>
            </a:r>
          </a:p>
          <a:p>
            <a:pPr marL="0" indent="0">
              <a:buNone/>
            </a:pPr>
            <a:r>
              <a:rPr lang="en-US" altLang="zh-TW" sz="2400" dirty="0"/>
              <a:t>ary.splice(start)</a:t>
            </a:r>
          </a:p>
          <a:p>
            <a:pPr marL="0" indent="0">
              <a:buNone/>
            </a:pPr>
            <a:r>
              <a:rPr lang="en-US" altLang="zh-TW" sz="2400" dirty="0"/>
              <a:t>ary.splice(start, </a:t>
            </a:r>
            <a:r>
              <a:rPr lang="en-US" altLang="zh-TW" sz="2400" dirty="0" err="1"/>
              <a:t>deleteCount</a:t>
            </a:r>
            <a:r>
              <a:rPr lang="en-US" altLang="zh-TW" sz="2400" dirty="0"/>
              <a:t>)</a:t>
            </a:r>
          </a:p>
          <a:p>
            <a:pPr marL="0" indent="0">
              <a:buNone/>
            </a:pPr>
            <a:r>
              <a:rPr lang="en-US" altLang="zh-TW" sz="2400" dirty="0"/>
              <a:t>ary.splice(start, </a:t>
            </a:r>
            <a:r>
              <a:rPr lang="en-US" altLang="zh-TW" sz="2400" dirty="0" err="1"/>
              <a:t>deleteCount</a:t>
            </a:r>
            <a:r>
              <a:rPr lang="en-US" altLang="zh-TW" sz="2400" dirty="0"/>
              <a:t>, newElement1, newElement2, ...)</a:t>
            </a:r>
          </a:p>
          <a:p>
            <a:pPr marL="0" indent="0">
              <a:buNone/>
            </a:pPr>
            <a:endParaRPr lang="en-US" altLang="zh-TW" sz="2400" dirty="0"/>
          </a:p>
          <a:p>
            <a:pPr marL="0" indent="0">
              <a:buNone/>
            </a:pPr>
            <a:r>
              <a:rPr lang="en-US" altLang="zh-TW" sz="1800" dirty="0"/>
              <a:t>var fruits = ['Banana', 'Orange', 'Apple', 'Mango', 'Peach'];</a:t>
            </a:r>
          </a:p>
          <a:p>
            <a:pPr marL="0" indent="0">
              <a:buNone/>
            </a:pPr>
            <a:r>
              <a:rPr lang="en-US" altLang="zh-TW" sz="1800" dirty="0"/>
              <a:t>var removed = </a:t>
            </a:r>
            <a:r>
              <a:rPr lang="en-US" altLang="zh-TW" sz="1800" dirty="0" err="1"/>
              <a:t>fruits.splice</a:t>
            </a:r>
            <a:r>
              <a:rPr lang="en-US" altLang="zh-TW" sz="1800" dirty="0"/>
              <a:t>(2, 2);</a:t>
            </a:r>
          </a:p>
          <a:p>
            <a:pPr marL="0" indent="0">
              <a:buNone/>
            </a:pPr>
            <a:r>
              <a:rPr lang="en-US" altLang="zh-TW" sz="1800" dirty="0"/>
              <a:t>// </a:t>
            </a:r>
            <a:r>
              <a:rPr lang="zh-TW" altLang="en-US" sz="1800" dirty="0"/>
              <a:t>輸出目前 </a:t>
            </a:r>
            <a:r>
              <a:rPr lang="en-US" altLang="zh-TW" sz="1800" dirty="0"/>
              <a:t>["Banana", "Orange", "Peach"]</a:t>
            </a:r>
          </a:p>
          <a:p>
            <a:pPr marL="0" indent="0">
              <a:buNone/>
            </a:pPr>
            <a:r>
              <a:rPr lang="en-US" altLang="zh-TW" sz="1800" dirty="0"/>
              <a:t>console.log(fruits);</a:t>
            </a:r>
          </a:p>
          <a:p>
            <a:pPr marL="0" indent="0">
              <a:buNone/>
            </a:pPr>
            <a:r>
              <a:rPr lang="en-US" altLang="zh-TW" sz="1800" dirty="0"/>
              <a:t>// </a:t>
            </a:r>
            <a:r>
              <a:rPr lang="zh-TW" altLang="en-US" sz="1800" dirty="0"/>
              <a:t>輸出已經刪除 </a:t>
            </a:r>
            <a:r>
              <a:rPr lang="en-US" altLang="zh-TW" sz="1800" dirty="0"/>
              <a:t>["Apple", "Mango"]</a:t>
            </a:r>
          </a:p>
          <a:p>
            <a:pPr marL="0" indent="0">
              <a:buNone/>
            </a:pPr>
            <a:r>
              <a:rPr lang="en-US" altLang="zh-TW" sz="1800" dirty="0"/>
              <a:t>console.log(removed);</a:t>
            </a:r>
            <a:endParaRPr lang="zh-TW" altLang="en-US" sz="1800" dirty="0"/>
          </a:p>
        </p:txBody>
      </p:sp>
    </p:spTree>
    <p:extLst>
      <p:ext uri="{BB962C8B-B14F-4D97-AF65-F5344CB8AC3E}">
        <p14:creationId xmlns:p14="http://schemas.microsoft.com/office/powerpoint/2010/main" val="71776394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90CBA70-886F-4D89-B298-C6C327A7B995}"/>
              </a:ext>
            </a:extLst>
          </p:cNvPr>
          <p:cNvSpPr>
            <a:spLocks noGrp="1"/>
          </p:cNvSpPr>
          <p:nvPr>
            <p:ph type="title"/>
          </p:nvPr>
        </p:nvSpPr>
        <p:spPr>
          <a:xfrm>
            <a:off x="493204" y="548680"/>
            <a:ext cx="8229600" cy="792162"/>
          </a:xfrm>
        </p:spPr>
        <p:txBody>
          <a:bodyPr/>
          <a:lstStyle/>
          <a:p>
            <a:r>
              <a:rPr lang="zh-TW" altLang="en-US" dirty="0"/>
              <a:t>陣列 </a:t>
            </a:r>
            <a:r>
              <a:rPr lang="en-US" altLang="zh-TW" dirty="0"/>
              <a:t>splice(2) </a:t>
            </a:r>
            <a:endParaRPr lang="zh-TW" altLang="en-US" dirty="0"/>
          </a:p>
        </p:txBody>
      </p:sp>
      <p:sp>
        <p:nvSpPr>
          <p:cNvPr id="3" name="內容版面配置區 2">
            <a:extLst>
              <a:ext uri="{FF2B5EF4-FFF2-40B4-BE49-F238E27FC236}">
                <a16:creationId xmlns:a16="http://schemas.microsoft.com/office/drawing/2014/main" id="{8FCE71F1-C00E-48A1-9D5F-CD907CC1F1B2}"/>
              </a:ext>
            </a:extLst>
          </p:cNvPr>
          <p:cNvSpPr>
            <a:spLocks noGrp="1"/>
          </p:cNvSpPr>
          <p:nvPr>
            <p:ph idx="1"/>
          </p:nvPr>
        </p:nvSpPr>
        <p:spPr>
          <a:xfrm>
            <a:off x="179512" y="1412776"/>
            <a:ext cx="8856984" cy="5040560"/>
          </a:xfrm>
        </p:spPr>
        <p:txBody>
          <a:bodyPr/>
          <a:lstStyle/>
          <a:p>
            <a:pPr marL="0" indent="0">
              <a:buNone/>
            </a:pPr>
            <a:r>
              <a:rPr lang="zh-TW" altLang="en-US" sz="2000" dirty="0"/>
              <a:t>刪除並新增元素</a:t>
            </a:r>
          </a:p>
          <a:p>
            <a:pPr marL="0" indent="0">
              <a:buNone/>
            </a:pPr>
            <a:r>
              <a:rPr lang="en-US" altLang="zh-TW" sz="2000" dirty="0"/>
              <a:t>var fruits = ['Banana', 'Orange', </a:t>
            </a:r>
            <a:r>
              <a:rPr lang="en-US" altLang="zh-TW" sz="2000" dirty="0">
                <a:solidFill>
                  <a:srgbClr val="C00000"/>
                </a:solidFill>
              </a:rPr>
              <a:t>'Apple', 'Mango’ </a:t>
            </a:r>
            <a:r>
              <a:rPr lang="en-US" altLang="zh-TW" sz="2000" dirty="0"/>
              <a:t>, 'Peach'];</a:t>
            </a:r>
          </a:p>
          <a:p>
            <a:pPr marL="0" indent="0">
              <a:buNone/>
            </a:pPr>
            <a:r>
              <a:rPr lang="en-US" altLang="zh-TW" sz="2000" dirty="0"/>
              <a:t>var removed = </a:t>
            </a:r>
            <a:r>
              <a:rPr lang="en-US" altLang="zh-TW" sz="2000" dirty="0" err="1"/>
              <a:t>fruits.splice</a:t>
            </a:r>
            <a:r>
              <a:rPr lang="en-US" altLang="zh-TW" sz="2000" dirty="0"/>
              <a:t>(2, </a:t>
            </a:r>
            <a:r>
              <a:rPr lang="en-US" altLang="zh-TW" sz="2000" dirty="0">
                <a:solidFill>
                  <a:srgbClr val="C00000"/>
                </a:solidFill>
              </a:rPr>
              <a:t>2</a:t>
            </a:r>
            <a:r>
              <a:rPr lang="en-US" altLang="zh-TW" sz="2000" dirty="0"/>
              <a:t>, 'Watermelon', 'Lemon');</a:t>
            </a:r>
          </a:p>
          <a:p>
            <a:pPr marL="0" indent="0">
              <a:buNone/>
            </a:pPr>
            <a:endParaRPr lang="en-US" altLang="zh-TW" sz="2000" dirty="0"/>
          </a:p>
          <a:p>
            <a:pPr marL="0" indent="0">
              <a:buNone/>
            </a:pPr>
            <a:r>
              <a:rPr lang="en-US" altLang="zh-TW" sz="2000" dirty="0"/>
              <a:t>// </a:t>
            </a:r>
            <a:r>
              <a:rPr lang="zh-TW" altLang="en-US" sz="2000" dirty="0"/>
              <a:t>輸出 </a:t>
            </a:r>
            <a:r>
              <a:rPr lang="en-US" altLang="zh-TW" sz="2000" dirty="0"/>
              <a:t>["Banana", "Orange", "Watermelon", "Lemon", "Peach"]</a:t>
            </a:r>
          </a:p>
          <a:p>
            <a:pPr marL="0" indent="0">
              <a:buNone/>
            </a:pPr>
            <a:r>
              <a:rPr lang="en-US" altLang="zh-TW" sz="2000" dirty="0"/>
              <a:t>console.log(fruits);</a:t>
            </a:r>
          </a:p>
          <a:p>
            <a:pPr marL="0" indent="0">
              <a:buNone/>
            </a:pPr>
            <a:endParaRPr lang="en-US" altLang="zh-TW" sz="2000" dirty="0"/>
          </a:p>
          <a:p>
            <a:pPr marL="0" indent="0">
              <a:buNone/>
            </a:pPr>
            <a:r>
              <a:rPr lang="en-US" altLang="zh-TW" sz="2000" dirty="0"/>
              <a:t>// </a:t>
            </a:r>
            <a:r>
              <a:rPr lang="zh-TW" altLang="en-US" sz="2000" dirty="0"/>
              <a:t>輸出刪除 </a:t>
            </a:r>
            <a:r>
              <a:rPr lang="en-US" altLang="zh-TW" sz="2000" dirty="0"/>
              <a:t>["Apple", "Mango"]</a:t>
            </a:r>
          </a:p>
          <a:p>
            <a:pPr marL="0" indent="0">
              <a:buNone/>
            </a:pPr>
            <a:r>
              <a:rPr lang="en-US" altLang="zh-TW" sz="2000" dirty="0"/>
              <a:t>console.log(removed);</a:t>
            </a:r>
            <a:endParaRPr lang="zh-TW" altLang="en-US" sz="2000" dirty="0"/>
          </a:p>
        </p:txBody>
      </p:sp>
    </p:spTree>
    <p:extLst>
      <p:ext uri="{BB962C8B-B14F-4D97-AF65-F5344CB8AC3E}">
        <p14:creationId xmlns:p14="http://schemas.microsoft.com/office/powerpoint/2010/main" val="217540009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AECA9A8-1CFD-4203-8EDE-2C8349B1F0CD}"/>
              </a:ext>
            </a:extLst>
          </p:cNvPr>
          <p:cNvSpPr>
            <a:spLocks noGrp="1"/>
          </p:cNvSpPr>
          <p:nvPr>
            <p:ph type="title"/>
          </p:nvPr>
        </p:nvSpPr>
        <p:spPr/>
        <p:txBody>
          <a:bodyPr/>
          <a:lstStyle/>
          <a:p>
            <a:r>
              <a:rPr lang="en-US" altLang="zh-TW" dirty="0"/>
              <a:t>JavaScript Object </a:t>
            </a:r>
            <a:endParaRPr lang="zh-TW" altLang="en-US" dirty="0"/>
          </a:p>
        </p:txBody>
      </p:sp>
      <p:sp>
        <p:nvSpPr>
          <p:cNvPr id="3" name="內容版面配置區 2">
            <a:extLst>
              <a:ext uri="{FF2B5EF4-FFF2-40B4-BE49-F238E27FC236}">
                <a16:creationId xmlns:a16="http://schemas.microsoft.com/office/drawing/2014/main" id="{1DFAB616-193F-41B9-B2BC-41C25D54A9A8}"/>
              </a:ext>
            </a:extLst>
          </p:cNvPr>
          <p:cNvSpPr>
            <a:spLocks noGrp="1"/>
          </p:cNvSpPr>
          <p:nvPr>
            <p:ph idx="1"/>
          </p:nvPr>
        </p:nvSpPr>
        <p:spPr>
          <a:xfrm>
            <a:off x="457200" y="1844674"/>
            <a:ext cx="8229600" cy="4680669"/>
          </a:xfrm>
        </p:spPr>
        <p:txBody>
          <a:bodyPr/>
          <a:lstStyle/>
          <a:p>
            <a:r>
              <a:rPr lang="zh-TW" altLang="en-US" sz="2400" dirty="0"/>
              <a:t>宣告一個物件：</a:t>
            </a:r>
          </a:p>
          <a:p>
            <a:pPr marL="0" indent="0">
              <a:buNone/>
            </a:pPr>
            <a:r>
              <a:rPr lang="en-US" altLang="zh-TW" sz="2400" dirty="0"/>
              <a:t>  var </a:t>
            </a:r>
            <a:r>
              <a:rPr lang="en-US" altLang="zh-TW" sz="2400" dirty="0" err="1"/>
              <a:t>myObj</a:t>
            </a:r>
            <a:r>
              <a:rPr lang="en-US" altLang="zh-TW" sz="2400" dirty="0"/>
              <a:t> = new Object();</a:t>
            </a:r>
          </a:p>
          <a:p>
            <a:r>
              <a:rPr lang="en-US" altLang="zh-TW" sz="2400" dirty="0"/>
              <a:t>{} </a:t>
            </a:r>
            <a:r>
              <a:rPr lang="zh-TW" altLang="en-US" sz="2400" dirty="0"/>
              <a:t>可以宣告一個物件：</a:t>
            </a:r>
          </a:p>
          <a:p>
            <a:pPr marL="0" indent="0">
              <a:buNone/>
            </a:pPr>
            <a:r>
              <a:rPr lang="en-US" altLang="zh-TW" sz="2400" dirty="0"/>
              <a:t>  var </a:t>
            </a:r>
            <a:r>
              <a:rPr lang="en-US" altLang="zh-TW" sz="2400" dirty="0" err="1"/>
              <a:t>myObj</a:t>
            </a:r>
            <a:r>
              <a:rPr lang="en-US" altLang="zh-TW" sz="2400" dirty="0"/>
              <a:t> = {};</a:t>
            </a:r>
          </a:p>
          <a:p>
            <a:pPr>
              <a:buFont typeface="Arial" panose="020B0604020202020204" pitchFamily="34" charset="0"/>
              <a:buChar char="•"/>
            </a:pPr>
            <a:endParaRPr lang="en-US" altLang="zh-TW" sz="2400" dirty="0"/>
          </a:p>
          <a:p>
            <a:pPr>
              <a:buFont typeface="Arial" panose="020B0604020202020204" pitchFamily="34" charset="0"/>
              <a:buChar char="•"/>
            </a:pPr>
            <a:r>
              <a:rPr lang="zh-TW" altLang="en-US" sz="2400" dirty="0"/>
              <a:t>物件的屬性</a:t>
            </a:r>
            <a:endParaRPr lang="en-US" altLang="zh-TW" sz="2400" dirty="0"/>
          </a:p>
          <a:p>
            <a:pPr marL="0" indent="0">
              <a:buNone/>
            </a:pPr>
            <a:r>
              <a:rPr lang="en-US" altLang="zh-TW" sz="2400" dirty="0"/>
              <a:t>  </a:t>
            </a:r>
            <a:r>
              <a:rPr lang="en-US" altLang="zh-TW" sz="2000" dirty="0"/>
              <a:t>var </a:t>
            </a:r>
            <a:r>
              <a:rPr lang="en-US" altLang="zh-TW" sz="2000" dirty="0" err="1"/>
              <a:t>myObj</a:t>
            </a:r>
            <a:r>
              <a:rPr lang="en-US" altLang="zh-TW" sz="2000" dirty="0"/>
              <a:t> = {};</a:t>
            </a:r>
          </a:p>
          <a:p>
            <a:pPr marL="0" indent="0">
              <a:buNone/>
            </a:pPr>
            <a:r>
              <a:rPr lang="en-US" altLang="zh-TW" sz="2000" dirty="0"/>
              <a:t>  // </a:t>
            </a:r>
            <a:r>
              <a:rPr lang="zh-TW" altLang="en-US" sz="2000" dirty="0"/>
              <a:t>建立一個叫 </a:t>
            </a:r>
            <a:r>
              <a:rPr lang="en-US" altLang="zh-TW" sz="2000" dirty="0"/>
              <a:t>color </a:t>
            </a:r>
            <a:r>
              <a:rPr lang="zh-TW" altLang="en-US" sz="2000" dirty="0"/>
              <a:t>的屬性，值是 </a:t>
            </a:r>
            <a:r>
              <a:rPr lang="en-US" altLang="zh-TW" sz="2000" dirty="0"/>
              <a:t>blue</a:t>
            </a:r>
          </a:p>
          <a:p>
            <a:pPr marL="0" indent="0">
              <a:buNone/>
            </a:pPr>
            <a:r>
              <a:rPr lang="en-US" altLang="zh-TW" sz="2000" dirty="0"/>
              <a:t>  </a:t>
            </a:r>
            <a:r>
              <a:rPr lang="en-US" altLang="zh-TW" sz="2000" dirty="0" err="1"/>
              <a:t>myObj.color</a:t>
            </a:r>
            <a:r>
              <a:rPr lang="en-US" altLang="zh-TW" sz="2000" dirty="0"/>
              <a:t> = 'blue’;</a:t>
            </a:r>
          </a:p>
          <a:p>
            <a:pPr marL="0" indent="0">
              <a:buNone/>
            </a:pPr>
            <a:r>
              <a:rPr lang="en-US" altLang="zh-TW" sz="2000" dirty="0"/>
              <a:t>  // </a:t>
            </a:r>
            <a:r>
              <a:rPr lang="zh-TW" altLang="en-US" sz="2000" dirty="0"/>
              <a:t>存取物件屬性</a:t>
            </a:r>
          </a:p>
          <a:p>
            <a:pPr marL="0" indent="0">
              <a:buNone/>
            </a:pPr>
            <a:r>
              <a:rPr lang="en-US" altLang="zh-TW" sz="2000" dirty="0"/>
              <a:t>  var </a:t>
            </a:r>
            <a:r>
              <a:rPr lang="en-US" altLang="zh-TW" sz="2000" dirty="0" err="1"/>
              <a:t>myColor</a:t>
            </a:r>
            <a:r>
              <a:rPr lang="en-US" altLang="zh-TW" sz="2000" dirty="0"/>
              <a:t> = </a:t>
            </a:r>
            <a:r>
              <a:rPr lang="en-US" altLang="zh-TW" sz="2000" dirty="0" err="1"/>
              <a:t>myObj.color</a:t>
            </a:r>
            <a:r>
              <a:rPr lang="en-US" altLang="zh-TW" sz="2000" dirty="0"/>
              <a:t>;</a:t>
            </a:r>
            <a:endParaRPr lang="zh-TW" altLang="en-US" sz="2000" dirty="0"/>
          </a:p>
        </p:txBody>
      </p:sp>
    </p:spTree>
    <p:extLst>
      <p:ext uri="{BB962C8B-B14F-4D97-AF65-F5344CB8AC3E}">
        <p14:creationId xmlns:p14="http://schemas.microsoft.com/office/powerpoint/2010/main" val="274019864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A02BA05-B37D-4D6B-BFDF-13733E1D0B21}"/>
              </a:ext>
            </a:extLst>
          </p:cNvPr>
          <p:cNvSpPr>
            <a:spLocks noGrp="1"/>
          </p:cNvSpPr>
          <p:nvPr>
            <p:ph type="title"/>
          </p:nvPr>
        </p:nvSpPr>
        <p:spPr>
          <a:xfrm>
            <a:off x="457200" y="548680"/>
            <a:ext cx="8229600" cy="792162"/>
          </a:xfrm>
        </p:spPr>
        <p:txBody>
          <a:bodyPr/>
          <a:lstStyle/>
          <a:p>
            <a:r>
              <a:rPr lang="en-US" altLang="zh-TW" dirty="0"/>
              <a:t>JavaScript Object Method</a:t>
            </a:r>
            <a:endParaRPr lang="zh-TW" altLang="en-US" dirty="0"/>
          </a:p>
        </p:txBody>
      </p:sp>
      <p:sp>
        <p:nvSpPr>
          <p:cNvPr id="3" name="內容版面配置區 2">
            <a:extLst>
              <a:ext uri="{FF2B5EF4-FFF2-40B4-BE49-F238E27FC236}">
                <a16:creationId xmlns:a16="http://schemas.microsoft.com/office/drawing/2014/main" id="{F74FF0A1-2585-4BA7-9C40-AC63D1F1662D}"/>
              </a:ext>
            </a:extLst>
          </p:cNvPr>
          <p:cNvSpPr>
            <a:spLocks noGrp="1"/>
          </p:cNvSpPr>
          <p:nvPr>
            <p:ph idx="1"/>
          </p:nvPr>
        </p:nvSpPr>
        <p:spPr>
          <a:xfrm>
            <a:off x="457200" y="1268760"/>
            <a:ext cx="8229600" cy="5328592"/>
          </a:xfrm>
        </p:spPr>
        <p:txBody>
          <a:bodyPr/>
          <a:lstStyle/>
          <a:p>
            <a:pPr marL="0" indent="0">
              <a:buNone/>
            </a:pPr>
            <a:r>
              <a:rPr lang="en-US" altLang="zh-TW" sz="2000" dirty="0"/>
              <a:t>var user = {</a:t>
            </a:r>
          </a:p>
          <a:p>
            <a:pPr marL="0" indent="0">
              <a:buNone/>
            </a:pPr>
            <a:r>
              <a:rPr lang="en-US" altLang="zh-TW" sz="2000" dirty="0"/>
              <a:t>    </a:t>
            </a:r>
            <a:r>
              <a:rPr lang="en-US" altLang="zh-TW" sz="2000" dirty="0" err="1"/>
              <a:t>firstName</a:t>
            </a:r>
            <a:r>
              <a:rPr lang="en-US" altLang="zh-TW" sz="2000" dirty="0"/>
              <a:t>: 'Mary',</a:t>
            </a:r>
          </a:p>
          <a:p>
            <a:pPr marL="0" indent="0">
              <a:buNone/>
            </a:pPr>
            <a:r>
              <a:rPr lang="en-US" altLang="zh-TW" sz="2000" dirty="0"/>
              <a:t>    </a:t>
            </a:r>
            <a:r>
              <a:rPr lang="en-US" altLang="zh-TW" sz="2000" dirty="0" err="1"/>
              <a:t>lastName</a:t>
            </a:r>
            <a:r>
              <a:rPr lang="en-US" altLang="zh-TW" sz="2000" dirty="0"/>
              <a:t>: 'Lee',</a:t>
            </a:r>
          </a:p>
          <a:p>
            <a:pPr marL="0" indent="0">
              <a:buNone/>
            </a:pPr>
            <a:r>
              <a:rPr lang="en-US" altLang="zh-TW" sz="2000" dirty="0"/>
              <a:t>    age: 30,</a:t>
            </a:r>
          </a:p>
          <a:p>
            <a:pPr marL="0" indent="0">
              <a:buNone/>
            </a:pPr>
            <a:r>
              <a:rPr lang="en-US" altLang="zh-TW" sz="2000" dirty="0"/>
              <a:t>    </a:t>
            </a:r>
            <a:r>
              <a:rPr lang="en-US" altLang="zh-TW" sz="2000" dirty="0" err="1"/>
              <a:t>fullName</a:t>
            </a:r>
            <a:r>
              <a:rPr lang="en-US" altLang="zh-TW" sz="2000" dirty="0"/>
              <a:t>: function() {</a:t>
            </a:r>
          </a:p>
          <a:p>
            <a:pPr marL="0" indent="0">
              <a:buNone/>
            </a:pPr>
            <a:r>
              <a:rPr lang="en-US" altLang="zh-TW" sz="2000" dirty="0"/>
              <a:t>        return </a:t>
            </a:r>
            <a:r>
              <a:rPr lang="en-US" altLang="zh-TW" sz="2000" dirty="0" err="1"/>
              <a:t>this.firstName</a:t>
            </a:r>
            <a:r>
              <a:rPr lang="en-US" altLang="zh-TW" sz="2000" dirty="0"/>
              <a:t> + ' ' + </a:t>
            </a:r>
            <a:r>
              <a:rPr lang="en-US" altLang="zh-TW" sz="2000" dirty="0" err="1"/>
              <a:t>this.lastName</a:t>
            </a:r>
            <a:r>
              <a:rPr lang="en-US" altLang="zh-TW" sz="2000" dirty="0"/>
              <a:t>;</a:t>
            </a:r>
          </a:p>
          <a:p>
            <a:pPr marL="0" indent="0">
              <a:buNone/>
            </a:pPr>
            <a:r>
              <a:rPr lang="en-US" altLang="zh-TW" sz="2000" dirty="0"/>
              <a:t>    }</a:t>
            </a:r>
          </a:p>
          <a:p>
            <a:pPr marL="0" indent="0">
              <a:buNone/>
            </a:pPr>
            <a:r>
              <a:rPr lang="en-US" altLang="zh-TW" sz="2000" dirty="0"/>
              <a:t>}</a:t>
            </a:r>
          </a:p>
          <a:p>
            <a:pPr marL="0" indent="0">
              <a:buNone/>
            </a:pPr>
            <a:endParaRPr lang="en-US" altLang="zh-TW" sz="2000" dirty="0"/>
          </a:p>
          <a:p>
            <a:pPr marL="0" indent="0">
              <a:buNone/>
            </a:pPr>
            <a:r>
              <a:rPr lang="en-US" altLang="zh-TW" sz="2000" dirty="0"/>
              <a:t>// name = 'Mary Lee'</a:t>
            </a:r>
          </a:p>
          <a:p>
            <a:pPr marL="0" indent="0">
              <a:buNone/>
            </a:pPr>
            <a:r>
              <a:rPr lang="en-US" altLang="zh-TW" sz="2000" dirty="0"/>
              <a:t>var name = </a:t>
            </a:r>
            <a:r>
              <a:rPr lang="en-US" altLang="zh-TW" sz="2000" dirty="0" err="1"/>
              <a:t>user.fullName</a:t>
            </a:r>
            <a:r>
              <a:rPr lang="en-US" altLang="zh-TW" sz="2000" dirty="0"/>
              <a:t>();</a:t>
            </a:r>
            <a:endParaRPr lang="zh-TW" altLang="en-US" sz="2000" dirty="0"/>
          </a:p>
        </p:txBody>
      </p:sp>
    </p:spTree>
    <p:extLst>
      <p:ext uri="{BB962C8B-B14F-4D97-AF65-F5344CB8AC3E}">
        <p14:creationId xmlns:p14="http://schemas.microsoft.com/office/powerpoint/2010/main" val="4326121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1C09DF4-6066-4BD0-B233-E5D7113983A5}"/>
              </a:ext>
            </a:extLst>
          </p:cNvPr>
          <p:cNvSpPr>
            <a:spLocks noGrp="1"/>
          </p:cNvSpPr>
          <p:nvPr>
            <p:ph type="title"/>
          </p:nvPr>
        </p:nvSpPr>
        <p:spPr>
          <a:xfrm>
            <a:off x="539552" y="548680"/>
            <a:ext cx="8229600" cy="792162"/>
          </a:xfrm>
        </p:spPr>
        <p:txBody>
          <a:bodyPr/>
          <a:lstStyle/>
          <a:p>
            <a:r>
              <a:rPr lang="en-US" altLang="zh-TW" dirty="0"/>
              <a:t>JavaScript BOM</a:t>
            </a:r>
            <a:endParaRPr lang="zh-TW" altLang="en-US" dirty="0"/>
          </a:p>
        </p:txBody>
      </p:sp>
      <p:sp>
        <p:nvSpPr>
          <p:cNvPr id="3" name="內容版面配置區 2">
            <a:extLst>
              <a:ext uri="{FF2B5EF4-FFF2-40B4-BE49-F238E27FC236}">
                <a16:creationId xmlns:a16="http://schemas.microsoft.com/office/drawing/2014/main" id="{24C16786-5D0C-4792-A54D-6742FB747D05}"/>
              </a:ext>
            </a:extLst>
          </p:cNvPr>
          <p:cNvSpPr>
            <a:spLocks noGrp="1"/>
          </p:cNvSpPr>
          <p:nvPr>
            <p:ph idx="1"/>
          </p:nvPr>
        </p:nvSpPr>
        <p:spPr>
          <a:xfrm>
            <a:off x="251520" y="1556792"/>
            <a:ext cx="8640960" cy="4896543"/>
          </a:xfrm>
        </p:spPr>
        <p:txBody>
          <a:bodyPr/>
          <a:lstStyle/>
          <a:p>
            <a:r>
              <a:rPr lang="zh-TW" altLang="en-US" sz="2400" dirty="0"/>
              <a:t>瀏覽器物件模型</a:t>
            </a:r>
            <a:r>
              <a:rPr lang="en-US" altLang="zh-TW" sz="2400" dirty="0"/>
              <a:t>(BOM-Browser Object Model)</a:t>
            </a:r>
          </a:p>
          <a:p>
            <a:pPr marL="0" indent="0">
              <a:buNone/>
            </a:pPr>
            <a:r>
              <a:rPr lang="en-US" altLang="zh-TW" sz="2400" dirty="0"/>
              <a:t>window: </a:t>
            </a:r>
            <a:r>
              <a:rPr lang="zh-TW" altLang="en-US" sz="2400" dirty="0"/>
              <a:t>讓你可以存取操作瀏覽器視窗</a:t>
            </a:r>
          </a:p>
          <a:p>
            <a:pPr marL="0" indent="0">
              <a:buNone/>
            </a:pPr>
            <a:r>
              <a:rPr lang="en-US" altLang="zh-TW" sz="2400" dirty="0"/>
              <a:t>location: </a:t>
            </a:r>
            <a:r>
              <a:rPr lang="zh-TW" altLang="en-US" sz="2400" dirty="0"/>
              <a:t>讓你可以存取操作頁面的網址 </a:t>
            </a:r>
            <a:r>
              <a:rPr lang="en-US" altLang="zh-TW" sz="2400" dirty="0"/>
              <a:t>(URL)</a:t>
            </a:r>
          </a:p>
          <a:p>
            <a:pPr marL="0" indent="0">
              <a:buNone/>
            </a:pPr>
            <a:r>
              <a:rPr lang="en-US" altLang="zh-TW" sz="2400" dirty="0"/>
              <a:t>Timer: </a:t>
            </a:r>
            <a:r>
              <a:rPr lang="zh-TW" altLang="en-US" sz="2400" dirty="0"/>
              <a:t>讓你可以使用瀏覽器內建的計時器</a:t>
            </a:r>
          </a:p>
          <a:p>
            <a:pPr marL="0" indent="0">
              <a:buNone/>
            </a:pPr>
            <a:r>
              <a:rPr lang="en-US" altLang="zh-TW" sz="2400" dirty="0"/>
              <a:t>cookie: </a:t>
            </a:r>
            <a:r>
              <a:rPr lang="zh-TW" altLang="en-US" sz="2400" dirty="0"/>
              <a:t>讓你可以管理瀏覽器的 </a:t>
            </a:r>
            <a:r>
              <a:rPr lang="en-US" altLang="zh-TW" sz="2400" dirty="0"/>
              <a:t>cookie</a:t>
            </a:r>
            <a:endParaRPr lang="zh-TW" altLang="en-US" sz="2400" dirty="0"/>
          </a:p>
        </p:txBody>
      </p:sp>
    </p:spTree>
    <p:extLst>
      <p:ext uri="{BB962C8B-B14F-4D97-AF65-F5344CB8AC3E}">
        <p14:creationId xmlns:p14="http://schemas.microsoft.com/office/powerpoint/2010/main" val="307107123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954657D-0D9D-43C7-A432-1255F1F6635D}"/>
              </a:ext>
            </a:extLst>
          </p:cNvPr>
          <p:cNvSpPr>
            <a:spLocks noGrp="1"/>
          </p:cNvSpPr>
          <p:nvPr>
            <p:ph type="title"/>
          </p:nvPr>
        </p:nvSpPr>
        <p:spPr>
          <a:xfrm>
            <a:off x="827584" y="731837"/>
            <a:ext cx="7704856" cy="792162"/>
          </a:xfrm>
        </p:spPr>
        <p:txBody>
          <a:bodyPr/>
          <a:lstStyle/>
          <a:p>
            <a:r>
              <a:rPr lang="en-US" altLang="zh-TW" sz="4000" dirty="0"/>
              <a:t>Window</a:t>
            </a:r>
            <a:r>
              <a:rPr lang="zh-TW" altLang="en-US" sz="4000" dirty="0"/>
              <a:t>物件</a:t>
            </a:r>
            <a:endParaRPr lang="zh-TW" altLang="en-US" dirty="0"/>
          </a:p>
        </p:txBody>
      </p:sp>
      <p:sp>
        <p:nvSpPr>
          <p:cNvPr id="3" name="內容版面配置區 2">
            <a:extLst>
              <a:ext uri="{FF2B5EF4-FFF2-40B4-BE49-F238E27FC236}">
                <a16:creationId xmlns:a16="http://schemas.microsoft.com/office/drawing/2014/main" id="{BE79ED68-4C08-4D36-8211-285A1A34EC41}"/>
              </a:ext>
            </a:extLst>
          </p:cNvPr>
          <p:cNvSpPr>
            <a:spLocks noGrp="1"/>
          </p:cNvSpPr>
          <p:nvPr>
            <p:ph idx="1"/>
          </p:nvPr>
        </p:nvSpPr>
        <p:spPr/>
        <p:txBody>
          <a:bodyPr/>
          <a:lstStyle/>
          <a:p>
            <a:pPr marL="0" indent="0">
              <a:buNone/>
            </a:pPr>
            <a:r>
              <a:rPr lang="en-US" altLang="zh-TW" sz="2800" dirty="0"/>
              <a:t>var </a:t>
            </a:r>
            <a:r>
              <a:rPr lang="en-US" altLang="zh-TW" sz="2800" dirty="0" err="1"/>
              <a:t>windowObj</a:t>
            </a:r>
            <a:r>
              <a:rPr lang="en-US" altLang="zh-TW" sz="2800" dirty="0"/>
              <a:t>= </a:t>
            </a:r>
            <a:r>
              <a:rPr lang="en-US" altLang="zh-TW" sz="2800" dirty="0" err="1"/>
              <a:t>window.open</a:t>
            </a:r>
            <a:r>
              <a:rPr lang="en-US" altLang="zh-TW" sz="2800" dirty="0"/>
              <a:t>(</a:t>
            </a:r>
          </a:p>
          <a:p>
            <a:pPr marL="0" indent="0">
              <a:buNone/>
            </a:pPr>
            <a:r>
              <a:rPr lang="en-US" altLang="zh-TW" sz="2800" dirty="0"/>
              <a:t>    'http://tw.yahoo.com/',</a:t>
            </a:r>
          </a:p>
          <a:p>
            <a:pPr marL="0" indent="0">
              <a:buNone/>
            </a:pPr>
            <a:r>
              <a:rPr lang="en-US" altLang="zh-TW" sz="2800" dirty="0"/>
              <a:t>    'yahoo’,</a:t>
            </a:r>
          </a:p>
          <a:p>
            <a:pPr marL="0" indent="0">
              <a:buNone/>
            </a:pPr>
            <a:r>
              <a:rPr lang="en-US" altLang="zh-TW" sz="2800" dirty="0"/>
              <a:t>    'width=800,height=600,</a:t>
            </a:r>
          </a:p>
          <a:p>
            <a:pPr marL="0" indent="0">
              <a:buNone/>
            </a:pPr>
            <a:r>
              <a:rPr lang="en-US" altLang="zh-TW" sz="2800" dirty="0"/>
              <a:t>     resizable=</a:t>
            </a:r>
            <a:r>
              <a:rPr lang="en-US" altLang="zh-TW" sz="2800" dirty="0" err="1"/>
              <a:t>no,scrollbars</a:t>
            </a:r>
            <a:r>
              <a:rPr lang="en-US" altLang="zh-TW" sz="2800" dirty="0"/>
              <a:t>=yes,</a:t>
            </a:r>
          </a:p>
          <a:p>
            <a:pPr marL="0" indent="0">
              <a:buNone/>
            </a:pPr>
            <a:r>
              <a:rPr lang="en-US" altLang="zh-TW" sz="2800" dirty="0"/>
              <a:t>     status=</a:t>
            </a:r>
            <a:r>
              <a:rPr lang="en-US" altLang="zh-TW" sz="2800" dirty="0" err="1"/>
              <a:t>no,location</a:t>
            </a:r>
            <a:r>
              <a:rPr lang="en-US" altLang="zh-TW" sz="2800" dirty="0"/>
              <a:t>=no'</a:t>
            </a:r>
          </a:p>
          <a:p>
            <a:pPr marL="0" indent="0">
              <a:buNone/>
            </a:pPr>
            <a:r>
              <a:rPr lang="en-US" altLang="zh-TW" sz="2800" dirty="0"/>
              <a:t>);</a:t>
            </a:r>
            <a:endParaRPr lang="zh-TW" altLang="en-US" sz="2800" dirty="0"/>
          </a:p>
        </p:txBody>
      </p:sp>
    </p:spTree>
    <p:extLst>
      <p:ext uri="{BB962C8B-B14F-4D97-AF65-F5344CB8AC3E}">
        <p14:creationId xmlns:p14="http://schemas.microsoft.com/office/powerpoint/2010/main" val="250911432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3D3547F-DAC8-4645-BD21-FF1E387A9621}"/>
              </a:ext>
            </a:extLst>
          </p:cNvPr>
          <p:cNvSpPr>
            <a:spLocks noGrp="1"/>
          </p:cNvSpPr>
          <p:nvPr>
            <p:ph type="title"/>
          </p:nvPr>
        </p:nvSpPr>
        <p:spPr>
          <a:xfrm>
            <a:off x="457200" y="731837"/>
            <a:ext cx="8229600" cy="792162"/>
          </a:xfrm>
        </p:spPr>
        <p:txBody>
          <a:bodyPr/>
          <a:lstStyle/>
          <a:p>
            <a:r>
              <a:rPr lang="en-US" altLang="zh-TW" sz="4000" dirty="0"/>
              <a:t>Location</a:t>
            </a:r>
            <a:r>
              <a:rPr lang="zh-TW" altLang="en-US" sz="4000" dirty="0"/>
              <a:t>物件</a:t>
            </a:r>
            <a:endParaRPr lang="zh-TW" altLang="en-US" dirty="0"/>
          </a:p>
        </p:txBody>
      </p:sp>
      <p:sp>
        <p:nvSpPr>
          <p:cNvPr id="3" name="內容版面配置區 2">
            <a:extLst>
              <a:ext uri="{FF2B5EF4-FFF2-40B4-BE49-F238E27FC236}">
                <a16:creationId xmlns:a16="http://schemas.microsoft.com/office/drawing/2014/main" id="{FA7223DB-C508-496B-BF2A-EFC713067EB7}"/>
              </a:ext>
            </a:extLst>
          </p:cNvPr>
          <p:cNvSpPr>
            <a:spLocks noGrp="1"/>
          </p:cNvSpPr>
          <p:nvPr>
            <p:ph idx="1"/>
          </p:nvPr>
        </p:nvSpPr>
        <p:spPr>
          <a:xfrm>
            <a:off x="107504" y="1547280"/>
            <a:ext cx="8856983" cy="4281488"/>
          </a:xfrm>
        </p:spPr>
        <p:txBody>
          <a:bodyPr/>
          <a:lstStyle/>
          <a:p>
            <a:r>
              <a:rPr lang="en-US" altLang="zh-TW" dirty="0" err="1"/>
              <a:t>location.href</a:t>
            </a:r>
            <a:endParaRPr lang="en-US" altLang="zh-TW" dirty="0"/>
          </a:p>
          <a:p>
            <a:pPr marL="0" indent="0">
              <a:buNone/>
            </a:pPr>
            <a:r>
              <a:rPr lang="en-US" altLang="zh-TW" sz="2800" dirty="0"/>
              <a:t>// </a:t>
            </a:r>
            <a:r>
              <a:rPr lang="zh-TW" altLang="en-US" sz="2800" dirty="0"/>
              <a:t>切換到另一個網站</a:t>
            </a:r>
          </a:p>
          <a:p>
            <a:pPr marL="0" indent="0">
              <a:buNone/>
            </a:pPr>
            <a:r>
              <a:rPr lang="en-US" altLang="zh-TW" sz="2800" dirty="0" err="1"/>
              <a:t>location.href</a:t>
            </a:r>
            <a:r>
              <a:rPr lang="en-US" altLang="zh-TW" sz="2800" dirty="0"/>
              <a:t> = 'https://www.google.com/';</a:t>
            </a:r>
          </a:p>
          <a:p>
            <a:pPr>
              <a:buFont typeface="Arial" panose="020B0604020202020204" pitchFamily="34" charset="0"/>
              <a:buChar char="•"/>
            </a:pPr>
            <a:r>
              <a:rPr lang="zh-TW" altLang="en-US" sz="2800" dirty="0"/>
              <a:t>取得當前網頁的網址路徑 </a:t>
            </a:r>
            <a:r>
              <a:rPr lang="en-US" altLang="zh-TW" sz="2800" dirty="0" err="1"/>
              <a:t>location.pathname</a:t>
            </a:r>
            <a:endParaRPr lang="zh-TW" altLang="en-US" sz="2800" dirty="0"/>
          </a:p>
        </p:txBody>
      </p:sp>
    </p:spTree>
    <p:extLst>
      <p:ext uri="{BB962C8B-B14F-4D97-AF65-F5344CB8AC3E}">
        <p14:creationId xmlns:p14="http://schemas.microsoft.com/office/powerpoint/2010/main" val="27600534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598AD93-DAE5-4486-8894-31BE74E8DDDC}"/>
              </a:ext>
            </a:extLst>
          </p:cNvPr>
          <p:cNvSpPr>
            <a:spLocks noGrp="1"/>
          </p:cNvSpPr>
          <p:nvPr>
            <p:ph type="title"/>
          </p:nvPr>
        </p:nvSpPr>
        <p:spPr>
          <a:xfrm>
            <a:off x="611560" y="548680"/>
            <a:ext cx="8229600" cy="792162"/>
          </a:xfrm>
        </p:spPr>
        <p:txBody>
          <a:bodyPr/>
          <a:lstStyle/>
          <a:p>
            <a:r>
              <a:rPr lang="en-US" altLang="zh-TW" sz="4000" dirty="0"/>
              <a:t>Timer</a:t>
            </a:r>
            <a:r>
              <a:rPr lang="zh-TW" altLang="en-US" sz="4000" dirty="0"/>
              <a:t>物件</a:t>
            </a:r>
            <a:endParaRPr lang="zh-TW" altLang="en-US" dirty="0"/>
          </a:p>
        </p:txBody>
      </p:sp>
      <p:sp>
        <p:nvSpPr>
          <p:cNvPr id="3" name="內容版面配置區 2">
            <a:extLst>
              <a:ext uri="{FF2B5EF4-FFF2-40B4-BE49-F238E27FC236}">
                <a16:creationId xmlns:a16="http://schemas.microsoft.com/office/drawing/2014/main" id="{9392B8F8-48C3-450A-ADFD-91885170478B}"/>
              </a:ext>
            </a:extLst>
          </p:cNvPr>
          <p:cNvSpPr>
            <a:spLocks noGrp="1"/>
          </p:cNvSpPr>
          <p:nvPr>
            <p:ph idx="1"/>
          </p:nvPr>
        </p:nvSpPr>
        <p:spPr>
          <a:xfrm>
            <a:off x="611560" y="1412776"/>
            <a:ext cx="8229600" cy="4281488"/>
          </a:xfrm>
        </p:spPr>
        <p:txBody>
          <a:bodyPr/>
          <a:lstStyle/>
          <a:p>
            <a:r>
              <a:rPr lang="en-US" altLang="zh-TW" sz="2400" dirty="0" err="1">
                <a:latin typeface="微軟正黑體" panose="020B0604030504040204" pitchFamily="34" charset="-120"/>
                <a:ea typeface="微軟正黑體" panose="020B0604030504040204" pitchFamily="34" charset="-120"/>
              </a:rPr>
              <a:t>setTimeout</a:t>
            </a:r>
            <a:r>
              <a:rPr lang="en-US" altLang="zh-TW" sz="2400" dirty="0">
                <a:latin typeface="微軟正黑體" panose="020B0604030504040204" pitchFamily="34" charset="-120"/>
                <a:ea typeface="微軟正黑體" panose="020B0604030504040204" pitchFamily="34" charset="-120"/>
              </a:rPr>
              <a:t>() </a:t>
            </a:r>
            <a:r>
              <a:rPr lang="zh-TW" altLang="en-US" sz="2400" dirty="0">
                <a:latin typeface="微軟正黑體" panose="020B0604030504040204" pitchFamily="34" charset="-120"/>
                <a:ea typeface="微軟正黑體" panose="020B0604030504040204" pitchFamily="34" charset="-120"/>
              </a:rPr>
              <a:t>用來設定一段時間過後，自動執行某個函數 </a:t>
            </a:r>
            <a:r>
              <a:rPr lang="en-US" altLang="zh-TW" sz="2400" dirty="0">
                <a:latin typeface="微軟正黑體" panose="020B0604030504040204" pitchFamily="34" charset="-120"/>
                <a:ea typeface="微軟正黑體" panose="020B0604030504040204" pitchFamily="34" charset="-120"/>
              </a:rPr>
              <a:t>(callback)</a:t>
            </a:r>
            <a:r>
              <a:rPr lang="zh-TW" altLang="en-US" sz="2400" dirty="0">
                <a:latin typeface="微軟正黑體" panose="020B0604030504040204" pitchFamily="34" charset="-120"/>
                <a:ea typeface="微軟正黑體" panose="020B0604030504040204" pitchFamily="34" charset="-120"/>
              </a:rPr>
              <a:t>，這計時器只會執行一次就停止</a:t>
            </a:r>
            <a:endParaRPr lang="en-US" altLang="zh-TW" sz="2400" dirty="0">
              <a:latin typeface="微軟正黑體" panose="020B0604030504040204" pitchFamily="34" charset="-120"/>
              <a:ea typeface="微軟正黑體" panose="020B0604030504040204" pitchFamily="34" charset="-120"/>
            </a:endParaRPr>
          </a:p>
          <a:p>
            <a:r>
              <a:rPr lang="en-US" altLang="zh-TW" sz="2400" dirty="0" err="1">
                <a:latin typeface="微軟正黑體" panose="020B0604030504040204" pitchFamily="34" charset="-120"/>
                <a:ea typeface="微軟正黑體" panose="020B0604030504040204" pitchFamily="34" charset="-120"/>
              </a:rPr>
              <a:t>setInterval</a:t>
            </a:r>
            <a:r>
              <a:rPr lang="en-US" altLang="zh-TW" sz="2400" dirty="0">
                <a:latin typeface="微軟正黑體" panose="020B0604030504040204" pitchFamily="34" charset="-120"/>
                <a:ea typeface="微軟正黑體" panose="020B0604030504040204" pitchFamily="34" charset="-120"/>
              </a:rPr>
              <a:t>() </a:t>
            </a:r>
            <a:r>
              <a:rPr lang="zh-TW" altLang="en-US" sz="2400" dirty="0">
                <a:latin typeface="微軟正黑體" panose="020B0604030504040204" pitchFamily="34" charset="-120"/>
                <a:ea typeface="微軟正黑體" panose="020B0604030504040204" pitchFamily="34" charset="-120"/>
              </a:rPr>
              <a:t>用來設定每過一段時間，就自動執行某個函數 </a:t>
            </a:r>
            <a:r>
              <a:rPr lang="en-US" altLang="zh-TW" sz="2400" dirty="0">
                <a:latin typeface="微軟正黑體" panose="020B0604030504040204" pitchFamily="34" charset="-120"/>
                <a:ea typeface="微軟正黑體" panose="020B0604030504040204" pitchFamily="34" charset="-120"/>
              </a:rPr>
              <a:t>(callback)</a:t>
            </a:r>
            <a:r>
              <a:rPr lang="zh-TW" altLang="en-US" sz="2400" dirty="0">
                <a:latin typeface="微軟正黑體" panose="020B0604030504040204" pitchFamily="34" charset="-120"/>
                <a:ea typeface="微軟正黑體" panose="020B0604030504040204" pitchFamily="34" charset="-120"/>
              </a:rPr>
              <a:t>，這計時器會永遠一直執行下去</a:t>
            </a:r>
            <a:endParaRPr lang="en-US" altLang="zh-TW" sz="2400" dirty="0">
              <a:latin typeface="微軟正黑體" panose="020B0604030504040204" pitchFamily="34" charset="-120"/>
              <a:ea typeface="微軟正黑體" panose="020B0604030504040204" pitchFamily="34" charset="-120"/>
            </a:endParaRPr>
          </a:p>
          <a:p>
            <a:r>
              <a:rPr lang="en-US" altLang="zh-TW" sz="2400" dirty="0" err="1">
                <a:latin typeface="微軟正黑體" panose="020B0604030504040204" pitchFamily="34" charset="-120"/>
                <a:ea typeface="微軟正黑體" panose="020B0604030504040204" pitchFamily="34" charset="-120"/>
              </a:rPr>
              <a:t>clearInterval</a:t>
            </a:r>
            <a:r>
              <a:rPr lang="en-US" altLang="zh-TW" sz="2400" dirty="0">
                <a:latin typeface="微軟正黑體" panose="020B0604030504040204" pitchFamily="34" charset="-120"/>
                <a:ea typeface="微軟正黑體" panose="020B0604030504040204" pitchFamily="34" charset="-120"/>
              </a:rPr>
              <a:t>()</a:t>
            </a:r>
            <a:r>
              <a:rPr lang="zh-TW" altLang="en-US" sz="2400" dirty="0">
                <a:latin typeface="微軟正黑體" panose="020B0604030504040204" pitchFamily="34" charset="-120"/>
                <a:ea typeface="微軟正黑體" panose="020B0604030504040204" pitchFamily="34" charset="-120"/>
              </a:rPr>
              <a:t> 取消 </a:t>
            </a:r>
            <a:r>
              <a:rPr lang="en-US" altLang="zh-TW" sz="2400" dirty="0" err="1">
                <a:latin typeface="微軟正黑體" panose="020B0604030504040204" pitchFamily="34" charset="-120"/>
                <a:ea typeface="微軟正黑體" panose="020B0604030504040204" pitchFamily="34" charset="-120"/>
              </a:rPr>
              <a:t>setInterval</a:t>
            </a:r>
            <a:r>
              <a:rPr lang="en-US" altLang="zh-TW" sz="2400" dirty="0">
                <a:latin typeface="微軟正黑體" panose="020B0604030504040204" pitchFamily="34" charset="-120"/>
                <a:ea typeface="微軟正黑體" panose="020B0604030504040204" pitchFamily="34" charset="-120"/>
              </a:rPr>
              <a:t>()</a:t>
            </a:r>
            <a:endParaRPr lang="zh-TW" altLang="en-US" sz="2400" dirty="0">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131908658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598AD93-DAE5-4486-8894-31BE74E8DDDC}"/>
              </a:ext>
            </a:extLst>
          </p:cNvPr>
          <p:cNvSpPr>
            <a:spLocks noGrp="1"/>
          </p:cNvSpPr>
          <p:nvPr>
            <p:ph type="title"/>
          </p:nvPr>
        </p:nvSpPr>
        <p:spPr>
          <a:xfrm>
            <a:off x="611560" y="548680"/>
            <a:ext cx="8229600" cy="792162"/>
          </a:xfrm>
        </p:spPr>
        <p:txBody>
          <a:bodyPr/>
          <a:lstStyle/>
          <a:p>
            <a:r>
              <a:rPr lang="en-US" altLang="zh-TW" sz="4000" dirty="0"/>
              <a:t>Timer</a:t>
            </a:r>
            <a:r>
              <a:rPr lang="zh-TW" altLang="en-US" sz="4000" dirty="0"/>
              <a:t>物件範例</a:t>
            </a:r>
            <a:endParaRPr lang="zh-TW" altLang="en-US" dirty="0"/>
          </a:p>
        </p:txBody>
      </p:sp>
      <p:sp>
        <p:nvSpPr>
          <p:cNvPr id="3" name="內容版面配置區 2">
            <a:extLst>
              <a:ext uri="{FF2B5EF4-FFF2-40B4-BE49-F238E27FC236}">
                <a16:creationId xmlns:a16="http://schemas.microsoft.com/office/drawing/2014/main" id="{9392B8F8-48C3-450A-ADFD-91885170478B}"/>
              </a:ext>
            </a:extLst>
          </p:cNvPr>
          <p:cNvSpPr>
            <a:spLocks noGrp="1"/>
          </p:cNvSpPr>
          <p:nvPr>
            <p:ph idx="1"/>
          </p:nvPr>
        </p:nvSpPr>
        <p:spPr>
          <a:xfrm>
            <a:off x="611560" y="1412776"/>
            <a:ext cx="8229600" cy="4281488"/>
          </a:xfrm>
        </p:spPr>
        <p:txBody>
          <a:bodyPr/>
          <a:lstStyle/>
          <a:p>
            <a:pPr marL="0" indent="0">
              <a:buNone/>
            </a:pPr>
            <a:r>
              <a:rPr lang="en-US" altLang="zh-TW" sz="2400" dirty="0">
                <a:latin typeface="微軟正黑體" panose="020B0604030504040204" pitchFamily="34" charset="-120"/>
                <a:ea typeface="微軟正黑體" panose="020B0604030504040204" pitchFamily="34" charset="-120"/>
              </a:rPr>
              <a:t>var </a:t>
            </a:r>
            <a:r>
              <a:rPr lang="en-US" altLang="zh-TW" sz="2400" dirty="0" err="1">
                <a:latin typeface="微軟正黑體" panose="020B0604030504040204" pitchFamily="34" charset="-120"/>
                <a:ea typeface="微軟正黑體" panose="020B0604030504040204" pitchFamily="34" charset="-120"/>
              </a:rPr>
              <a:t>timeoutID</a:t>
            </a:r>
            <a:r>
              <a:rPr lang="en-US" altLang="zh-TW" sz="2400" dirty="0">
                <a:latin typeface="微軟正黑體" panose="020B0604030504040204" pitchFamily="34" charset="-120"/>
                <a:ea typeface="微軟正黑體" panose="020B0604030504040204" pitchFamily="34" charset="-120"/>
              </a:rPr>
              <a:t> = </a:t>
            </a:r>
            <a:r>
              <a:rPr lang="en-US" altLang="zh-TW" sz="2400" dirty="0" err="1">
                <a:latin typeface="微軟正黑體" panose="020B0604030504040204" pitchFamily="34" charset="-120"/>
                <a:ea typeface="微軟正黑體" panose="020B0604030504040204" pitchFamily="34" charset="-120"/>
              </a:rPr>
              <a:t>window.setTimeout</a:t>
            </a:r>
            <a:r>
              <a:rPr lang="en-US" altLang="zh-TW" sz="2400" dirty="0">
                <a:latin typeface="微軟正黑體" panose="020B0604030504040204" pitchFamily="34" charset="-120"/>
                <a:ea typeface="微軟正黑體" panose="020B0604030504040204" pitchFamily="34" charset="-120"/>
              </a:rPr>
              <a:t>(</a:t>
            </a:r>
            <a:r>
              <a:rPr lang="en-US" altLang="zh-TW" sz="2400" dirty="0" err="1">
                <a:latin typeface="微軟正黑體" panose="020B0604030504040204" pitchFamily="34" charset="-120"/>
                <a:ea typeface="微軟正黑體" panose="020B0604030504040204" pitchFamily="34" charset="-120"/>
              </a:rPr>
              <a:t>myAlert</a:t>
            </a:r>
            <a:r>
              <a:rPr lang="en-US" altLang="zh-TW" sz="2400" dirty="0">
                <a:latin typeface="微軟正黑體" panose="020B0604030504040204" pitchFamily="34" charset="-120"/>
                <a:ea typeface="微軟正黑體" panose="020B0604030504040204" pitchFamily="34" charset="-120"/>
              </a:rPr>
              <a:t>, 5000);</a:t>
            </a:r>
          </a:p>
          <a:p>
            <a:pPr marL="0" indent="0">
              <a:buNone/>
            </a:pPr>
            <a:r>
              <a:rPr lang="en-US" altLang="zh-TW" sz="2400" dirty="0">
                <a:latin typeface="微軟正黑體" panose="020B0604030504040204" pitchFamily="34" charset="-120"/>
                <a:ea typeface="微軟正黑體" panose="020B0604030504040204" pitchFamily="34" charset="-120"/>
              </a:rPr>
              <a:t>function </a:t>
            </a:r>
            <a:r>
              <a:rPr lang="en-US" altLang="zh-TW" sz="2400" dirty="0" err="1">
                <a:latin typeface="微軟正黑體" panose="020B0604030504040204" pitchFamily="34" charset="-120"/>
                <a:ea typeface="微軟正黑體" panose="020B0604030504040204" pitchFamily="34" charset="-120"/>
              </a:rPr>
              <a:t>myAlert</a:t>
            </a:r>
            <a:r>
              <a:rPr lang="en-US" altLang="zh-TW" sz="2400" dirty="0">
                <a:latin typeface="微軟正黑體" panose="020B0604030504040204" pitchFamily="34" charset="-120"/>
                <a:ea typeface="微軟正黑體" panose="020B0604030504040204" pitchFamily="34" charset="-120"/>
              </a:rPr>
              <a:t>() {</a:t>
            </a:r>
          </a:p>
          <a:p>
            <a:pPr marL="0" indent="0">
              <a:buNone/>
            </a:pPr>
            <a:r>
              <a:rPr lang="en-US" altLang="zh-TW" sz="2400" dirty="0">
                <a:latin typeface="微軟正黑體" panose="020B0604030504040204" pitchFamily="34" charset="-120"/>
                <a:ea typeface="微軟正黑體" panose="020B0604030504040204" pitchFamily="34" charset="-120"/>
              </a:rPr>
              <a:t>    alert('</a:t>
            </a:r>
            <a:r>
              <a:rPr lang="zh-TW" altLang="en-US" sz="2400" dirty="0">
                <a:latin typeface="微軟正黑體" panose="020B0604030504040204" pitchFamily="34" charset="-120"/>
                <a:ea typeface="微軟正黑體" panose="020B0604030504040204" pitchFamily="34" charset="-120"/>
              </a:rPr>
              <a:t>五秒鐘到了！</a:t>
            </a:r>
            <a:r>
              <a:rPr lang="en-US" altLang="zh-TW" sz="2400" dirty="0">
                <a:latin typeface="微軟正黑體" panose="020B0604030504040204" pitchFamily="34" charset="-120"/>
                <a:ea typeface="微軟正黑體" panose="020B0604030504040204" pitchFamily="34" charset="-120"/>
              </a:rPr>
              <a:t>');</a:t>
            </a:r>
          </a:p>
          <a:p>
            <a:pPr marL="0" indent="0">
              <a:buNone/>
            </a:pPr>
            <a:r>
              <a:rPr lang="en-US" altLang="zh-TW" sz="2400" dirty="0">
                <a:latin typeface="微軟正黑體" panose="020B0604030504040204" pitchFamily="34" charset="-120"/>
                <a:ea typeface="微軟正黑體" panose="020B0604030504040204" pitchFamily="34" charset="-120"/>
              </a:rPr>
              <a:t>}</a:t>
            </a:r>
          </a:p>
          <a:p>
            <a:pPr marL="0" indent="0">
              <a:buNone/>
            </a:pPr>
            <a:endParaRPr lang="en-US" altLang="zh-TW" sz="2400" dirty="0">
              <a:latin typeface="微軟正黑體" panose="020B0604030504040204" pitchFamily="34" charset="-120"/>
              <a:ea typeface="微軟正黑體" panose="020B0604030504040204" pitchFamily="34" charset="-120"/>
            </a:endParaRPr>
          </a:p>
          <a:p>
            <a:pPr marL="0" indent="0">
              <a:buNone/>
            </a:pPr>
            <a:r>
              <a:rPr lang="en-US" altLang="zh-TW" sz="2400" dirty="0">
                <a:latin typeface="微軟正黑體" panose="020B0604030504040204" pitchFamily="34" charset="-120"/>
                <a:ea typeface="微軟正黑體" panose="020B0604030504040204" pitchFamily="34" charset="-120"/>
              </a:rPr>
              <a:t>var </a:t>
            </a:r>
            <a:r>
              <a:rPr lang="en-US" altLang="zh-TW" sz="2400" dirty="0" err="1">
                <a:latin typeface="微軟正黑體" panose="020B0604030504040204" pitchFamily="34" charset="-120"/>
                <a:ea typeface="微軟正黑體" panose="020B0604030504040204" pitchFamily="34" charset="-120"/>
              </a:rPr>
              <a:t>intervalID</a:t>
            </a:r>
            <a:r>
              <a:rPr lang="en-US" altLang="zh-TW" sz="2400" dirty="0">
                <a:latin typeface="微軟正黑體" panose="020B0604030504040204" pitchFamily="34" charset="-120"/>
                <a:ea typeface="微軟正黑體" panose="020B0604030504040204" pitchFamily="34" charset="-120"/>
              </a:rPr>
              <a:t> = </a:t>
            </a:r>
            <a:r>
              <a:rPr lang="en-US" altLang="zh-TW" sz="2400" dirty="0" err="1">
                <a:latin typeface="微軟正黑體" panose="020B0604030504040204" pitchFamily="34" charset="-120"/>
                <a:ea typeface="微軟正黑體" panose="020B0604030504040204" pitchFamily="34" charset="-120"/>
              </a:rPr>
              <a:t>window.setInterval</a:t>
            </a:r>
            <a:r>
              <a:rPr lang="en-US" altLang="zh-TW" sz="2400" dirty="0">
                <a:latin typeface="微軟正黑體" panose="020B0604030504040204" pitchFamily="34" charset="-120"/>
                <a:ea typeface="微軟正黑體" panose="020B0604030504040204" pitchFamily="34" charset="-120"/>
              </a:rPr>
              <a:t>(function() {</a:t>
            </a:r>
          </a:p>
          <a:p>
            <a:pPr marL="0" indent="0">
              <a:buNone/>
            </a:pPr>
            <a:r>
              <a:rPr lang="en-US" altLang="zh-TW" sz="2400" dirty="0">
                <a:latin typeface="微軟正黑體" panose="020B0604030504040204" pitchFamily="34" charset="-120"/>
                <a:ea typeface="微軟正黑體" panose="020B0604030504040204" pitchFamily="34" charset="-120"/>
              </a:rPr>
              <a:t>    alert('3</a:t>
            </a:r>
            <a:r>
              <a:rPr lang="zh-TW" altLang="en-US" sz="2400" dirty="0">
                <a:latin typeface="微軟正黑體" panose="020B0604030504040204" pitchFamily="34" charset="-120"/>
                <a:ea typeface="微軟正黑體" panose="020B0604030504040204" pitchFamily="34" charset="-120"/>
              </a:rPr>
              <a:t>秒鐘又到了！</a:t>
            </a:r>
            <a:r>
              <a:rPr lang="en-US" altLang="zh-TW" sz="2400" dirty="0">
                <a:latin typeface="微軟正黑體" panose="020B0604030504040204" pitchFamily="34" charset="-120"/>
                <a:ea typeface="微軟正黑體" panose="020B0604030504040204" pitchFamily="34" charset="-120"/>
              </a:rPr>
              <a:t>');</a:t>
            </a:r>
          </a:p>
          <a:p>
            <a:pPr marL="0" indent="0">
              <a:buNone/>
            </a:pPr>
            <a:r>
              <a:rPr lang="en-US" altLang="zh-TW" sz="2400" dirty="0">
                <a:latin typeface="微軟正黑體" panose="020B0604030504040204" pitchFamily="34" charset="-120"/>
                <a:ea typeface="微軟正黑體" panose="020B0604030504040204" pitchFamily="34" charset="-120"/>
              </a:rPr>
              <a:t>}, 3000);</a:t>
            </a:r>
            <a:endParaRPr lang="zh-TW" altLang="en-US" sz="2400" dirty="0">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237245556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E217250-4B67-4E5D-B794-EBD89B4F362B}"/>
              </a:ext>
            </a:extLst>
          </p:cNvPr>
          <p:cNvSpPr>
            <a:spLocks noGrp="1"/>
          </p:cNvSpPr>
          <p:nvPr>
            <p:ph type="title"/>
          </p:nvPr>
        </p:nvSpPr>
        <p:spPr>
          <a:xfrm>
            <a:off x="662880" y="548680"/>
            <a:ext cx="8229600" cy="792162"/>
          </a:xfrm>
        </p:spPr>
        <p:txBody>
          <a:bodyPr/>
          <a:lstStyle/>
          <a:p>
            <a:r>
              <a:rPr lang="en-US" altLang="zh-TW" dirty="0"/>
              <a:t>Cookie</a:t>
            </a:r>
            <a:r>
              <a:rPr lang="zh-TW" altLang="en-US" dirty="0"/>
              <a:t>物件</a:t>
            </a:r>
          </a:p>
        </p:txBody>
      </p:sp>
      <p:sp>
        <p:nvSpPr>
          <p:cNvPr id="3" name="內容版面配置區 2">
            <a:extLst>
              <a:ext uri="{FF2B5EF4-FFF2-40B4-BE49-F238E27FC236}">
                <a16:creationId xmlns:a16="http://schemas.microsoft.com/office/drawing/2014/main" id="{FFC098CA-C65F-421E-A81A-16FEB82F7B7A}"/>
              </a:ext>
            </a:extLst>
          </p:cNvPr>
          <p:cNvSpPr>
            <a:spLocks noGrp="1"/>
          </p:cNvSpPr>
          <p:nvPr>
            <p:ph idx="1"/>
          </p:nvPr>
        </p:nvSpPr>
        <p:spPr>
          <a:xfrm>
            <a:off x="251520" y="1196752"/>
            <a:ext cx="8856984" cy="5472608"/>
          </a:xfrm>
        </p:spPr>
        <p:txBody>
          <a:bodyPr/>
          <a:lstStyle/>
          <a:p>
            <a:pPr marL="0" indent="0">
              <a:buNone/>
            </a:pPr>
            <a:r>
              <a:rPr lang="en-US" altLang="zh-TW" sz="2400" dirty="0"/>
              <a:t> </a:t>
            </a:r>
            <a:r>
              <a:rPr lang="en-US" altLang="zh-TW" sz="2000" dirty="0"/>
              <a:t>function </a:t>
            </a:r>
            <a:r>
              <a:rPr lang="en-US" altLang="zh-TW" sz="2000" dirty="0" err="1"/>
              <a:t>btnSave</a:t>
            </a:r>
            <a:r>
              <a:rPr lang="en-US" altLang="zh-TW" sz="2000" dirty="0"/>
              <a:t>(){</a:t>
            </a:r>
          </a:p>
          <a:p>
            <a:pPr marL="0" indent="0">
              <a:buNone/>
            </a:pPr>
            <a:r>
              <a:rPr lang="en-US" altLang="zh-TW" sz="2000" dirty="0"/>
              <a:t>      var d = new Date();</a:t>
            </a:r>
          </a:p>
          <a:p>
            <a:pPr marL="0" indent="0">
              <a:buNone/>
            </a:pPr>
            <a:r>
              <a:rPr lang="en-US" altLang="zh-TW" sz="2000" dirty="0"/>
              <a:t>      </a:t>
            </a:r>
            <a:r>
              <a:rPr lang="en-US" altLang="zh-TW" sz="2000" dirty="0" err="1"/>
              <a:t>d.setTime</a:t>
            </a:r>
            <a:r>
              <a:rPr lang="en-US" altLang="zh-TW" sz="2000" dirty="0"/>
              <a:t>(</a:t>
            </a:r>
            <a:r>
              <a:rPr lang="en-US" altLang="zh-TW" sz="2000" dirty="0" err="1"/>
              <a:t>d.getTime</a:t>
            </a:r>
            <a:r>
              <a:rPr lang="en-US" altLang="zh-TW" sz="2000" dirty="0"/>
              <a:t>() + ( 60 * 60 ));</a:t>
            </a:r>
          </a:p>
          <a:p>
            <a:pPr marL="0" indent="0">
              <a:buNone/>
            </a:pPr>
            <a:r>
              <a:rPr lang="en-US" altLang="zh-TW" sz="2000" dirty="0"/>
              <a:t>      </a:t>
            </a:r>
            <a:r>
              <a:rPr lang="en-US" altLang="zh-TW" sz="2000" dirty="0">
                <a:solidFill>
                  <a:srgbClr val="C00000"/>
                </a:solidFill>
              </a:rPr>
              <a:t>expires</a:t>
            </a:r>
            <a:r>
              <a:rPr lang="en-US" altLang="zh-TW" sz="2000" dirty="0"/>
              <a:t> = "expires=" </a:t>
            </a:r>
            <a:r>
              <a:rPr lang="en-US" altLang="zh-TW" sz="2000" dirty="0"/>
              <a:t>+ </a:t>
            </a:r>
            <a:r>
              <a:rPr lang="en-US" altLang="zh-TW" sz="2000" dirty="0" err="1"/>
              <a:t>d.toUTCString</a:t>
            </a:r>
            <a:r>
              <a:rPr lang="en-US" altLang="zh-TW" sz="2000" dirty="0" smtClean="0"/>
              <a:t>();</a:t>
            </a:r>
            <a:endParaRPr lang="en-US" altLang="zh-TW" sz="2000" dirty="0"/>
          </a:p>
          <a:p>
            <a:pPr marL="0" indent="0">
              <a:buNone/>
            </a:pPr>
            <a:r>
              <a:rPr lang="en-US" altLang="zh-TW" sz="2000" dirty="0"/>
              <a:t>      alert(expires);</a:t>
            </a:r>
          </a:p>
          <a:p>
            <a:pPr marL="0" indent="0">
              <a:buNone/>
            </a:pPr>
            <a:r>
              <a:rPr lang="en-US" altLang="zh-TW" sz="2000" dirty="0"/>
              <a:t>      </a:t>
            </a:r>
            <a:r>
              <a:rPr lang="en-US" altLang="zh-TW" sz="2000" dirty="0" err="1"/>
              <a:t>document.cookie</a:t>
            </a:r>
            <a:r>
              <a:rPr lang="en-US" altLang="zh-TW" sz="2000" dirty="0"/>
              <a:t> = 'username=Mary; '+</a:t>
            </a:r>
            <a:r>
              <a:rPr lang="en-US" altLang="zh-TW" sz="2000" dirty="0">
                <a:solidFill>
                  <a:srgbClr val="C00000"/>
                </a:solidFill>
              </a:rPr>
              <a:t>expires</a:t>
            </a:r>
            <a:r>
              <a:rPr lang="en-US" altLang="zh-TW" sz="2000" dirty="0"/>
              <a:t>+'; path=/';</a:t>
            </a:r>
          </a:p>
          <a:p>
            <a:pPr marL="0" indent="0">
              <a:buNone/>
            </a:pPr>
            <a:r>
              <a:rPr lang="en-US" altLang="zh-TW" sz="2000" dirty="0"/>
              <a:t>    }</a:t>
            </a:r>
          </a:p>
          <a:p>
            <a:pPr marL="0" indent="0">
              <a:buNone/>
            </a:pPr>
            <a:r>
              <a:rPr lang="en-US" altLang="zh-TW" sz="2000" dirty="0"/>
              <a:t>    function </a:t>
            </a:r>
            <a:r>
              <a:rPr lang="en-US" altLang="zh-TW" sz="2000" dirty="0" err="1"/>
              <a:t>btnRead</a:t>
            </a:r>
            <a:r>
              <a:rPr lang="en-US" altLang="zh-TW" sz="2000" dirty="0"/>
              <a:t>() {</a:t>
            </a:r>
          </a:p>
          <a:p>
            <a:pPr marL="0" indent="0">
              <a:buNone/>
            </a:pPr>
            <a:r>
              <a:rPr lang="en-US" altLang="zh-TW" sz="2000" dirty="0"/>
              <a:t>      var </a:t>
            </a:r>
            <a:r>
              <a:rPr lang="en-US" altLang="zh-TW" sz="2000" dirty="0" err="1"/>
              <a:t>cookieAry</a:t>
            </a:r>
            <a:r>
              <a:rPr lang="en-US" altLang="zh-TW" sz="2000" dirty="0"/>
              <a:t> = </a:t>
            </a:r>
            <a:r>
              <a:rPr lang="en-US" altLang="zh-TW" sz="2000" dirty="0" err="1"/>
              <a:t>document.cookie.split</a:t>
            </a:r>
            <a:r>
              <a:rPr lang="en-US" altLang="zh-TW" sz="2000" dirty="0"/>
              <a:t>(';');</a:t>
            </a:r>
          </a:p>
          <a:p>
            <a:pPr marL="0" indent="0">
              <a:buNone/>
            </a:pPr>
            <a:r>
              <a:rPr lang="en-US" altLang="zh-TW" sz="2000" dirty="0"/>
              <a:t>      for(var </a:t>
            </a:r>
            <a:r>
              <a:rPr lang="en-US" altLang="zh-TW" sz="2000" dirty="0" err="1"/>
              <a:t>i</a:t>
            </a:r>
            <a:r>
              <a:rPr lang="en-US" altLang="zh-TW" sz="2000" dirty="0"/>
              <a:t>=0;i&lt; </a:t>
            </a:r>
            <a:r>
              <a:rPr lang="en-US" altLang="zh-TW" sz="2000" dirty="0" err="1"/>
              <a:t>cookieAry.length;i</a:t>
            </a:r>
            <a:r>
              <a:rPr lang="en-US" altLang="zh-TW" sz="2000" dirty="0"/>
              <a:t>++){</a:t>
            </a:r>
          </a:p>
          <a:p>
            <a:pPr marL="0" indent="0">
              <a:buNone/>
            </a:pPr>
            <a:r>
              <a:rPr lang="en-US" altLang="zh-TW" sz="2000" dirty="0"/>
              <a:t>        alert(</a:t>
            </a:r>
            <a:r>
              <a:rPr lang="en-US" altLang="zh-TW" sz="2000" dirty="0" err="1"/>
              <a:t>cookieAry</a:t>
            </a:r>
            <a:r>
              <a:rPr lang="en-US" altLang="zh-TW" sz="2000" dirty="0"/>
              <a:t>[</a:t>
            </a:r>
            <a:r>
              <a:rPr lang="en-US" altLang="zh-TW" sz="2000" dirty="0" err="1"/>
              <a:t>i</a:t>
            </a:r>
            <a:r>
              <a:rPr lang="en-US" altLang="zh-TW" sz="2000" dirty="0"/>
              <a:t>]);</a:t>
            </a:r>
          </a:p>
          <a:p>
            <a:pPr marL="0" indent="0">
              <a:buNone/>
            </a:pPr>
            <a:r>
              <a:rPr lang="en-US" altLang="zh-TW" sz="2000" dirty="0"/>
              <a:t>      }      </a:t>
            </a:r>
          </a:p>
          <a:p>
            <a:pPr marL="0" indent="0">
              <a:buNone/>
            </a:pPr>
            <a:r>
              <a:rPr lang="en-US" altLang="zh-TW" sz="2000" dirty="0"/>
              <a:t>    }</a:t>
            </a:r>
            <a:endParaRPr lang="zh-TW" altLang="en-US" sz="2000" dirty="0"/>
          </a:p>
        </p:txBody>
      </p:sp>
    </p:spTree>
    <p:extLst>
      <p:ext uri="{BB962C8B-B14F-4D97-AF65-F5344CB8AC3E}">
        <p14:creationId xmlns:p14="http://schemas.microsoft.com/office/powerpoint/2010/main" val="142996232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545" name="標題 1"/>
          <p:cNvSpPr>
            <a:spLocks noGrp="1"/>
          </p:cNvSpPr>
          <p:nvPr>
            <p:ph type="title"/>
          </p:nvPr>
        </p:nvSpPr>
        <p:spPr>
          <a:xfrm>
            <a:off x="611560" y="548680"/>
            <a:ext cx="8229600" cy="792162"/>
          </a:xfrm>
        </p:spPr>
        <p:txBody>
          <a:bodyPr/>
          <a:lstStyle/>
          <a:p>
            <a:pPr eaLnBrk="1" hangingPunct="1"/>
            <a:r>
              <a:rPr lang="en-US" altLang="zh-TW" dirty="0">
                <a:latin typeface="Arial" charset="0"/>
                <a:ea typeface="微軟正黑體" pitchFamily="34" charset="-120"/>
                <a:cs typeface="Arial" charset="0"/>
              </a:rPr>
              <a:t>JSON</a:t>
            </a:r>
            <a:r>
              <a:rPr lang="zh-TW" altLang="en-US" dirty="0">
                <a:latin typeface="微軟正黑體" pitchFamily="34" charset="-120"/>
                <a:ea typeface="微軟正黑體" pitchFamily="34" charset="-120"/>
                <a:cs typeface="Arial" charset="0"/>
              </a:rPr>
              <a:t>資料格式</a:t>
            </a:r>
          </a:p>
        </p:txBody>
      </p:sp>
      <p:sp>
        <p:nvSpPr>
          <p:cNvPr id="236546" name="Content Placeholder 2"/>
          <p:cNvSpPr>
            <a:spLocks noGrp="1"/>
          </p:cNvSpPr>
          <p:nvPr/>
        </p:nvSpPr>
        <p:spPr bwMode="auto">
          <a:xfrm>
            <a:off x="512762" y="1412776"/>
            <a:ext cx="8118475" cy="5148262"/>
          </a:xfrm>
          <a:prstGeom prst="rect">
            <a:avLst/>
          </a:prstGeom>
          <a:noFill/>
          <a:ln w="9525">
            <a:noFill/>
            <a:miter lim="800000"/>
            <a:headEnd/>
            <a:tailEnd/>
          </a:ln>
        </p:spPr>
        <p:txBody>
          <a:bodyPr lIns="0" tIns="0" rIns="0" bIns="0"/>
          <a:lstStyle/>
          <a:p>
            <a:pPr>
              <a:lnSpc>
                <a:spcPct val="150000"/>
              </a:lnSpc>
              <a:buClr>
                <a:srgbClr val="0070C0"/>
              </a:buClr>
              <a:buFont typeface="Arial" charset="0"/>
              <a:buChar char="•"/>
            </a:pPr>
            <a:r>
              <a:rPr lang="zh-TW" altLang="en-US" sz="2400" dirty="0"/>
              <a:t>  </a:t>
            </a:r>
            <a:r>
              <a:rPr lang="zh-TW" altLang="en-US" sz="2400" dirty="0">
                <a:latin typeface="微軟正黑體" pitchFamily="34" charset="-120"/>
                <a:ea typeface="微軟正黑體" pitchFamily="34" charset="-120"/>
              </a:rPr>
              <a:t>資料格式</a:t>
            </a:r>
            <a:r>
              <a:rPr lang="en-US" altLang="zh-TW" sz="2400" dirty="0">
                <a:latin typeface="微軟正黑體" pitchFamily="34" charset="-120"/>
                <a:ea typeface="微軟正黑體" pitchFamily="34" charset="-120"/>
              </a:rPr>
              <a:t> </a:t>
            </a:r>
            <a:r>
              <a:rPr lang="zh-TW" altLang="en-US" sz="2400" dirty="0">
                <a:solidFill>
                  <a:srgbClr val="0070C0"/>
                </a:solidFill>
                <a:latin typeface="微軟正黑體" pitchFamily="34" charset="-120"/>
                <a:ea typeface="微軟正黑體" pitchFamily="34" charset="-120"/>
              </a:rPr>
              <a:t>名稱</a:t>
            </a:r>
            <a:r>
              <a:rPr lang="en-US" altLang="zh-TW" sz="2400" dirty="0">
                <a:solidFill>
                  <a:srgbClr val="0070C0"/>
                </a:solidFill>
                <a:latin typeface="微軟正黑體" pitchFamily="34" charset="-120"/>
                <a:ea typeface="微軟正黑體" pitchFamily="34" charset="-120"/>
              </a:rPr>
              <a:t>/</a:t>
            </a:r>
            <a:r>
              <a:rPr lang="zh-TW" altLang="en-US" sz="2400" dirty="0">
                <a:solidFill>
                  <a:srgbClr val="0070C0"/>
                </a:solidFill>
                <a:latin typeface="微軟正黑體" pitchFamily="34" charset="-120"/>
                <a:ea typeface="微軟正黑體" pitchFamily="34" charset="-120"/>
              </a:rPr>
              <a:t>值 </a:t>
            </a:r>
            <a:r>
              <a:rPr lang="en-US" altLang="zh-TW" sz="2400" dirty="0">
                <a:solidFill>
                  <a:srgbClr val="0070C0"/>
                </a:solidFill>
                <a:latin typeface="微軟正黑體" pitchFamily="34" charset="-120"/>
                <a:ea typeface="微軟正黑體" pitchFamily="34" charset="-120"/>
              </a:rPr>
              <a:t> </a:t>
            </a:r>
          </a:p>
          <a:p>
            <a:pPr>
              <a:lnSpc>
                <a:spcPct val="150000"/>
              </a:lnSpc>
              <a:buClr>
                <a:srgbClr val="0070C0"/>
              </a:buClr>
              <a:buFont typeface="Arial" charset="0"/>
              <a:buChar char="•"/>
            </a:pPr>
            <a:r>
              <a:rPr lang="zh-TW" altLang="en-US" sz="2400" dirty="0">
                <a:latin typeface="微軟正黑體" pitchFamily="34" charset="-120"/>
                <a:ea typeface="微軟正黑體" pitchFamily="34" charset="-120"/>
              </a:rPr>
              <a:t>  資料值是以逗號做分隔</a:t>
            </a:r>
            <a:endParaRPr lang="en-US" altLang="zh-TW" sz="2400" dirty="0">
              <a:latin typeface="微軟正黑體" pitchFamily="34" charset="-120"/>
              <a:ea typeface="微軟正黑體" pitchFamily="34" charset="-120"/>
            </a:endParaRPr>
          </a:p>
          <a:p>
            <a:pPr>
              <a:lnSpc>
                <a:spcPct val="150000"/>
              </a:lnSpc>
              <a:buClr>
                <a:srgbClr val="0070C0"/>
              </a:buClr>
              <a:buFont typeface="Arial" charset="0"/>
              <a:buChar char="•"/>
            </a:pPr>
            <a:r>
              <a:rPr lang="zh-TW" altLang="en-US" sz="2400" dirty="0">
                <a:latin typeface="微軟正黑體" pitchFamily="34" charset="-120"/>
                <a:ea typeface="微軟正黑體" pitchFamily="34" charset="-120"/>
              </a:rPr>
              <a:t>  </a:t>
            </a:r>
            <a:r>
              <a:rPr lang="en-US" altLang="zh-TW" sz="2400" dirty="0">
                <a:solidFill>
                  <a:srgbClr val="0070C0"/>
                </a:solidFill>
                <a:latin typeface="微軟正黑體" pitchFamily="34" charset="-120"/>
                <a:ea typeface="微軟正黑體" pitchFamily="34" charset="-120"/>
              </a:rPr>
              <a:t>{</a:t>
            </a:r>
            <a:r>
              <a:rPr lang="zh-TW" altLang="en-US" sz="2400" dirty="0">
                <a:solidFill>
                  <a:srgbClr val="0070C0"/>
                </a:solidFill>
                <a:latin typeface="微軟正黑體" pitchFamily="34" charset="-120"/>
                <a:ea typeface="微軟正黑體" pitchFamily="34" charset="-120"/>
              </a:rPr>
              <a:t> </a:t>
            </a:r>
            <a:r>
              <a:rPr lang="en-US" altLang="zh-TW" sz="2400" dirty="0">
                <a:solidFill>
                  <a:srgbClr val="0070C0"/>
                </a:solidFill>
                <a:latin typeface="微軟正黑體" pitchFamily="34" charset="-120"/>
                <a:ea typeface="微軟正黑體" pitchFamily="34" charset="-120"/>
              </a:rPr>
              <a:t>}</a:t>
            </a:r>
            <a:r>
              <a:rPr lang="zh-TW" altLang="en-US" sz="2400" dirty="0">
                <a:solidFill>
                  <a:srgbClr val="0070C0"/>
                </a:solidFill>
                <a:latin typeface="微軟正黑體" pitchFamily="34" charset="-120"/>
                <a:ea typeface="微軟正黑體" pitchFamily="34" charset="-120"/>
              </a:rPr>
              <a:t> </a:t>
            </a:r>
            <a:r>
              <a:rPr lang="zh-TW" altLang="en-US" sz="2400" dirty="0">
                <a:latin typeface="微軟正黑體" pitchFamily="34" charset="-120"/>
                <a:ea typeface="微軟正黑體" pitchFamily="34" charset="-120"/>
              </a:rPr>
              <a:t>表示建立的物件</a:t>
            </a:r>
            <a:endParaRPr lang="en-US" altLang="zh-TW" sz="2400" dirty="0">
              <a:latin typeface="微軟正黑體" pitchFamily="34" charset="-120"/>
              <a:ea typeface="微軟正黑體" pitchFamily="34" charset="-120"/>
            </a:endParaRPr>
          </a:p>
          <a:p>
            <a:pPr>
              <a:lnSpc>
                <a:spcPct val="150000"/>
              </a:lnSpc>
              <a:buClr>
                <a:srgbClr val="0070C0"/>
              </a:buClr>
              <a:buFont typeface="Arial" charset="0"/>
              <a:buChar char="•"/>
            </a:pPr>
            <a:r>
              <a:rPr lang="zh-TW" altLang="en-US" sz="2400" dirty="0">
                <a:latin typeface="微軟正黑體" pitchFamily="34" charset="-120"/>
                <a:ea typeface="微軟正黑體" pitchFamily="34" charset="-120"/>
              </a:rPr>
              <a:t>  </a:t>
            </a:r>
            <a:r>
              <a:rPr lang="en-US" altLang="zh-TW" sz="2400" dirty="0">
                <a:solidFill>
                  <a:srgbClr val="0070C0"/>
                </a:solidFill>
                <a:latin typeface="微軟正黑體" pitchFamily="34" charset="-120"/>
                <a:ea typeface="微軟正黑體" pitchFamily="34" charset="-120"/>
              </a:rPr>
              <a:t>[</a:t>
            </a:r>
            <a:r>
              <a:rPr lang="zh-TW" altLang="en-US" sz="2400" dirty="0">
                <a:solidFill>
                  <a:srgbClr val="0070C0"/>
                </a:solidFill>
                <a:latin typeface="微軟正黑體" pitchFamily="34" charset="-120"/>
                <a:ea typeface="微軟正黑體" pitchFamily="34" charset="-120"/>
              </a:rPr>
              <a:t> </a:t>
            </a:r>
            <a:r>
              <a:rPr lang="en-US" altLang="zh-TW" sz="2400" dirty="0">
                <a:solidFill>
                  <a:srgbClr val="0070C0"/>
                </a:solidFill>
                <a:latin typeface="微軟正黑體" pitchFamily="34" charset="-120"/>
                <a:ea typeface="微軟正黑體" pitchFamily="34" charset="-120"/>
              </a:rPr>
              <a:t>]</a:t>
            </a:r>
            <a:r>
              <a:rPr lang="zh-TW" altLang="en-US" sz="2400" dirty="0">
                <a:solidFill>
                  <a:srgbClr val="0070C0"/>
                </a:solidFill>
                <a:latin typeface="微軟正黑體" pitchFamily="34" charset="-120"/>
                <a:ea typeface="微軟正黑體" pitchFamily="34" charset="-120"/>
              </a:rPr>
              <a:t> </a:t>
            </a:r>
            <a:r>
              <a:rPr lang="zh-TW" altLang="en-US" sz="2400" dirty="0">
                <a:latin typeface="微軟正黑體" pitchFamily="34" charset="-120"/>
                <a:ea typeface="微軟正黑體" pitchFamily="34" charset="-120"/>
              </a:rPr>
              <a:t>表示建立的物件陣列</a:t>
            </a:r>
            <a:endParaRPr lang="en-US" altLang="zh-TW" sz="2400" dirty="0">
              <a:latin typeface="微軟正黑體" pitchFamily="34" charset="-120"/>
              <a:ea typeface="微軟正黑體" pitchFamily="34" charset="-120"/>
            </a:endParaRPr>
          </a:p>
          <a:p>
            <a:pPr>
              <a:lnSpc>
                <a:spcPct val="150000"/>
              </a:lnSpc>
              <a:buClr>
                <a:srgbClr val="0070C0"/>
              </a:buClr>
              <a:buFont typeface="Arial" charset="0"/>
              <a:buChar char="•"/>
            </a:pPr>
            <a:r>
              <a:rPr lang="zh-TW" altLang="en-US" sz="2400" dirty="0">
                <a:ea typeface="微軟正黑體" pitchFamily="34" charset="-120"/>
                <a:cs typeface="Arial" charset="0"/>
              </a:rPr>
              <a:t>  </a:t>
            </a:r>
            <a:r>
              <a:rPr lang="en-US" altLang="zh-TW" sz="2400" dirty="0">
                <a:ea typeface="微軟正黑體" pitchFamily="34" charset="-120"/>
                <a:cs typeface="Arial" charset="0"/>
              </a:rPr>
              <a:t>JavaScript</a:t>
            </a:r>
            <a:r>
              <a:rPr lang="zh-TW" altLang="en-US" sz="2400" dirty="0">
                <a:latin typeface="微軟正黑體" pitchFamily="34" charset="-120"/>
                <a:ea typeface="微軟正黑體" pitchFamily="34" charset="-120"/>
              </a:rPr>
              <a:t>程式有標準內建函式轉換</a:t>
            </a:r>
            <a:r>
              <a:rPr lang="en-US" altLang="zh-TW" sz="2400" dirty="0">
                <a:ea typeface="微軟正黑體" pitchFamily="34" charset="-120"/>
              </a:rPr>
              <a:t>JSON</a:t>
            </a:r>
            <a:r>
              <a:rPr lang="zh-TW" altLang="en-US" sz="2400" dirty="0">
                <a:latin typeface="微軟正黑體" pitchFamily="34" charset="-120"/>
                <a:ea typeface="微軟正黑體" pitchFamily="34" charset="-120"/>
              </a:rPr>
              <a:t>資料</a:t>
            </a:r>
            <a:r>
              <a:rPr lang="en-US" altLang="zh-TW" sz="2400" dirty="0">
                <a:latin typeface="微軟正黑體" pitchFamily="34" charset="-120"/>
                <a:ea typeface="微軟正黑體" pitchFamily="34" charset="-120"/>
              </a:rPr>
              <a:t/>
            </a:r>
            <a:br>
              <a:rPr lang="en-US" altLang="zh-TW" sz="2400" dirty="0">
                <a:latin typeface="微軟正黑體" pitchFamily="34" charset="-120"/>
                <a:ea typeface="微軟正黑體" pitchFamily="34" charset="-120"/>
              </a:rPr>
            </a:br>
            <a:r>
              <a:rPr lang="zh-TW" altLang="en-US" sz="2400" dirty="0">
                <a:latin typeface="微軟正黑體" pitchFamily="34" charset="-120"/>
                <a:ea typeface="微軟正黑體" pitchFamily="34" charset="-120"/>
              </a:rPr>
              <a:t>   成</a:t>
            </a:r>
            <a:r>
              <a:rPr lang="en-US" altLang="zh-TW" sz="2400" dirty="0">
                <a:ea typeface="微軟正黑體" pitchFamily="34" charset="-120"/>
              </a:rPr>
              <a:t>JavaScript</a:t>
            </a:r>
            <a:r>
              <a:rPr lang="zh-TW" altLang="en-US" sz="2400" dirty="0">
                <a:latin typeface="微軟正黑體" pitchFamily="34" charset="-120"/>
                <a:ea typeface="微軟正黑體" pitchFamily="34" charset="-120"/>
              </a:rPr>
              <a:t>物件</a:t>
            </a:r>
            <a:endParaRPr lang="en-US" altLang="zh-TW" sz="2400" dirty="0">
              <a:latin typeface="微軟正黑體" pitchFamily="34" charset="-120"/>
              <a:ea typeface="微軟正黑體" pitchFamily="34" charset="-120"/>
            </a:endParaRPr>
          </a:p>
          <a:p>
            <a:pPr>
              <a:buFont typeface="Arial" charset="0"/>
              <a:buChar char="•"/>
            </a:pPr>
            <a:endParaRPr lang="en-US" altLang="zh-TW" sz="2400" dirty="0"/>
          </a:p>
          <a:p>
            <a:r>
              <a:rPr lang="en-US" altLang="zh-TW" sz="2400" dirty="0"/>
              <a:t/>
            </a:r>
            <a:br>
              <a:rPr lang="en-US" altLang="zh-TW" sz="2400" dirty="0"/>
            </a:br>
            <a:endParaRPr kumimoji="0" lang="en-GB" altLang="zh-TW" sz="2400" dirty="0">
              <a:latin typeface="Segoe UI" pitchFamily="34" charset="0"/>
              <a:cs typeface="Segoe UI" pitchFamily="34" charset="0"/>
            </a:endParaRPr>
          </a:p>
        </p:txBody>
      </p:sp>
    </p:spTree>
    <p:extLst>
      <p:ext uri="{BB962C8B-B14F-4D97-AF65-F5344CB8AC3E}">
        <p14:creationId xmlns:p14="http://schemas.microsoft.com/office/powerpoint/2010/main" val="256657241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665" name="Title 1"/>
          <p:cNvSpPr>
            <a:spLocks noGrp="1"/>
          </p:cNvSpPr>
          <p:nvPr>
            <p:ph type="title"/>
          </p:nvPr>
        </p:nvSpPr>
        <p:spPr>
          <a:xfrm>
            <a:off x="683568" y="670013"/>
            <a:ext cx="8229600" cy="792162"/>
          </a:xfrm>
        </p:spPr>
        <p:txBody>
          <a:bodyPr/>
          <a:lstStyle/>
          <a:p>
            <a:pPr eaLnBrk="1" hangingPunct="1"/>
            <a:r>
              <a:rPr lang="zh-TW" altLang="en-US" dirty="0">
                <a:latin typeface="微軟正黑體" pitchFamily="34" charset="-120"/>
                <a:ea typeface="微軟正黑體" pitchFamily="34" charset="-120"/>
              </a:rPr>
              <a:t>製作</a:t>
            </a:r>
            <a:r>
              <a:rPr lang="en-US" altLang="zh-TW" dirty="0">
                <a:latin typeface="Arial" charset="0"/>
                <a:ea typeface="微軟正黑體" pitchFamily="34" charset="-120"/>
                <a:cs typeface="Arial" charset="0"/>
              </a:rPr>
              <a:t>JSON</a:t>
            </a:r>
            <a:r>
              <a:rPr lang="zh-TW" altLang="en-US" dirty="0">
                <a:latin typeface="微軟正黑體" pitchFamily="34" charset="-120"/>
                <a:ea typeface="微軟正黑體" pitchFamily="34" charset="-120"/>
              </a:rPr>
              <a:t>物件</a:t>
            </a:r>
            <a:endParaRPr lang="en-US" altLang="zh-TW" dirty="0">
              <a:latin typeface="微軟正黑體" pitchFamily="34" charset="-120"/>
              <a:ea typeface="微軟正黑體" pitchFamily="34" charset="-120"/>
            </a:endParaRPr>
          </a:p>
        </p:txBody>
      </p:sp>
      <p:sp>
        <p:nvSpPr>
          <p:cNvPr id="241666" name="Content Placeholder 2"/>
          <p:cNvSpPr>
            <a:spLocks noGrp="1"/>
          </p:cNvSpPr>
          <p:nvPr/>
        </p:nvSpPr>
        <p:spPr bwMode="auto">
          <a:xfrm>
            <a:off x="450850" y="1709738"/>
            <a:ext cx="8118475" cy="5148262"/>
          </a:xfrm>
          <a:prstGeom prst="rect">
            <a:avLst/>
          </a:prstGeom>
          <a:noFill/>
          <a:ln w="9525">
            <a:noFill/>
            <a:miter lim="800000"/>
            <a:headEnd/>
            <a:tailEnd/>
          </a:ln>
        </p:spPr>
        <p:txBody>
          <a:bodyPr lIns="0" tIns="0" rIns="0" bIns="0"/>
          <a:lstStyle/>
          <a:p>
            <a:pPr marL="174625" indent="-174625">
              <a:spcBef>
                <a:spcPts val="600"/>
              </a:spcBef>
              <a:buClr>
                <a:srgbClr val="0070C0"/>
              </a:buClr>
              <a:buSzPct val="90000"/>
              <a:buFont typeface="Arial" charset="0"/>
              <a:buChar char="•"/>
            </a:pPr>
            <a:r>
              <a:rPr kumimoji="0" lang="zh-TW" altLang="en-US" sz="2400" dirty="0">
                <a:ea typeface="微軟正黑體" pitchFamily="34" charset="-120"/>
                <a:cs typeface="Arial" charset="0"/>
              </a:rPr>
              <a:t> </a:t>
            </a:r>
            <a:r>
              <a:rPr kumimoji="0" lang="en-US" altLang="zh-TW" sz="2400" dirty="0">
                <a:ea typeface="微軟正黑體" pitchFamily="34" charset="-120"/>
                <a:cs typeface="Arial" charset="0"/>
              </a:rPr>
              <a:t>JSON</a:t>
            </a:r>
            <a:r>
              <a:rPr kumimoji="0" lang="zh-TW" altLang="en-US" sz="2400" dirty="0">
                <a:latin typeface="微軟正黑體" pitchFamily="34" charset="-120"/>
                <a:ea typeface="微軟正黑體" pitchFamily="34" charset="-120"/>
                <a:cs typeface="Segoe UI" pitchFamily="34" charset="0"/>
              </a:rPr>
              <a:t>格式建立物件方式</a:t>
            </a:r>
            <a:endParaRPr kumimoji="0" lang="en-US" altLang="zh-TW" sz="2400" dirty="0">
              <a:latin typeface="Segoe UI" pitchFamily="34" charset="0"/>
              <a:cs typeface="Segoe UI" pitchFamily="34" charset="0"/>
            </a:endParaRPr>
          </a:p>
          <a:p>
            <a:pPr marL="174625" indent="-174625">
              <a:spcBef>
                <a:spcPts val="600"/>
              </a:spcBef>
              <a:buClr>
                <a:srgbClr val="0070C0"/>
              </a:buClr>
              <a:buSzPct val="90000"/>
              <a:buFont typeface="Arial" charset="0"/>
              <a:buChar char="•"/>
            </a:pPr>
            <a:endParaRPr kumimoji="0" lang="en-US" altLang="zh-TW" sz="2400" dirty="0">
              <a:latin typeface="Segoe UI" pitchFamily="34" charset="0"/>
              <a:cs typeface="Segoe UI" pitchFamily="34" charset="0"/>
            </a:endParaRPr>
          </a:p>
          <a:p>
            <a:pPr marL="174625" indent="-174625">
              <a:spcBef>
                <a:spcPts val="600"/>
              </a:spcBef>
              <a:buClr>
                <a:srgbClr val="0070C0"/>
              </a:buClr>
              <a:buSzPct val="90000"/>
              <a:buFont typeface="Arial" charset="0"/>
              <a:buChar char="•"/>
            </a:pPr>
            <a:endParaRPr kumimoji="0" lang="en-US" altLang="zh-TW" sz="2400" dirty="0">
              <a:latin typeface="Segoe UI" pitchFamily="34" charset="0"/>
              <a:cs typeface="Segoe UI" pitchFamily="34" charset="0"/>
            </a:endParaRPr>
          </a:p>
          <a:p>
            <a:pPr marL="174625" indent="-174625">
              <a:spcBef>
                <a:spcPts val="600"/>
              </a:spcBef>
              <a:buClr>
                <a:srgbClr val="0070C0"/>
              </a:buClr>
              <a:buSzPct val="90000"/>
              <a:buFont typeface="Arial" charset="0"/>
              <a:buChar char="•"/>
            </a:pPr>
            <a:endParaRPr kumimoji="0" lang="en-US" altLang="zh-TW" sz="2400" dirty="0">
              <a:latin typeface="Segoe UI" pitchFamily="34" charset="0"/>
              <a:cs typeface="Segoe UI" pitchFamily="34" charset="0"/>
            </a:endParaRPr>
          </a:p>
          <a:p>
            <a:pPr marL="174625" indent="-174625">
              <a:spcBef>
                <a:spcPts val="600"/>
              </a:spcBef>
              <a:buClr>
                <a:srgbClr val="0070C0"/>
              </a:buClr>
              <a:buSzPct val="90000"/>
              <a:buFont typeface="Arial" charset="0"/>
              <a:buChar char="•"/>
            </a:pPr>
            <a:endParaRPr kumimoji="0" lang="en-US" altLang="zh-TW" sz="2400" dirty="0">
              <a:latin typeface="Segoe UI" pitchFamily="34" charset="0"/>
              <a:cs typeface="Segoe UI" pitchFamily="34" charset="0"/>
            </a:endParaRPr>
          </a:p>
          <a:p>
            <a:pPr marL="174625" indent="-174625">
              <a:spcBef>
                <a:spcPts val="600"/>
              </a:spcBef>
              <a:buClr>
                <a:srgbClr val="0070C0"/>
              </a:buClr>
              <a:buSzPct val="90000"/>
              <a:buFont typeface="Arial" charset="0"/>
              <a:buChar char="•"/>
            </a:pPr>
            <a:endParaRPr kumimoji="0" lang="en-US" altLang="zh-TW" sz="2400" dirty="0">
              <a:latin typeface="Segoe UI" pitchFamily="34" charset="0"/>
              <a:cs typeface="Segoe UI" pitchFamily="34" charset="0"/>
            </a:endParaRPr>
          </a:p>
          <a:p>
            <a:pPr marL="174625" indent="-174625">
              <a:spcBef>
                <a:spcPts val="600"/>
              </a:spcBef>
              <a:buClr>
                <a:srgbClr val="0070C0"/>
              </a:buClr>
              <a:buSzPct val="90000"/>
              <a:buFont typeface="Arial" charset="0"/>
              <a:buChar char="•"/>
            </a:pPr>
            <a:r>
              <a:rPr kumimoji="0" lang="zh-TW" altLang="en-US" sz="2400" dirty="0">
                <a:latin typeface="微軟正黑體" pitchFamily="34" charset="-120"/>
                <a:ea typeface="微軟正黑體" pitchFamily="34" charset="-120"/>
              </a:rPr>
              <a:t> 物件欄位 </a:t>
            </a:r>
            <a:r>
              <a:rPr kumimoji="0" lang="en-US" altLang="zh-TW" sz="2400" dirty="0">
                <a:solidFill>
                  <a:srgbClr val="0070C0"/>
                </a:solidFill>
                <a:ea typeface="微軟正黑體" pitchFamily="34" charset="-120"/>
              </a:rPr>
              <a:t>name , age</a:t>
            </a:r>
          </a:p>
          <a:p>
            <a:pPr marL="174625" indent="-174625">
              <a:spcBef>
                <a:spcPts val="600"/>
              </a:spcBef>
              <a:buClr>
                <a:srgbClr val="0070C0"/>
              </a:buClr>
              <a:buSzPct val="90000"/>
              <a:buFont typeface="Arial" charset="0"/>
              <a:buChar char="•"/>
            </a:pPr>
            <a:r>
              <a:rPr kumimoji="0" lang="zh-TW" altLang="en-US" sz="2400" dirty="0">
                <a:latin typeface="微軟正黑體" pitchFamily="34" charset="-120"/>
                <a:ea typeface="微軟正黑體" pitchFamily="34" charset="-120"/>
              </a:rPr>
              <a:t> 資料值 </a:t>
            </a:r>
            <a:r>
              <a:rPr kumimoji="0" lang="en-US" altLang="zh-TW" sz="2400" dirty="0">
                <a:solidFill>
                  <a:srgbClr val="0070C0"/>
                </a:solidFill>
                <a:ea typeface="微軟正黑體" pitchFamily="34" charset="-120"/>
              </a:rPr>
              <a:t>Eric Chang</a:t>
            </a:r>
            <a:r>
              <a:rPr kumimoji="0" lang="zh-TW" altLang="en-US" sz="2400" dirty="0">
                <a:solidFill>
                  <a:srgbClr val="0070C0"/>
                </a:solidFill>
                <a:ea typeface="微軟正黑體" pitchFamily="34" charset="-120"/>
              </a:rPr>
              <a:t> </a:t>
            </a:r>
            <a:r>
              <a:rPr kumimoji="0" lang="en-US" altLang="zh-TW" sz="2400" dirty="0">
                <a:solidFill>
                  <a:srgbClr val="0070C0"/>
                </a:solidFill>
                <a:ea typeface="微軟正黑體" pitchFamily="34" charset="-120"/>
              </a:rPr>
              <a:t>, 20</a:t>
            </a:r>
          </a:p>
        </p:txBody>
      </p:sp>
      <p:sp>
        <p:nvSpPr>
          <p:cNvPr id="5" name="TextBox 3"/>
          <p:cNvSpPr txBox="1"/>
          <p:nvPr/>
        </p:nvSpPr>
        <p:spPr>
          <a:xfrm>
            <a:off x="574675" y="2204864"/>
            <a:ext cx="6143625" cy="1785937"/>
          </a:xfrm>
          <a:prstGeom prst="rect">
            <a:avLst/>
          </a:prstGeom>
          <a:solidFill>
            <a:schemeClr val="bg1">
              <a:lumMod val="95000"/>
            </a:schemeClr>
          </a:solidFill>
          <a:ln>
            <a:noFill/>
          </a:ln>
          <a:effectLst/>
        </p:spPr>
        <p:txBody>
          <a:bodyPr>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defRPr/>
            </a:pPr>
            <a:r>
              <a:rPr kumimoji="0" lang="en-US" sz="2200" b="0" dirty="0">
                <a:solidFill>
                  <a:srgbClr val="0070C0"/>
                </a:solidFill>
                <a:latin typeface="Arial" pitchFamily="34" charset="0"/>
                <a:cs typeface="Arial" pitchFamily="34" charset="0"/>
              </a:rPr>
              <a:t>var attendees = </a:t>
            </a:r>
            <a:endParaRPr kumimoji="0" lang="en-GB" sz="2200" b="0" dirty="0">
              <a:solidFill>
                <a:srgbClr val="0070C0"/>
              </a:solidFill>
              <a:latin typeface="Arial" pitchFamily="34" charset="0"/>
              <a:cs typeface="Arial" pitchFamily="34" charset="0"/>
            </a:endParaRPr>
          </a:p>
          <a:p>
            <a:pPr>
              <a:defRPr/>
            </a:pPr>
            <a:r>
              <a:rPr kumimoji="0" lang="en-US" sz="2200" b="0" dirty="0">
                <a:solidFill>
                  <a:srgbClr val="0070C0"/>
                </a:solidFill>
                <a:latin typeface="Arial" pitchFamily="34" charset="0"/>
                <a:cs typeface="Arial" pitchFamily="34" charset="0"/>
              </a:rPr>
              <a:t>    {</a:t>
            </a:r>
            <a:endParaRPr kumimoji="0" lang="en-GB" sz="2200" b="0" dirty="0">
              <a:solidFill>
                <a:srgbClr val="0070C0"/>
              </a:solidFill>
              <a:latin typeface="Arial" pitchFamily="34" charset="0"/>
              <a:cs typeface="Arial" pitchFamily="34" charset="0"/>
            </a:endParaRPr>
          </a:p>
          <a:p>
            <a:pPr>
              <a:defRPr/>
            </a:pPr>
            <a:r>
              <a:rPr kumimoji="0" lang="en-US" sz="2200" b="0" dirty="0">
                <a:solidFill>
                  <a:srgbClr val="0070C0"/>
                </a:solidFill>
                <a:latin typeface="Arial" pitchFamily="34" charset="0"/>
                <a:cs typeface="Arial" pitchFamily="34" charset="0"/>
              </a:rPr>
              <a:t>        "name": </a:t>
            </a:r>
            <a:r>
              <a:rPr kumimoji="0" lang="en-US" altLang="zh-TW" sz="2200" b="0" dirty="0">
                <a:solidFill>
                  <a:srgbClr val="0070C0"/>
                </a:solidFill>
                <a:latin typeface="Arial" pitchFamily="34" charset="0"/>
                <a:cs typeface="Arial" pitchFamily="34" charset="0"/>
              </a:rPr>
              <a:t>"</a:t>
            </a:r>
            <a:r>
              <a:rPr kumimoji="0" lang="en-US" sz="2200" b="0" dirty="0">
                <a:solidFill>
                  <a:srgbClr val="0070C0"/>
                </a:solidFill>
                <a:latin typeface="Arial" pitchFamily="34" charset="0"/>
                <a:cs typeface="Arial" pitchFamily="34" charset="0"/>
              </a:rPr>
              <a:t>Eric </a:t>
            </a:r>
            <a:r>
              <a:rPr kumimoji="0" lang="en-US" altLang="zh-TW" sz="2200" b="0" dirty="0">
                <a:solidFill>
                  <a:srgbClr val="0070C0"/>
                </a:solidFill>
                <a:latin typeface="Arial" pitchFamily="34" charset="0"/>
                <a:cs typeface="Arial" pitchFamily="34" charset="0"/>
              </a:rPr>
              <a:t>Chang</a:t>
            </a:r>
            <a:r>
              <a:rPr kumimoji="0" lang="en-US" sz="2200" b="0" dirty="0">
                <a:solidFill>
                  <a:srgbClr val="0070C0"/>
                </a:solidFill>
                <a:latin typeface="Arial" pitchFamily="34" charset="0"/>
                <a:cs typeface="Arial" pitchFamily="34" charset="0"/>
              </a:rPr>
              <a:t>",</a:t>
            </a:r>
            <a:endParaRPr kumimoji="0" lang="en-GB" sz="2200" b="0" dirty="0">
              <a:solidFill>
                <a:srgbClr val="0070C0"/>
              </a:solidFill>
              <a:latin typeface="Arial" pitchFamily="34" charset="0"/>
              <a:cs typeface="Arial" pitchFamily="34" charset="0"/>
            </a:endParaRPr>
          </a:p>
          <a:p>
            <a:pPr>
              <a:defRPr/>
            </a:pPr>
            <a:r>
              <a:rPr kumimoji="0" lang="en-US" sz="2200" b="0" dirty="0">
                <a:solidFill>
                  <a:srgbClr val="0070C0"/>
                </a:solidFill>
                <a:latin typeface="Arial" pitchFamily="34" charset="0"/>
                <a:cs typeface="Arial" pitchFamily="34" charset="0"/>
              </a:rPr>
              <a:t>        </a:t>
            </a:r>
            <a:r>
              <a:rPr kumimoji="0" lang="en-US" altLang="zh-TW" sz="2200" b="0" dirty="0">
                <a:solidFill>
                  <a:srgbClr val="0070C0"/>
                </a:solidFill>
                <a:latin typeface="Arial" pitchFamily="34" charset="0"/>
                <a:cs typeface="Arial" pitchFamily="34" charset="0"/>
              </a:rPr>
              <a:t>" </a:t>
            </a:r>
            <a:r>
              <a:rPr kumimoji="0" lang="en-US" sz="2200" b="0" dirty="0">
                <a:solidFill>
                  <a:srgbClr val="0070C0"/>
                </a:solidFill>
                <a:latin typeface="Arial" pitchFamily="34" charset="0"/>
                <a:cs typeface="Arial" pitchFamily="34" charset="0"/>
              </a:rPr>
              <a:t>age": </a:t>
            </a:r>
            <a:r>
              <a:rPr kumimoji="0" lang="en-US" altLang="zh-TW" sz="2200" b="0" dirty="0">
                <a:solidFill>
                  <a:srgbClr val="0070C0"/>
                </a:solidFill>
                <a:latin typeface="Arial" pitchFamily="34" charset="0"/>
                <a:cs typeface="Arial" pitchFamily="34" charset="0"/>
              </a:rPr>
              <a:t> </a:t>
            </a:r>
            <a:r>
              <a:rPr kumimoji="0" lang="en-US" sz="2200" b="0" dirty="0">
                <a:solidFill>
                  <a:srgbClr val="0070C0"/>
                </a:solidFill>
                <a:latin typeface="Arial" pitchFamily="34" charset="0"/>
                <a:cs typeface="Arial" pitchFamily="34" charset="0"/>
              </a:rPr>
              <a:t>20</a:t>
            </a:r>
            <a:endParaRPr kumimoji="0" lang="en-GB" sz="2200" b="0" dirty="0">
              <a:solidFill>
                <a:srgbClr val="0070C0"/>
              </a:solidFill>
              <a:latin typeface="Arial" pitchFamily="34" charset="0"/>
              <a:cs typeface="Arial" pitchFamily="34" charset="0"/>
            </a:endParaRPr>
          </a:p>
          <a:p>
            <a:pPr>
              <a:defRPr/>
            </a:pPr>
            <a:r>
              <a:rPr kumimoji="0" lang="en-US" sz="2200" b="0" dirty="0">
                <a:solidFill>
                  <a:srgbClr val="0070C0"/>
                </a:solidFill>
                <a:latin typeface="Arial" pitchFamily="34" charset="0"/>
                <a:cs typeface="Arial" pitchFamily="34" charset="0"/>
              </a:rPr>
              <a:t>    }    </a:t>
            </a:r>
            <a:endParaRPr kumimoji="0" lang="en-GB" sz="2200" b="0" dirty="0">
              <a:solidFill>
                <a:srgbClr val="0070C0"/>
              </a:solidFill>
              <a:latin typeface="Arial" pitchFamily="34" charset="0"/>
              <a:cs typeface="Arial" pitchFamily="34" charset="0"/>
            </a:endParaRPr>
          </a:p>
        </p:txBody>
      </p:sp>
    </p:spTree>
    <p:extLst>
      <p:ext uri="{BB962C8B-B14F-4D97-AF65-F5344CB8AC3E}">
        <p14:creationId xmlns:p14="http://schemas.microsoft.com/office/powerpoint/2010/main" val="137119335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57" name="Title 1"/>
          <p:cNvSpPr>
            <a:spLocks noGrp="1"/>
          </p:cNvSpPr>
          <p:nvPr>
            <p:ph type="title"/>
          </p:nvPr>
        </p:nvSpPr>
        <p:spPr>
          <a:xfrm>
            <a:off x="566737" y="404664"/>
            <a:ext cx="8229600" cy="792162"/>
          </a:xfrm>
        </p:spPr>
        <p:txBody>
          <a:bodyPr/>
          <a:lstStyle/>
          <a:p>
            <a:pPr eaLnBrk="1" hangingPunct="1"/>
            <a:r>
              <a:rPr lang="zh-TW" altLang="en-US" dirty="0">
                <a:latin typeface="微軟正黑體" pitchFamily="34" charset="-120"/>
                <a:ea typeface="微軟正黑體" pitchFamily="34" charset="-120"/>
              </a:rPr>
              <a:t>使用</a:t>
            </a:r>
            <a:r>
              <a:rPr lang="en-US" altLang="zh-TW" dirty="0">
                <a:latin typeface="Arial" charset="0"/>
                <a:ea typeface="微軟正黑體" pitchFamily="34" charset="-120"/>
                <a:cs typeface="Arial" charset="0"/>
              </a:rPr>
              <a:t>JSON</a:t>
            </a:r>
            <a:r>
              <a:rPr lang="zh-TW" altLang="en-US" dirty="0">
                <a:latin typeface="微軟正黑體" pitchFamily="34" charset="-120"/>
                <a:ea typeface="微軟正黑體" pitchFamily="34" charset="-120"/>
              </a:rPr>
              <a:t>定義物件陣列</a:t>
            </a:r>
            <a:endParaRPr lang="en-US" altLang="zh-TW" dirty="0">
              <a:latin typeface="微軟正黑體" pitchFamily="34" charset="-120"/>
              <a:ea typeface="微軟正黑體" pitchFamily="34" charset="-120"/>
            </a:endParaRPr>
          </a:p>
        </p:txBody>
      </p:sp>
      <p:sp>
        <p:nvSpPr>
          <p:cNvPr id="249858" name="Content Placeholder 2"/>
          <p:cNvSpPr>
            <a:spLocks noGrp="1"/>
          </p:cNvSpPr>
          <p:nvPr/>
        </p:nvSpPr>
        <p:spPr bwMode="auto">
          <a:xfrm>
            <a:off x="458788" y="1124744"/>
            <a:ext cx="8118475" cy="5622925"/>
          </a:xfrm>
          <a:prstGeom prst="rect">
            <a:avLst/>
          </a:prstGeom>
          <a:noFill/>
          <a:ln w="9525">
            <a:noFill/>
            <a:miter lim="800000"/>
            <a:headEnd/>
            <a:tailEnd/>
          </a:ln>
        </p:spPr>
        <p:txBody>
          <a:bodyPr lIns="0" tIns="0" rIns="0" bIns="0"/>
          <a:lstStyle/>
          <a:p>
            <a:pPr marL="174625" indent="-174625">
              <a:spcBef>
                <a:spcPts val="600"/>
              </a:spcBef>
              <a:buClr>
                <a:srgbClr val="0070C0"/>
              </a:buClr>
              <a:buSzPct val="90000"/>
              <a:buFont typeface="Arial" charset="0"/>
              <a:buChar char="•"/>
            </a:pPr>
            <a:r>
              <a:rPr kumimoji="0" lang="zh-TW" altLang="en-US" sz="2400" dirty="0">
                <a:ea typeface="微軟正黑體" pitchFamily="34" charset="-120"/>
                <a:cs typeface="Arial" charset="0"/>
              </a:rPr>
              <a:t> </a:t>
            </a:r>
            <a:r>
              <a:rPr kumimoji="0" lang="en-US" altLang="zh-TW" sz="2400" dirty="0">
                <a:ea typeface="微軟正黑體" pitchFamily="34" charset="-120"/>
                <a:cs typeface="Arial" charset="0"/>
              </a:rPr>
              <a:t>JSON</a:t>
            </a:r>
            <a:r>
              <a:rPr kumimoji="0" lang="zh-TW" altLang="en-US" sz="2400" dirty="0">
                <a:ea typeface="微軟正黑體" pitchFamily="34" charset="-120"/>
                <a:cs typeface="Arial" charset="0"/>
              </a:rPr>
              <a:t>格式建物物件陣列</a:t>
            </a:r>
            <a:endParaRPr kumimoji="0" lang="en-US" altLang="zh-TW" sz="2400" dirty="0">
              <a:ea typeface="微軟正黑體" pitchFamily="34" charset="-120"/>
              <a:cs typeface="Arial" charset="0"/>
            </a:endParaRPr>
          </a:p>
          <a:p>
            <a:pPr marL="174625" indent="-174625">
              <a:spcBef>
                <a:spcPts val="600"/>
              </a:spcBef>
              <a:buClr>
                <a:srgbClr val="0070C0"/>
              </a:buClr>
              <a:buSzPct val="90000"/>
              <a:buFont typeface="Arial" charset="0"/>
              <a:buChar char="•"/>
            </a:pPr>
            <a:endParaRPr kumimoji="0" lang="en-US" altLang="zh-TW" sz="2400" dirty="0">
              <a:ea typeface="微軟正黑體" pitchFamily="34" charset="-120"/>
              <a:cs typeface="Arial" charset="0"/>
            </a:endParaRPr>
          </a:p>
          <a:p>
            <a:pPr marL="174625" indent="-174625">
              <a:spcBef>
                <a:spcPts val="600"/>
              </a:spcBef>
              <a:buClr>
                <a:srgbClr val="0070C0"/>
              </a:buClr>
              <a:buSzPct val="90000"/>
              <a:buFont typeface="Arial" charset="0"/>
              <a:buChar char="•"/>
            </a:pPr>
            <a:endParaRPr kumimoji="0" lang="en-US" altLang="zh-TW" sz="2400" dirty="0">
              <a:ea typeface="微軟正黑體" pitchFamily="34" charset="-120"/>
              <a:cs typeface="Arial" charset="0"/>
            </a:endParaRPr>
          </a:p>
          <a:p>
            <a:pPr marL="174625" indent="-174625">
              <a:spcBef>
                <a:spcPts val="600"/>
              </a:spcBef>
              <a:buClr>
                <a:srgbClr val="0070C0"/>
              </a:buClr>
              <a:buSzPct val="90000"/>
              <a:buFont typeface="Arial" charset="0"/>
              <a:buChar char="•"/>
            </a:pPr>
            <a:endParaRPr kumimoji="0" lang="en-US" altLang="zh-TW" sz="2400" dirty="0">
              <a:ea typeface="微軟正黑體" pitchFamily="34" charset="-120"/>
              <a:cs typeface="Arial" charset="0"/>
            </a:endParaRPr>
          </a:p>
          <a:p>
            <a:pPr marL="174625" indent="-174625">
              <a:spcBef>
                <a:spcPts val="600"/>
              </a:spcBef>
              <a:buClr>
                <a:srgbClr val="0070C0"/>
              </a:buClr>
              <a:buSzPct val="90000"/>
              <a:buFont typeface="Arial" charset="0"/>
              <a:buChar char="•"/>
            </a:pPr>
            <a:endParaRPr kumimoji="0" lang="en-US" altLang="zh-TW" sz="2400" dirty="0">
              <a:ea typeface="微軟正黑體" pitchFamily="34" charset="-120"/>
              <a:cs typeface="Arial" charset="0"/>
            </a:endParaRPr>
          </a:p>
          <a:p>
            <a:pPr marL="174625" indent="-174625">
              <a:spcBef>
                <a:spcPts val="600"/>
              </a:spcBef>
              <a:buClr>
                <a:srgbClr val="0070C0"/>
              </a:buClr>
              <a:buSzPct val="90000"/>
              <a:buFont typeface="Arial" charset="0"/>
              <a:buChar char="•"/>
            </a:pPr>
            <a:endParaRPr kumimoji="0" lang="en-US" altLang="zh-TW" sz="2400" dirty="0">
              <a:ea typeface="微軟正黑體" pitchFamily="34" charset="-120"/>
              <a:cs typeface="Arial" charset="0"/>
            </a:endParaRPr>
          </a:p>
          <a:p>
            <a:pPr marL="174625" indent="-174625">
              <a:spcBef>
                <a:spcPts val="600"/>
              </a:spcBef>
              <a:buClr>
                <a:srgbClr val="0070C0"/>
              </a:buClr>
              <a:buSzPct val="90000"/>
              <a:buFont typeface="Arial" charset="0"/>
              <a:buChar char="•"/>
            </a:pPr>
            <a:endParaRPr kumimoji="0" lang="en-US" altLang="zh-TW" sz="2400" dirty="0">
              <a:ea typeface="微軟正黑體" pitchFamily="34" charset="-120"/>
              <a:cs typeface="Arial" charset="0"/>
            </a:endParaRPr>
          </a:p>
          <a:p>
            <a:pPr marL="174625" indent="-174625">
              <a:spcBef>
                <a:spcPts val="600"/>
              </a:spcBef>
              <a:buClr>
                <a:srgbClr val="0070C0"/>
              </a:buClr>
              <a:buSzPct val="90000"/>
              <a:buFont typeface="Arial" charset="0"/>
              <a:buChar char="•"/>
            </a:pPr>
            <a:endParaRPr kumimoji="0" lang="en-US" altLang="zh-TW" sz="2400" dirty="0">
              <a:ea typeface="微軟正黑體" pitchFamily="34" charset="-120"/>
              <a:cs typeface="Arial" charset="0"/>
            </a:endParaRPr>
          </a:p>
          <a:p>
            <a:pPr marL="174625" indent="-174625">
              <a:spcBef>
                <a:spcPts val="600"/>
              </a:spcBef>
              <a:buClr>
                <a:srgbClr val="0070C0"/>
              </a:buClr>
              <a:buSzPct val="90000"/>
              <a:buFont typeface="Arial" charset="0"/>
              <a:buChar char="•"/>
            </a:pPr>
            <a:endParaRPr kumimoji="0" lang="en-US" altLang="zh-TW" sz="2400" dirty="0">
              <a:ea typeface="微軟正黑體" pitchFamily="34" charset="-120"/>
              <a:cs typeface="Arial" charset="0"/>
            </a:endParaRPr>
          </a:p>
          <a:p>
            <a:pPr marL="174625" indent="-174625">
              <a:spcBef>
                <a:spcPts val="1800"/>
              </a:spcBef>
              <a:buClr>
                <a:srgbClr val="0070C0"/>
              </a:buClr>
              <a:buSzPct val="90000"/>
              <a:buFont typeface="Arial" charset="0"/>
              <a:buChar char="•"/>
            </a:pPr>
            <a:r>
              <a:rPr kumimoji="0" lang="zh-TW" altLang="en-US" sz="2400" dirty="0">
                <a:ea typeface="微軟正黑體" pitchFamily="34" charset="-120"/>
                <a:cs typeface="Arial" charset="0"/>
              </a:rPr>
              <a:t> </a:t>
            </a:r>
            <a:r>
              <a:rPr kumimoji="0" lang="en-US" altLang="zh-TW" sz="2400" dirty="0">
                <a:ea typeface="微軟正黑體" pitchFamily="34" charset="-120"/>
                <a:cs typeface="Arial" charset="0"/>
              </a:rPr>
              <a:t>JavaScript</a:t>
            </a:r>
            <a:r>
              <a:rPr kumimoji="0" lang="zh-TW" altLang="en-US" sz="2400" dirty="0">
                <a:ea typeface="微軟正黑體" pitchFamily="34" charset="-120"/>
                <a:cs typeface="Arial" charset="0"/>
              </a:rPr>
              <a:t>內建函式轉換</a:t>
            </a:r>
            <a:r>
              <a:rPr kumimoji="0" lang="en-US" altLang="zh-TW" sz="2400" dirty="0">
                <a:ea typeface="微軟正黑體" pitchFamily="34" charset="-120"/>
                <a:cs typeface="Arial" charset="0"/>
              </a:rPr>
              <a:t>JSON</a:t>
            </a:r>
            <a:r>
              <a:rPr kumimoji="0" lang="zh-TW" altLang="en-US" sz="2400" dirty="0">
                <a:ea typeface="微軟正黑體" pitchFamily="34" charset="-120"/>
                <a:cs typeface="Arial" charset="0"/>
              </a:rPr>
              <a:t>資料</a:t>
            </a:r>
            <a:endParaRPr kumimoji="0" lang="en-US" altLang="zh-TW" sz="2400" dirty="0">
              <a:ea typeface="微軟正黑體" pitchFamily="34" charset="-120"/>
              <a:cs typeface="Arial" charset="0"/>
            </a:endParaRPr>
          </a:p>
        </p:txBody>
      </p:sp>
      <p:sp>
        <p:nvSpPr>
          <p:cNvPr id="5" name="TextBox 3"/>
          <p:cNvSpPr txBox="1"/>
          <p:nvPr/>
        </p:nvSpPr>
        <p:spPr>
          <a:xfrm>
            <a:off x="755576" y="1556792"/>
            <a:ext cx="6143625" cy="3478212"/>
          </a:xfrm>
          <a:prstGeom prst="rect">
            <a:avLst/>
          </a:prstGeom>
          <a:solidFill>
            <a:schemeClr val="bg1">
              <a:lumMod val="95000"/>
            </a:schemeClr>
          </a:solidFill>
          <a:ln>
            <a:noFill/>
          </a:ln>
          <a:effectLst/>
        </p:spPr>
        <p:txBody>
          <a:bodyPr>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defRPr/>
            </a:pPr>
            <a:r>
              <a:rPr kumimoji="0" lang="en-US" sz="2200" b="0" dirty="0">
                <a:solidFill>
                  <a:srgbClr val="0070C0"/>
                </a:solidFill>
                <a:latin typeface="Arial" pitchFamily="34" charset="0"/>
                <a:cs typeface="Arial" pitchFamily="34" charset="0"/>
              </a:rPr>
              <a:t>var attendees = [</a:t>
            </a:r>
            <a:endParaRPr kumimoji="0" lang="en-GB" sz="2200" b="0" dirty="0">
              <a:solidFill>
                <a:srgbClr val="0070C0"/>
              </a:solidFill>
              <a:latin typeface="Arial" pitchFamily="34" charset="0"/>
              <a:cs typeface="Arial" pitchFamily="34" charset="0"/>
            </a:endParaRPr>
          </a:p>
          <a:p>
            <a:pPr>
              <a:defRPr/>
            </a:pPr>
            <a:r>
              <a:rPr kumimoji="0" lang="en-US" sz="2200" b="0" dirty="0">
                <a:solidFill>
                  <a:srgbClr val="0070C0"/>
                </a:solidFill>
                <a:latin typeface="Arial" pitchFamily="34" charset="0"/>
                <a:cs typeface="Arial" pitchFamily="34" charset="0"/>
              </a:rPr>
              <a:t>    {</a:t>
            </a:r>
            <a:endParaRPr kumimoji="0" lang="en-GB" sz="2200" b="0" dirty="0">
              <a:solidFill>
                <a:srgbClr val="0070C0"/>
              </a:solidFill>
              <a:latin typeface="Arial" pitchFamily="34" charset="0"/>
              <a:cs typeface="Arial" pitchFamily="34" charset="0"/>
            </a:endParaRPr>
          </a:p>
          <a:p>
            <a:pPr>
              <a:defRPr/>
            </a:pPr>
            <a:r>
              <a:rPr kumimoji="0" lang="en-US" sz="2200" b="0" dirty="0">
                <a:solidFill>
                  <a:srgbClr val="0070C0"/>
                </a:solidFill>
                <a:latin typeface="Arial" pitchFamily="34" charset="0"/>
                <a:cs typeface="Arial" pitchFamily="34" charset="0"/>
              </a:rPr>
              <a:t>        "name": </a:t>
            </a:r>
            <a:r>
              <a:rPr kumimoji="0" lang="en-US" altLang="zh-TW" sz="2200" b="0" dirty="0">
                <a:solidFill>
                  <a:srgbClr val="0070C0"/>
                </a:solidFill>
                <a:latin typeface="Arial" pitchFamily="34" charset="0"/>
                <a:cs typeface="Arial" pitchFamily="34" charset="0"/>
              </a:rPr>
              <a:t>"</a:t>
            </a:r>
            <a:r>
              <a:rPr kumimoji="0" lang="en-US" sz="2200" b="0" dirty="0">
                <a:solidFill>
                  <a:srgbClr val="0070C0"/>
                </a:solidFill>
                <a:latin typeface="Arial" pitchFamily="34" charset="0"/>
                <a:cs typeface="Arial" pitchFamily="34" charset="0"/>
              </a:rPr>
              <a:t>Eric Gruber",</a:t>
            </a:r>
            <a:endParaRPr kumimoji="0" lang="en-GB" sz="2200" b="0" dirty="0">
              <a:solidFill>
                <a:srgbClr val="0070C0"/>
              </a:solidFill>
              <a:latin typeface="Arial" pitchFamily="34" charset="0"/>
              <a:cs typeface="Arial" pitchFamily="34" charset="0"/>
            </a:endParaRPr>
          </a:p>
          <a:p>
            <a:pPr>
              <a:defRPr/>
            </a:pPr>
            <a:r>
              <a:rPr kumimoji="0" lang="en-US" sz="2200" b="0" dirty="0">
                <a:solidFill>
                  <a:srgbClr val="0070C0"/>
                </a:solidFill>
                <a:latin typeface="Arial" pitchFamily="34" charset="0"/>
                <a:cs typeface="Arial" pitchFamily="34" charset="0"/>
              </a:rPr>
              <a:t>        </a:t>
            </a:r>
            <a:r>
              <a:rPr kumimoji="0" lang="en-US" altLang="zh-TW" sz="2200" b="0" dirty="0">
                <a:solidFill>
                  <a:srgbClr val="0070C0"/>
                </a:solidFill>
                <a:latin typeface="Arial" pitchFamily="34" charset="0"/>
                <a:cs typeface="Arial" pitchFamily="34" charset="0"/>
              </a:rPr>
              <a:t>" </a:t>
            </a:r>
            <a:r>
              <a:rPr kumimoji="0" lang="en-US" sz="2200" b="0" dirty="0">
                <a:solidFill>
                  <a:srgbClr val="0070C0"/>
                </a:solidFill>
                <a:latin typeface="Arial" pitchFamily="34" charset="0"/>
                <a:cs typeface="Arial" pitchFamily="34" charset="0"/>
              </a:rPr>
              <a:t>age": "18"</a:t>
            </a:r>
            <a:endParaRPr kumimoji="0" lang="en-GB" sz="2200" b="0" dirty="0">
              <a:solidFill>
                <a:srgbClr val="0070C0"/>
              </a:solidFill>
              <a:latin typeface="Arial" pitchFamily="34" charset="0"/>
              <a:cs typeface="Arial" pitchFamily="34" charset="0"/>
            </a:endParaRPr>
          </a:p>
          <a:p>
            <a:pPr>
              <a:defRPr/>
            </a:pPr>
            <a:r>
              <a:rPr kumimoji="0" lang="en-US" sz="2200" b="0" dirty="0">
                <a:solidFill>
                  <a:srgbClr val="0070C0"/>
                </a:solidFill>
                <a:latin typeface="Arial" pitchFamily="34" charset="0"/>
                <a:cs typeface="Arial" pitchFamily="34" charset="0"/>
              </a:rPr>
              <a:t>    },</a:t>
            </a:r>
            <a:endParaRPr kumimoji="0" lang="en-GB" sz="2200" b="0" dirty="0">
              <a:solidFill>
                <a:srgbClr val="0070C0"/>
              </a:solidFill>
              <a:latin typeface="Arial" pitchFamily="34" charset="0"/>
              <a:cs typeface="Arial" pitchFamily="34" charset="0"/>
            </a:endParaRPr>
          </a:p>
          <a:p>
            <a:pPr>
              <a:defRPr/>
            </a:pPr>
            <a:r>
              <a:rPr kumimoji="0" lang="en-US" sz="2200" b="0" dirty="0">
                <a:solidFill>
                  <a:srgbClr val="0070C0"/>
                </a:solidFill>
                <a:latin typeface="Arial" pitchFamily="34" charset="0"/>
                <a:cs typeface="Arial" pitchFamily="34" charset="0"/>
              </a:rPr>
              <a:t>    {</a:t>
            </a:r>
            <a:endParaRPr kumimoji="0" lang="en-GB" sz="2200" b="0" dirty="0">
              <a:solidFill>
                <a:srgbClr val="0070C0"/>
              </a:solidFill>
              <a:latin typeface="Arial" pitchFamily="34" charset="0"/>
              <a:cs typeface="Arial" pitchFamily="34" charset="0"/>
            </a:endParaRPr>
          </a:p>
          <a:p>
            <a:pPr>
              <a:defRPr/>
            </a:pPr>
            <a:r>
              <a:rPr kumimoji="0" lang="en-US" sz="2200" b="0" dirty="0">
                <a:solidFill>
                  <a:srgbClr val="0070C0"/>
                </a:solidFill>
                <a:latin typeface="Arial" pitchFamily="34" charset="0"/>
                <a:cs typeface="Arial" pitchFamily="34" charset="0"/>
              </a:rPr>
              <a:t>        "name": </a:t>
            </a:r>
            <a:r>
              <a:rPr kumimoji="0" lang="en-US" altLang="zh-TW" sz="2200" b="0" dirty="0">
                <a:solidFill>
                  <a:srgbClr val="0070C0"/>
                </a:solidFill>
                <a:latin typeface="Arial" pitchFamily="34" charset="0"/>
                <a:cs typeface="Arial" pitchFamily="34" charset="0"/>
              </a:rPr>
              <a:t>"</a:t>
            </a:r>
            <a:r>
              <a:rPr kumimoji="0" lang="en-US" sz="2200" b="0" dirty="0">
                <a:solidFill>
                  <a:srgbClr val="0070C0"/>
                </a:solidFill>
                <a:latin typeface="Arial" pitchFamily="34" charset="0"/>
                <a:cs typeface="Arial" pitchFamily="34" charset="0"/>
              </a:rPr>
              <a:t>Martin Weber",</a:t>
            </a:r>
            <a:endParaRPr kumimoji="0" lang="en-GB" sz="2200" b="0" dirty="0">
              <a:solidFill>
                <a:srgbClr val="0070C0"/>
              </a:solidFill>
              <a:latin typeface="Arial" pitchFamily="34" charset="0"/>
              <a:cs typeface="Arial" pitchFamily="34" charset="0"/>
            </a:endParaRPr>
          </a:p>
          <a:p>
            <a:pPr>
              <a:defRPr/>
            </a:pPr>
            <a:r>
              <a:rPr kumimoji="0" lang="en-US" altLang="zh-TW" sz="2200" b="0" dirty="0">
                <a:solidFill>
                  <a:srgbClr val="0070C0"/>
                </a:solidFill>
                <a:latin typeface="Arial" pitchFamily="34" charset="0"/>
                <a:cs typeface="Arial" pitchFamily="34" charset="0"/>
              </a:rPr>
              <a:t>        " age": "28"</a:t>
            </a:r>
          </a:p>
          <a:p>
            <a:pPr>
              <a:defRPr/>
            </a:pPr>
            <a:r>
              <a:rPr kumimoji="0" lang="en-US" sz="2200" b="0" dirty="0">
                <a:solidFill>
                  <a:srgbClr val="0070C0"/>
                </a:solidFill>
                <a:latin typeface="Arial" pitchFamily="34" charset="0"/>
                <a:cs typeface="Arial" pitchFamily="34" charset="0"/>
              </a:rPr>
              <a:t>    }</a:t>
            </a:r>
            <a:endParaRPr kumimoji="0" lang="en-GB" sz="2200" b="0" dirty="0">
              <a:solidFill>
                <a:srgbClr val="0070C0"/>
              </a:solidFill>
              <a:latin typeface="Arial" pitchFamily="34" charset="0"/>
              <a:cs typeface="Arial" pitchFamily="34" charset="0"/>
            </a:endParaRPr>
          </a:p>
          <a:p>
            <a:pPr>
              <a:defRPr/>
            </a:pPr>
            <a:r>
              <a:rPr kumimoji="0" lang="en-US" sz="2200" b="0" dirty="0">
                <a:solidFill>
                  <a:srgbClr val="0070C0"/>
                </a:solidFill>
                <a:latin typeface="Arial" pitchFamily="34" charset="0"/>
                <a:cs typeface="Arial" pitchFamily="34" charset="0"/>
              </a:rPr>
              <a:t>]</a:t>
            </a:r>
            <a:endParaRPr kumimoji="0" lang="en-GB" sz="2200" b="0" dirty="0">
              <a:solidFill>
                <a:srgbClr val="0070C0"/>
              </a:solidFill>
              <a:latin typeface="Arial" pitchFamily="34" charset="0"/>
              <a:cs typeface="Arial" pitchFamily="34" charset="0"/>
            </a:endParaRPr>
          </a:p>
        </p:txBody>
      </p:sp>
    </p:spTree>
    <p:extLst>
      <p:ext uri="{BB962C8B-B14F-4D97-AF65-F5344CB8AC3E}">
        <p14:creationId xmlns:p14="http://schemas.microsoft.com/office/powerpoint/2010/main" val="286459773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B17461B-BBE7-4217-9938-0D4DED71C146}"/>
              </a:ext>
            </a:extLst>
          </p:cNvPr>
          <p:cNvSpPr>
            <a:spLocks noGrp="1"/>
          </p:cNvSpPr>
          <p:nvPr>
            <p:ph type="title"/>
          </p:nvPr>
        </p:nvSpPr>
        <p:spPr/>
        <p:txBody>
          <a:bodyPr/>
          <a:lstStyle/>
          <a:p>
            <a:r>
              <a:rPr lang="en-US" altLang="zh-TW" dirty="0"/>
              <a:t>DOM (Document Object Model)</a:t>
            </a:r>
            <a:endParaRPr lang="zh-TW" altLang="en-US" dirty="0"/>
          </a:p>
        </p:txBody>
      </p:sp>
      <p:sp>
        <p:nvSpPr>
          <p:cNvPr id="3" name="內容版面配置區 2">
            <a:extLst>
              <a:ext uri="{FF2B5EF4-FFF2-40B4-BE49-F238E27FC236}">
                <a16:creationId xmlns:a16="http://schemas.microsoft.com/office/drawing/2014/main" id="{EFD7BF0E-6B7F-4E06-B7CE-E488F8365B80}"/>
              </a:ext>
            </a:extLst>
          </p:cNvPr>
          <p:cNvSpPr>
            <a:spLocks noGrp="1"/>
          </p:cNvSpPr>
          <p:nvPr>
            <p:ph idx="1"/>
          </p:nvPr>
        </p:nvSpPr>
        <p:spPr>
          <a:xfrm>
            <a:off x="251520" y="1556792"/>
            <a:ext cx="8784976" cy="4281488"/>
          </a:xfrm>
        </p:spPr>
        <p:txBody>
          <a:bodyPr/>
          <a:lstStyle/>
          <a:p>
            <a:r>
              <a:rPr lang="zh-TW" altLang="en-US" sz="2400" dirty="0"/>
              <a:t>定義了一組標準 </a:t>
            </a:r>
            <a:r>
              <a:rPr lang="en-US" altLang="zh-TW" sz="2400" dirty="0"/>
              <a:t>API </a:t>
            </a:r>
            <a:r>
              <a:rPr lang="zh-TW" altLang="en-US" sz="2400" dirty="0"/>
              <a:t>讓我們可以用 </a:t>
            </a:r>
            <a:r>
              <a:rPr lang="en-US" altLang="zh-TW" sz="2400" dirty="0"/>
              <a:t>JavaScript </a:t>
            </a:r>
            <a:r>
              <a:rPr lang="zh-TW" altLang="en-US" sz="2400" dirty="0"/>
              <a:t>對 </a:t>
            </a:r>
            <a:r>
              <a:rPr lang="en-US" altLang="zh-TW" sz="2400" dirty="0"/>
              <a:t>HTML </a:t>
            </a:r>
            <a:r>
              <a:rPr lang="zh-TW" altLang="en-US" sz="2400" dirty="0"/>
              <a:t>文件做操作。</a:t>
            </a:r>
            <a:endParaRPr lang="en-US" altLang="zh-TW" sz="2400" dirty="0"/>
          </a:p>
          <a:p>
            <a:r>
              <a:rPr lang="zh-TW" altLang="en-US" sz="2400" dirty="0"/>
              <a:t>定義了</a:t>
            </a:r>
            <a:r>
              <a:rPr lang="en-US" altLang="zh-TW" sz="2400" dirty="0"/>
              <a:t>HTML</a:t>
            </a:r>
            <a:r>
              <a:rPr lang="zh-TW" altLang="en-US" sz="2400" dirty="0"/>
              <a:t>元素有哪些屬性 </a:t>
            </a:r>
            <a:r>
              <a:rPr lang="en-US" altLang="zh-TW" sz="2400" dirty="0"/>
              <a:t>(properties) </a:t>
            </a:r>
            <a:r>
              <a:rPr lang="zh-TW" altLang="en-US" sz="2400" dirty="0"/>
              <a:t>可以來做存取</a:t>
            </a:r>
          </a:p>
          <a:p>
            <a:r>
              <a:rPr lang="zh-TW" altLang="en-US" sz="2400" dirty="0"/>
              <a:t>定義了</a:t>
            </a:r>
            <a:r>
              <a:rPr lang="en-US" altLang="zh-TW" sz="2400" dirty="0"/>
              <a:t>HTML</a:t>
            </a:r>
            <a:r>
              <a:rPr lang="zh-TW" altLang="en-US" sz="2400" dirty="0"/>
              <a:t>元素有哪些方法 </a:t>
            </a:r>
            <a:r>
              <a:rPr lang="en-US" altLang="zh-TW" sz="2400" dirty="0"/>
              <a:t>(methods) </a:t>
            </a:r>
            <a:r>
              <a:rPr lang="zh-TW" altLang="en-US" sz="2400" dirty="0"/>
              <a:t>可以來被操作</a:t>
            </a:r>
          </a:p>
          <a:p>
            <a:r>
              <a:rPr lang="zh-TW" altLang="en-US" sz="2400" dirty="0"/>
              <a:t>定義了</a:t>
            </a:r>
            <a:r>
              <a:rPr lang="en-US" altLang="zh-TW" sz="2400" dirty="0"/>
              <a:t>HTML</a:t>
            </a:r>
            <a:r>
              <a:rPr lang="zh-TW" altLang="en-US" sz="2400" dirty="0"/>
              <a:t>元素事件讓我們可以針對特定元素來綁定事件處理函式</a:t>
            </a:r>
            <a:endParaRPr lang="en-US" altLang="zh-TW" sz="2400" dirty="0"/>
          </a:p>
          <a:p>
            <a:endParaRPr lang="zh-TW" altLang="en-US" sz="2400" dirty="0"/>
          </a:p>
        </p:txBody>
      </p:sp>
      <p:pic>
        <p:nvPicPr>
          <p:cNvPr id="4" name="圖片 3">
            <a:extLst>
              <a:ext uri="{FF2B5EF4-FFF2-40B4-BE49-F238E27FC236}">
                <a16:creationId xmlns:a16="http://schemas.microsoft.com/office/drawing/2014/main" id="{3D400E54-979B-40D9-8A35-E0738CED6411}"/>
              </a:ext>
            </a:extLst>
          </p:cNvPr>
          <p:cNvPicPr>
            <a:picLocks noChangeAspect="1"/>
          </p:cNvPicPr>
          <p:nvPr/>
        </p:nvPicPr>
        <p:blipFill>
          <a:blip r:embed="rId2"/>
          <a:stretch>
            <a:fillRect/>
          </a:stretch>
        </p:blipFill>
        <p:spPr>
          <a:xfrm>
            <a:off x="4788024" y="3789040"/>
            <a:ext cx="3138852" cy="2769419"/>
          </a:xfrm>
          <a:prstGeom prst="rect">
            <a:avLst/>
          </a:prstGeom>
        </p:spPr>
      </p:pic>
    </p:spTree>
    <p:extLst>
      <p:ext uri="{BB962C8B-B14F-4D97-AF65-F5344CB8AC3E}">
        <p14:creationId xmlns:p14="http://schemas.microsoft.com/office/powerpoint/2010/main" val="78713182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AE483E8-4C1F-4A1A-97B4-5237E2062E0D}"/>
              </a:ext>
            </a:extLst>
          </p:cNvPr>
          <p:cNvSpPr>
            <a:spLocks noGrp="1"/>
          </p:cNvSpPr>
          <p:nvPr>
            <p:ph type="title"/>
          </p:nvPr>
        </p:nvSpPr>
        <p:spPr>
          <a:xfrm>
            <a:off x="539552" y="548680"/>
            <a:ext cx="8229600" cy="792162"/>
          </a:xfrm>
        </p:spPr>
        <p:txBody>
          <a:bodyPr/>
          <a:lstStyle/>
          <a:p>
            <a:r>
              <a:rPr lang="en-US" altLang="zh-TW" dirty="0"/>
              <a:t>DOM </a:t>
            </a:r>
            <a:r>
              <a:rPr lang="zh-TW" altLang="en-US" dirty="0"/>
              <a:t>查找元素</a:t>
            </a:r>
            <a:r>
              <a:rPr lang="en-US" altLang="zh-TW" dirty="0"/>
              <a:t>(1)</a:t>
            </a:r>
            <a:endParaRPr lang="zh-TW" altLang="en-US" dirty="0"/>
          </a:p>
        </p:txBody>
      </p:sp>
      <p:sp>
        <p:nvSpPr>
          <p:cNvPr id="3" name="內容版面配置區 2">
            <a:extLst>
              <a:ext uri="{FF2B5EF4-FFF2-40B4-BE49-F238E27FC236}">
                <a16:creationId xmlns:a16="http://schemas.microsoft.com/office/drawing/2014/main" id="{B7ECFAE1-03B9-4A15-A71D-CC876BA55B9D}"/>
              </a:ext>
            </a:extLst>
          </p:cNvPr>
          <p:cNvSpPr>
            <a:spLocks noGrp="1"/>
          </p:cNvSpPr>
          <p:nvPr>
            <p:ph idx="1"/>
          </p:nvPr>
        </p:nvSpPr>
        <p:spPr>
          <a:xfrm>
            <a:off x="395536" y="1412776"/>
            <a:ext cx="8373616" cy="5112568"/>
          </a:xfrm>
        </p:spPr>
        <p:txBody>
          <a:bodyPr/>
          <a:lstStyle/>
          <a:p>
            <a:r>
              <a:rPr lang="en-US" altLang="zh-TW" sz="2800" dirty="0" err="1"/>
              <a:t>document.getElementById</a:t>
            </a:r>
            <a:r>
              <a:rPr lang="en-US" altLang="zh-TW" sz="2800" dirty="0"/>
              <a:t> </a:t>
            </a:r>
            <a:r>
              <a:rPr lang="zh-TW" altLang="en-US" sz="2800" dirty="0"/>
              <a:t>用來根據 </a:t>
            </a:r>
            <a:r>
              <a:rPr lang="en-US" altLang="zh-TW" sz="2800" dirty="0"/>
              <a:t>id </a:t>
            </a:r>
            <a:r>
              <a:rPr lang="zh-TW" altLang="en-US" sz="2800" dirty="0"/>
              <a:t>取得</a:t>
            </a:r>
            <a:r>
              <a:rPr lang="en-US" altLang="zh-TW" sz="2800" dirty="0"/>
              <a:t>HTML</a:t>
            </a:r>
            <a:r>
              <a:rPr lang="zh-TW" altLang="en-US" sz="2800" dirty="0"/>
              <a:t>元素</a:t>
            </a:r>
            <a:r>
              <a:rPr lang="zh-TW" altLang="en-US" dirty="0"/>
              <a:t>。</a:t>
            </a:r>
          </a:p>
          <a:p>
            <a:pPr marL="0" indent="0">
              <a:buNone/>
            </a:pPr>
            <a:r>
              <a:rPr lang="en-US" altLang="zh-TW" sz="2400" dirty="0"/>
              <a:t>&lt;html&gt;</a:t>
            </a:r>
          </a:p>
          <a:p>
            <a:pPr marL="0" indent="0">
              <a:buNone/>
            </a:pPr>
            <a:r>
              <a:rPr lang="en-US" altLang="zh-TW" sz="2400" dirty="0"/>
              <a:t>&lt;head&gt;</a:t>
            </a:r>
          </a:p>
          <a:p>
            <a:pPr marL="0" indent="0">
              <a:buNone/>
            </a:pPr>
            <a:r>
              <a:rPr lang="en-US" altLang="zh-TW" sz="2400" dirty="0"/>
              <a:t>  &lt;title&gt;</a:t>
            </a:r>
            <a:r>
              <a:rPr lang="en-US" altLang="zh-TW" sz="2400" dirty="0" err="1"/>
              <a:t>getElementById</a:t>
            </a:r>
            <a:r>
              <a:rPr lang="en-US" altLang="zh-TW" sz="2400" dirty="0"/>
              <a:t> example&lt;/title&gt;</a:t>
            </a:r>
          </a:p>
          <a:p>
            <a:pPr marL="0" indent="0">
              <a:buNone/>
            </a:pPr>
            <a:r>
              <a:rPr lang="en-US" altLang="zh-TW" sz="2400" dirty="0"/>
              <a:t>&lt;/head&gt;</a:t>
            </a:r>
          </a:p>
          <a:p>
            <a:pPr marL="0" indent="0">
              <a:buNone/>
            </a:pPr>
            <a:r>
              <a:rPr lang="en-US" altLang="zh-TW" sz="2400" dirty="0"/>
              <a:t>&lt;body&gt;</a:t>
            </a:r>
          </a:p>
          <a:p>
            <a:pPr marL="0" indent="0">
              <a:buNone/>
            </a:pPr>
            <a:r>
              <a:rPr lang="en-US" altLang="zh-TW" sz="2400" dirty="0"/>
              <a:t>  &lt;p id="</a:t>
            </a:r>
            <a:r>
              <a:rPr lang="en-US" altLang="zh-TW" sz="2400" dirty="0" err="1"/>
              <a:t>anyText</a:t>
            </a:r>
            <a:r>
              <a:rPr lang="en-US" altLang="zh-TW" sz="2400" dirty="0"/>
              <a:t>"&gt;Some text here&lt;/p&gt;</a:t>
            </a:r>
          </a:p>
          <a:p>
            <a:pPr marL="0" indent="0">
              <a:buNone/>
            </a:pPr>
            <a:r>
              <a:rPr lang="en-US" altLang="zh-TW" sz="2400" dirty="0"/>
              <a:t>&lt;/body&gt;</a:t>
            </a:r>
          </a:p>
          <a:p>
            <a:pPr marL="0" indent="0">
              <a:buNone/>
            </a:pPr>
            <a:r>
              <a:rPr lang="en-US" altLang="zh-TW" sz="2400" dirty="0"/>
              <a:t>&lt;/html&gt;</a:t>
            </a:r>
          </a:p>
          <a:p>
            <a:pPr marL="0" indent="0">
              <a:buNone/>
            </a:pPr>
            <a:r>
              <a:rPr lang="en-US" altLang="zh-TW" sz="2400" dirty="0">
                <a:solidFill>
                  <a:srgbClr val="C00000"/>
                </a:solidFill>
              </a:rPr>
              <a:t>var </a:t>
            </a:r>
            <a:r>
              <a:rPr lang="en-US" altLang="zh-TW" sz="2400" dirty="0" err="1">
                <a:solidFill>
                  <a:srgbClr val="C00000"/>
                </a:solidFill>
              </a:rPr>
              <a:t>elem</a:t>
            </a:r>
            <a:r>
              <a:rPr lang="en-US" altLang="zh-TW" sz="2400" dirty="0">
                <a:solidFill>
                  <a:srgbClr val="C00000"/>
                </a:solidFill>
              </a:rPr>
              <a:t> = </a:t>
            </a:r>
            <a:r>
              <a:rPr lang="en-US" altLang="zh-TW" sz="2400" dirty="0" err="1">
                <a:solidFill>
                  <a:srgbClr val="C00000"/>
                </a:solidFill>
              </a:rPr>
              <a:t>document.getElementById</a:t>
            </a:r>
            <a:r>
              <a:rPr lang="en-US" altLang="zh-TW" sz="2400" dirty="0">
                <a:solidFill>
                  <a:srgbClr val="C00000"/>
                </a:solidFill>
              </a:rPr>
              <a:t>('</a:t>
            </a:r>
            <a:r>
              <a:rPr lang="en-US" altLang="zh-TW" sz="2400" dirty="0" err="1"/>
              <a:t>anyText</a:t>
            </a:r>
            <a:r>
              <a:rPr lang="en-US" altLang="zh-TW" sz="2400" dirty="0">
                <a:solidFill>
                  <a:srgbClr val="C00000"/>
                </a:solidFill>
              </a:rPr>
              <a:t>');</a:t>
            </a:r>
            <a:endParaRPr lang="zh-TW" altLang="en-US" sz="2400" dirty="0">
              <a:solidFill>
                <a:srgbClr val="C00000"/>
              </a:solidFill>
            </a:endParaRPr>
          </a:p>
        </p:txBody>
      </p:sp>
    </p:spTree>
    <p:extLst>
      <p:ext uri="{BB962C8B-B14F-4D97-AF65-F5344CB8AC3E}">
        <p14:creationId xmlns:p14="http://schemas.microsoft.com/office/powerpoint/2010/main" val="401075263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AE483E8-4C1F-4A1A-97B4-5237E2062E0D}"/>
              </a:ext>
            </a:extLst>
          </p:cNvPr>
          <p:cNvSpPr>
            <a:spLocks noGrp="1"/>
          </p:cNvSpPr>
          <p:nvPr>
            <p:ph type="title"/>
          </p:nvPr>
        </p:nvSpPr>
        <p:spPr>
          <a:xfrm>
            <a:off x="539552" y="548680"/>
            <a:ext cx="8229600" cy="792162"/>
          </a:xfrm>
        </p:spPr>
        <p:txBody>
          <a:bodyPr/>
          <a:lstStyle/>
          <a:p>
            <a:r>
              <a:rPr lang="en-US" altLang="zh-TW" dirty="0"/>
              <a:t>DOM </a:t>
            </a:r>
            <a:r>
              <a:rPr lang="zh-TW" altLang="en-US" dirty="0"/>
              <a:t>查找元素</a:t>
            </a:r>
            <a:r>
              <a:rPr lang="en-US" altLang="zh-TW" dirty="0"/>
              <a:t>(2)</a:t>
            </a:r>
            <a:endParaRPr lang="zh-TW" altLang="en-US" dirty="0"/>
          </a:p>
        </p:txBody>
      </p:sp>
      <p:sp>
        <p:nvSpPr>
          <p:cNvPr id="3" name="內容版面配置區 2">
            <a:extLst>
              <a:ext uri="{FF2B5EF4-FFF2-40B4-BE49-F238E27FC236}">
                <a16:creationId xmlns:a16="http://schemas.microsoft.com/office/drawing/2014/main" id="{B7ECFAE1-03B9-4A15-A71D-CC876BA55B9D}"/>
              </a:ext>
            </a:extLst>
          </p:cNvPr>
          <p:cNvSpPr>
            <a:spLocks noGrp="1"/>
          </p:cNvSpPr>
          <p:nvPr>
            <p:ph idx="1"/>
          </p:nvPr>
        </p:nvSpPr>
        <p:spPr>
          <a:xfrm>
            <a:off x="35496" y="1238275"/>
            <a:ext cx="5976664" cy="3960440"/>
          </a:xfrm>
          <a:ln>
            <a:solidFill>
              <a:schemeClr val="bg1"/>
            </a:solidFill>
          </a:ln>
        </p:spPr>
        <p:txBody>
          <a:bodyPr/>
          <a:lstStyle/>
          <a:p>
            <a:pPr marL="0" indent="0">
              <a:buNone/>
            </a:pPr>
            <a:r>
              <a:rPr lang="en-US" altLang="zh-TW" sz="1600" dirty="0"/>
              <a:t>function div1Element() {</a:t>
            </a:r>
          </a:p>
          <a:p>
            <a:pPr marL="0" indent="0">
              <a:buNone/>
            </a:pPr>
            <a:r>
              <a:rPr lang="en-US" altLang="zh-TW" sz="1600" dirty="0"/>
              <a:t>    // </a:t>
            </a:r>
            <a:r>
              <a:rPr lang="zh-TW" altLang="en-US" sz="1600" dirty="0"/>
              <a:t>取得 </a:t>
            </a:r>
            <a:r>
              <a:rPr lang="en-US" altLang="zh-TW" sz="1600" dirty="0"/>
              <a:t>id </a:t>
            </a:r>
            <a:r>
              <a:rPr lang="zh-TW" altLang="en-US" sz="1600" dirty="0"/>
              <a:t>為 </a:t>
            </a:r>
            <a:r>
              <a:rPr lang="en-US" altLang="zh-TW" sz="1600" dirty="0"/>
              <a:t>div1 </a:t>
            </a:r>
            <a:r>
              <a:rPr lang="zh-TW" altLang="en-US" sz="1600" dirty="0"/>
              <a:t>的 </a:t>
            </a:r>
            <a:r>
              <a:rPr lang="en-US" altLang="zh-TW" sz="1600" dirty="0"/>
              <a:t>HTML </a:t>
            </a:r>
            <a:r>
              <a:rPr lang="zh-TW" altLang="en-US" sz="1600" dirty="0"/>
              <a:t>元素</a:t>
            </a:r>
          </a:p>
          <a:p>
            <a:pPr marL="0" indent="0">
              <a:buNone/>
            </a:pPr>
            <a:r>
              <a:rPr lang="zh-TW" altLang="en-US" sz="1600" dirty="0"/>
              <a:t>    </a:t>
            </a:r>
            <a:r>
              <a:rPr lang="en-US" altLang="zh-TW" sz="1600" dirty="0"/>
              <a:t>var div1 = </a:t>
            </a:r>
            <a:r>
              <a:rPr lang="en-US" altLang="zh-TW" sz="1600" dirty="0" err="1"/>
              <a:t>document.getElementById</a:t>
            </a:r>
            <a:r>
              <a:rPr lang="en-US" altLang="zh-TW" sz="1600" dirty="0"/>
              <a:t>('div1');</a:t>
            </a:r>
          </a:p>
          <a:p>
            <a:pPr marL="0" indent="0">
              <a:buNone/>
            </a:pPr>
            <a:r>
              <a:rPr lang="en-US" altLang="zh-TW" sz="1600" dirty="0"/>
              <a:t>    </a:t>
            </a:r>
          </a:p>
          <a:p>
            <a:pPr marL="0" indent="0">
              <a:buNone/>
            </a:pPr>
            <a:r>
              <a:rPr lang="en-US" altLang="zh-TW" sz="1600" dirty="0"/>
              <a:t>    // </a:t>
            </a:r>
            <a:r>
              <a:rPr lang="zh-TW" altLang="en-US" sz="1600" dirty="0"/>
              <a:t>取得 </a:t>
            </a:r>
            <a:r>
              <a:rPr lang="en-US" altLang="zh-TW" sz="1600" dirty="0"/>
              <a:t>div1 </a:t>
            </a:r>
            <a:r>
              <a:rPr lang="zh-TW" altLang="en-US" sz="1600" dirty="0"/>
              <a:t>下面所有的 </a:t>
            </a:r>
            <a:r>
              <a:rPr lang="en-US" altLang="zh-TW" sz="1600" dirty="0"/>
              <a:t>&lt;p&gt; </a:t>
            </a:r>
            <a:r>
              <a:rPr lang="zh-TW" altLang="en-US" sz="1600" dirty="0"/>
              <a:t>元素</a:t>
            </a:r>
          </a:p>
          <a:p>
            <a:pPr marL="0" indent="0">
              <a:buNone/>
            </a:pPr>
            <a:r>
              <a:rPr lang="zh-TW" altLang="en-US" sz="1600" dirty="0"/>
              <a:t>    </a:t>
            </a:r>
            <a:r>
              <a:rPr lang="en-US" altLang="zh-TW" sz="1600" dirty="0"/>
              <a:t>var div1Param = div1.</a:t>
            </a:r>
            <a:r>
              <a:rPr lang="en-US" altLang="zh-TW" sz="1600" dirty="0">
                <a:solidFill>
                  <a:srgbClr val="C00000"/>
                </a:solidFill>
              </a:rPr>
              <a:t>getElementsByTagName</a:t>
            </a:r>
            <a:r>
              <a:rPr lang="en-US" altLang="zh-TW" sz="1600" dirty="0"/>
              <a:t>('p');</a:t>
            </a:r>
          </a:p>
          <a:p>
            <a:pPr marL="0" indent="0">
              <a:buNone/>
            </a:pPr>
            <a:r>
              <a:rPr lang="en-US" altLang="zh-TW" sz="1600" dirty="0"/>
              <a:t>    </a:t>
            </a:r>
          </a:p>
          <a:p>
            <a:pPr marL="0" indent="0">
              <a:buNone/>
            </a:pPr>
            <a:r>
              <a:rPr lang="en-US" altLang="zh-TW" sz="1600" dirty="0"/>
              <a:t>    // </a:t>
            </a:r>
            <a:r>
              <a:rPr lang="zh-TW" altLang="en-US" sz="1600" dirty="0"/>
              <a:t>取得 </a:t>
            </a:r>
            <a:r>
              <a:rPr lang="en-US" altLang="zh-TW" sz="1600" dirty="0"/>
              <a:t>div1 </a:t>
            </a:r>
            <a:r>
              <a:rPr lang="zh-TW" altLang="en-US" sz="1600" dirty="0"/>
              <a:t>下面總共有幾個 </a:t>
            </a:r>
            <a:r>
              <a:rPr lang="en-US" altLang="zh-TW" sz="1600" dirty="0"/>
              <a:t>&lt;p&gt; </a:t>
            </a:r>
            <a:r>
              <a:rPr lang="zh-TW" altLang="en-US" sz="1600" dirty="0"/>
              <a:t>元素</a:t>
            </a:r>
          </a:p>
          <a:p>
            <a:pPr marL="0" indent="0">
              <a:buNone/>
            </a:pPr>
            <a:r>
              <a:rPr lang="zh-TW" altLang="en-US" sz="1600" dirty="0"/>
              <a:t>    </a:t>
            </a:r>
            <a:r>
              <a:rPr lang="en-US" altLang="zh-TW" sz="1600" dirty="0"/>
              <a:t>// num = 5</a:t>
            </a:r>
          </a:p>
          <a:p>
            <a:pPr marL="0" indent="0">
              <a:buNone/>
            </a:pPr>
            <a:r>
              <a:rPr lang="en-US" altLang="zh-TW" sz="1600" dirty="0"/>
              <a:t>    var num = div1Param.length;</a:t>
            </a:r>
          </a:p>
          <a:p>
            <a:pPr marL="0" indent="0">
              <a:buNone/>
            </a:pPr>
            <a:r>
              <a:rPr lang="en-US" altLang="zh-TW" sz="1600" dirty="0"/>
              <a:t>    </a:t>
            </a:r>
          </a:p>
          <a:p>
            <a:pPr marL="0" indent="0">
              <a:buNone/>
            </a:pPr>
            <a:r>
              <a:rPr lang="en-US" altLang="zh-TW" sz="1600" dirty="0"/>
              <a:t>    // .....</a:t>
            </a:r>
          </a:p>
          <a:p>
            <a:pPr marL="0" indent="0">
              <a:buNone/>
            </a:pPr>
            <a:r>
              <a:rPr lang="en-US" altLang="zh-TW" sz="1600" dirty="0"/>
              <a:t>}</a:t>
            </a:r>
          </a:p>
          <a:p>
            <a:pPr marL="0" indent="0">
              <a:buNone/>
            </a:pPr>
            <a:endParaRPr lang="en-US" altLang="zh-TW" sz="1800" dirty="0"/>
          </a:p>
          <a:p>
            <a:pPr marL="0" indent="0">
              <a:buNone/>
            </a:pPr>
            <a:endParaRPr lang="zh-TW" altLang="en-US" sz="1000" dirty="0"/>
          </a:p>
        </p:txBody>
      </p:sp>
      <p:sp>
        <p:nvSpPr>
          <p:cNvPr id="5" name="文字方塊 4">
            <a:extLst>
              <a:ext uri="{FF2B5EF4-FFF2-40B4-BE49-F238E27FC236}">
                <a16:creationId xmlns:a16="http://schemas.microsoft.com/office/drawing/2014/main" id="{ED56CC97-2E6B-4B1E-8ABC-21EC66D4024B}"/>
              </a:ext>
            </a:extLst>
          </p:cNvPr>
          <p:cNvSpPr txBox="1"/>
          <p:nvPr/>
        </p:nvSpPr>
        <p:spPr>
          <a:xfrm>
            <a:off x="4572000" y="3140968"/>
            <a:ext cx="4572000" cy="3539430"/>
          </a:xfrm>
          <a:prstGeom prst="rect">
            <a:avLst/>
          </a:prstGeom>
          <a:noFill/>
          <a:ln>
            <a:solidFill>
              <a:schemeClr val="tx1"/>
            </a:solidFill>
          </a:ln>
        </p:spPr>
        <p:txBody>
          <a:bodyPr wrap="square">
            <a:spAutoFit/>
          </a:bodyPr>
          <a:lstStyle/>
          <a:p>
            <a:pPr marL="0" indent="0">
              <a:buNone/>
            </a:pPr>
            <a:r>
              <a:rPr lang="en-US" altLang="zh-TW" sz="1600" dirty="0"/>
              <a:t>function div2Elememt() {</a:t>
            </a:r>
          </a:p>
          <a:p>
            <a:pPr marL="0" indent="0">
              <a:buNone/>
            </a:pPr>
            <a:r>
              <a:rPr lang="en-US" altLang="zh-TW" sz="1600" dirty="0"/>
              <a:t>    // </a:t>
            </a:r>
            <a:r>
              <a:rPr lang="zh-TW" altLang="en-US" sz="1600" dirty="0"/>
              <a:t>取得 </a:t>
            </a:r>
            <a:r>
              <a:rPr lang="en-US" altLang="zh-TW" sz="1600" dirty="0"/>
              <a:t>id </a:t>
            </a:r>
            <a:r>
              <a:rPr lang="zh-TW" altLang="en-US" sz="1600" dirty="0"/>
              <a:t>為 </a:t>
            </a:r>
            <a:r>
              <a:rPr lang="en-US" altLang="zh-TW" sz="1600" dirty="0"/>
              <a:t>div1 </a:t>
            </a:r>
            <a:r>
              <a:rPr lang="zh-TW" altLang="en-US" sz="1600" dirty="0"/>
              <a:t>的 </a:t>
            </a:r>
            <a:r>
              <a:rPr lang="en-US" altLang="zh-TW" sz="1600" dirty="0"/>
              <a:t>HTML </a:t>
            </a:r>
            <a:r>
              <a:rPr lang="zh-TW" altLang="en-US" sz="1600" dirty="0"/>
              <a:t>元素</a:t>
            </a:r>
          </a:p>
          <a:p>
            <a:pPr marL="0" indent="0">
              <a:buNone/>
            </a:pPr>
            <a:r>
              <a:rPr lang="zh-TW" altLang="en-US" sz="1600" dirty="0"/>
              <a:t>    </a:t>
            </a:r>
            <a:r>
              <a:rPr lang="en-US" altLang="zh-TW" sz="1600" dirty="0"/>
              <a:t>var div2 = </a:t>
            </a:r>
            <a:r>
              <a:rPr lang="en-US" altLang="zh-TW" sz="1600" dirty="0" err="1"/>
              <a:t>document.getElementById</a:t>
            </a:r>
            <a:r>
              <a:rPr lang="en-US" altLang="zh-TW" sz="1600" dirty="0"/>
              <a:t>('div2');</a:t>
            </a:r>
          </a:p>
          <a:p>
            <a:pPr marL="0" indent="0">
              <a:buNone/>
            </a:pPr>
            <a:endParaRPr lang="en-US" altLang="zh-TW" sz="1600" dirty="0"/>
          </a:p>
          <a:p>
            <a:pPr marL="0" indent="0">
              <a:buNone/>
            </a:pPr>
            <a:r>
              <a:rPr lang="en-US" altLang="zh-TW" sz="1600" dirty="0"/>
              <a:t>    // </a:t>
            </a:r>
            <a:r>
              <a:rPr lang="zh-TW" altLang="en-US" sz="1600" dirty="0"/>
              <a:t>取得 </a:t>
            </a:r>
            <a:r>
              <a:rPr lang="en-US" altLang="zh-TW" sz="1600" dirty="0"/>
              <a:t>div2 </a:t>
            </a:r>
            <a:r>
              <a:rPr lang="zh-TW" altLang="en-US" sz="1600" dirty="0"/>
              <a:t>下面所有的 </a:t>
            </a:r>
            <a:r>
              <a:rPr lang="en-US" altLang="zh-TW" sz="1600" dirty="0"/>
              <a:t>&lt;p&gt; </a:t>
            </a:r>
            <a:r>
              <a:rPr lang="zh-TW" altLang="en-US" sz="1600" dirty="0"/>
              <a:t>元素</a:t>
            </a:r>
          </a:p>
          <a:p>
            <a:pPr marL="0" indent="0">
              <a:buNone/>
            </a:pPr>
            <a:r>
              <a:rPr lang="zh-TW" altLang="en-US" sz="1600" dirty="0"/>
              <a:t>    </a:t>
            </a:r>
            <a:r>
              <a:rPr lang="en-US" altLang="zh-TW" sz="1600" dirty="0"/>
              <a:t>var div2Param = div2.</a:t>
            </a:r>
            <a:r>
              <a:rPr lang="en-US" altLang="zh-TW" sz="1600" dirty="0">
                <a:solidFill>
                  <a:srgbClr val="C00000"/>
                </a:solidFill>
              </a:rPr>
              <a:t>getElementsByTagName</a:t>
            </a:r>
            <a:r>
              <a:rPr lang="en-US" altLang="zh-TW" sz="1600" dirty="0"/>
              <a:t>('p');</a:t>
            </a:r>
          </a:p>
          <a:p>
            <a:pPr marL="0" indent="0">
              <a:buNone/>
            </a:pPr>
            <a:r>
              <a:rPr lang="en-US" altLang="zh-TW" sz="1600" dirty="0"/>
              <a:t>    </a:t>
            </a:r>
          </a:p>
          <a:p>
            <a:pPr marL="0" indent="0">
              <a:buNone/>
            </a:pPr>
            <a:r>
              <a:rPr lang="en-US" altLang="zh-TW" sz="1600" dirty="0"/>
              <a:t>    // </a:t>
            </a:r>
            <a:r>
              <a:rPr lang="zh-TW" altLang="en-US" sz="1600" dirty="0"/>
              <a:t>取得 </a:t>
            </a:r>
            <a:r>
              <a:rPr lang="en-US" altLang="zh-TW" sz="1600" dirty="0"/>
              <a:t>div2 </a:t>
            </a:r>
            <a:r>
              <a:rPr lang="zh-TW" altLang="en-US" sz="1600" dirty="0"/>
              <a:t>下面總共有幾個 </a:t>
            </a:r>
            <a:r>
              <a:rPr lang="en-US" altLang="zh-TW" sz="1600" dirty="0"/>
              <a:t>&lt;p&gt; </a:t>
            </a:r>
            <a:r>
              <a:rPr lang="zh-TW" altLang="en-US" sz="1600" dirty="0"/>
              <a:t>元素</a:t>
            </a:r>
          </a:p>
          <a:p>
            <a:pPr marL="0" indent="0">
              <a:buNone/>
            </a:pPr>
            <a:r>
              <a:rPr lang="zh-TW" altLang="en-US" sz="1600" dirty="0"/>
              <a:t>    </a:t>
            </a:r>
            <a:r>
              <a:rPr lang="en-US" altLang="zh-TW" sz="1600" dirty="0"/>
              <a:t>// num = 2</a:t>
            </a:r>
          </a:p>
          <a:p>
            <a:pPr marL="0" indent="0">
              <a:buNone/>
            </a:pPr>
            <a:r>
              <a:rPr lang="en-US" altLang="zh-TW" sz="1600" dirty="0"/>
              <a:t>    var num = div2Param.length;</a:t>
            </a:r>
          </a:p>
          <a:p>
            <a:pPr marL="0" indent="0">
              <a:buNone/>
            </a:pPr>
            <a:endParaRPr lang="en-US" altLang="zh-TW" sz="1600" dirty="0"/>
          </a:p>
          <a:p>
            <a:pPr marL="0" indent="0">
              <a:buNone/>
            </a:pPr>
            <a:r>
              <a:rPr lang="en-US" altLang="zh-TW" sz="1600" dirty="0"/>
              <a:t>    // .....</a:t>
            </a:r>
          </a:p>
          <a:p>
            <a:pPr marL="0" indent="0">
              <a:buNone/>
            </a:pPr>
            <a:r>
              <a:rPr lang="en-US" altLang="zh-TW" sz="1600" dirty="0"/>
              <a:t>}</a:t>
            </a:r>
            <a:endParaRPr lang="zh-TW" altLang="en-US" dirty="0"/>
          </a:p>
        </p:txBody>
      </p:sp>
    </p:spTree>
    <p:extLst>
      <p:ext uri="{BB962C8B-B14F-4D97-AF65-F5344CB8AC3E}">
        <p14:creationId xmlns:p14="http://schemas.microsoft.com/office/powerpoint/2010/main" val="46511286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1A6C03A-8551-420B-8808-75EBCC6613DD}"/>
              </a:ext>
            </a:extLst>
          </p:cNvPr>
          <p:cNvSpPr>
            <a:spLocks noGrp="1"/>
          </p:cNvSpPr>
          <p:nvPr>
            <p:ph type="title"/>
          </p:nvPr>
        </p:nvSpPr>
        <p:spPr>
          <a:xfrm>
            <a:off x="539552" y="454616"/>
            <a:ext cx="8373616" cy="792162"/>
          </a:xfrm>
        </p:spPr>
        <p:txBody>
          <a:bodyPr/>
          <a:lstStyle/>
          <a:p>
            <a:r>
              <a:rPr lang="en-US" altLang="zh-TW" dirty="0" err="1"/>
              <a:t>getElementsByClassName</a:t>
            </a:r>
            <a:r>
              <a:rPr lang="en-US" altLang="zh-TW" dirty="0"/>
              <a:t>(name)</a:t>
            </a:r>
            <a:endParaRPr lang="zh-TW" altLang="en-US" dirty="0"/>
          </a:p>
        </p:txBody>
      </p:sp>
      <p:sp>
        <p:nvSpPr>
          <p:cNvPr id="3" name="內容版面配置區 2">
            <a:extLst>
              <a:ext uri="{FF2B5EF4-FFF2-40B4-BE49-F238E27FC236}">
                <a16:creationId xmlns:a16="http://schemas.microsoft.com/office/drawing/2014/main" id="{A38CDF9C-2567-4E39-A34A-CEF290EF1730}"/>
              </a:ext>
            </a:extLst>
          </p:cNvPr>
          <p:cNvSpPr>
            <a:spLocks noGrp="1"/>
          </p:cNvSpPr>
          <p:nvPr>
            <p:ph idx="1"/>
          </p:nvPr>
        </p:nvSpPr>
        <p:spPr>
          <a:xfrm>
            <a:off x="151420" y="1256414"/>
            <a:ext cx="8841160" cy="5184576"/>
          </a:xfrm>
        </p:spPr>
        <p:txBody>
          <a:bodyPr/>
          <a:lstStyle/>
          <a:p>
            <a:pPr marL="0" indent="0">
              <a:buNone/>
            </a:pPr>
            <a:r>
              <a:rPr lang="en-US" altLang="zh-TW" sz="1800" dirty="0"/>
              <a:t>&lt;div id="parent-id"&gt;</a:t>
            </a:r>
          </a:p>
          <a:p>
            <a:pPr marL="0" indent="0">
              <a:buNone/>
            </a:pPr>
            <a:r>
              <a:rPr lang="en-US" altLang="zh-TW" sz="1800" dirty="0"/>
              <a:t>    &lt;p&gt;hello word1&lt;/p&gt;</a:t>
            </a:r>
          </a:p>
          <a:p>
            <a:pPr marL="0" indent="0">
              <a:buNone/>
            </a:pPr>
            <a:r>
              <a:rPr lang="en-US" altLang="zh-TW" sz="1800" dirty="0"/>
              <a:t>    &lt;p </a:t>
            </a:r>
            <a:r>
              <a:rPr lang="en-US" altLang="zh-TW" sz="1800" dirty="0">
                <a:solidFill>
                  <a:srgbClr val="C00000"/>
                </a:solidFill>
              </a:rPr>
              <a:t>class="test"</a:t>
            </a:r>
            <a:r>
              <a:rPr lang="en-US" altLang="zh-TW" sz="1800" dirty="0"/>
              <a:t>&gt;hello word2&lt;/p&gt;</a:t>
            </a:r>
          </a:p>
          <a:p>
            <a:pPr marL="0" indent="0">
              <a:buNone/>
            </a:pPr>
            <a:r>
              <a:rPr lang="en-US" altLang="zh-TW" sz="1800" dirty="0"/>
              <a:t>    &lt;p </a:t>
            </a:r>
            <a:r>
              <a:rPr lang="en-US" altLang="zh-TW" sz="1800" dirty="0">
                <a:solidFill>
                  <a:srgbClr val="C00000"/>
                </a:solidFill>
              </a:rPr>
              <a:t>class="test"</a:t>
            </a:r>
            <a:r>
              <a:rPr lang="en-US" altLang="zh-TW" sz="1800" dirty="0"/>
              <a:t>&gt;hello word3&lt;/p&gt;</a:t>
            </a:r>
          </a:p>
          <a:p>
            <a:pPr marL="0" indent="0">
              <a:buNone/>
            </a:pPr>
            <a:r>
              <a:rPr lang="en-US" altLang="zh-TW" sz="1800" dirty="0"/>
              <a:t>&lt;/div&gt;</a:t>
            </a:r>
          </a:p>
          <a:p>
            <a:pPr marL="0" indent="0">
              <a:buNone/>
            </a:pPr>
            <a:endParaRPr lang="en-US" altLang="zh-TW" sz="1800" dirty="0"/>
          </a:p>
          <a:p>
            <a:pPr marL="0" indent="0">
              <a:buNone/>
            </a:pPr>
            <a:r>
              <a:rPr lang="en-US" altLang="zh-TW" sz="1800" dirty="0"/>
              <a:t>// </a:t>
            </a:r>
            <a:r>
              <a:rPr lang="zh-TW" altLang="en-US" sz="1800" dirty="0"/>
              <a:t>取得 </a:t>
            </a:r>
            <a:r>
              <a:rPr lang="en-US" altLang="zh-TW" sz="1800" dirty="0"/>
              <a:t>id </a:t>
            </a:r>
            <a:r>
              <a:rPr lang="zh-TW" altLang="en-US" sz="1800" dirty="0"/>
              <a:t>為 </a:t>
            </a:r>
            <a:r>
              <a:rPr lang="en-US" altLang="zh-TW" sz="1800" dirty="0"/>
              <a:t>parent-id </a:t>
            </a:r>
            <a:r>
              <a:rPr lang="zh-TW" altLang="en-US" sz="1800" dirty="0"/>
              <a:t>的 </a:t>
            </a:r>
            <a:r>
              <a:rPr lang="en-US" altLang="zh-TW" sz="1800" dirty="0"/>
              <a:t>HTML </a:t>
            </a:r>
            <a:r>
              <a:rPr lang="zh-TW" altLang="en-US" sz="1800" dirty="0"/>
              <a:t>元素</a:t>
            </a:r>
          </a:p>
          <a:p>
            <a:pPr marL="0" indent="0">
              <a:buNone/>
            </a:pPr>
            <a:r>
              <a:rPr lang="en-US" altLang="zh-TW" sz="1800" dirty="0"/>
              <a:t>var </a:t>
            </a:r>
            <a:r>
              <a:rPr lang="en-US" altLang="zh-TW" sz="1800" dirty="0" err="1"/>
              <a:t>parentDOM</a:t>
            </a:r>
            <a:r>
              <a:rPr lang="en-US" altLang="zh-TW" sz="1800" dirty="0"/>
              <a:t> = </a:t>
            </a:r>
            <a:r>
              <a:rPr lang="en-US" altLang="zh-TW" sz="1800" dirty="0" err="1"/>
              <a:t>document.getElementById</a:t>
            </a:r>
            <a:r>
              <a:rPr lang="en-US" altLang="zh-TW" sz="1800" dirty="0"/>
              <a:t>('parent-id');</a:t>
            </a:r>
          </a:p>
          <a:p>
            <a:pPr marL="0" indent="0">
              <a:buNone/>
            </a:pPr>
            <a:r>
              <a:rPr lang="en-US" altLang="zh-TW" sz="1800" dirty="0"/>
              <a:t>// </a:t>
            </a:r>
            <a:r>
              <a:rPr lang="zh-TW" altLang="en-US" sz="1800" dirty="0"/>
              <a:t>取得 </a:t>
            </a:r>
            <a:r>
              <a:rPr lang="en-US" altLang="zh-TW" sz="1800" dirty="0" err="1"/>
              <a:t>parentDOM</a:t>
            </a:r>
            <a:r>
              <a:rPr lang="en-US" altLang="zh-TW" sz="1800" dirty="0"/>
              <a:t> </a:t>
            </a:r>
            <a:r>
              <a:rPr lang="zh-TW" altLang="en-US" sz="1800" dirty="0"/>
              <a:t>下面所有 </a:t>
            </a:r>
            <a:r>
              <a:rPr lang="en-US" altLang="zh-TW" sz="1800" dirty="0"/>
              <a:t>class </a:t>
            </a:r>
            <a:r>
              <a:rPr lang="zh-TW" altLang="en-US" sz="1800" dirty="0"/>
              <a:t>是 </a:t>
            </a:r>
            <a:r>
              <a:rPr lang="en-US" altLang="zh-TW" sz="1800" dirty="0"/>
              <a:t>test </a:t>
            </a:r>
            <a:r>
              <a:rPr lang="zh-TW" altLang="en-US" sz="1800" dirty="0"/>
              <a:t>的 </a:t>
            </a:r>
            <a:r>
              <a:rPr lang="en-US" altLang="zh-TW" sz="1800" dirty="0"/>
              <a:t>HTML </a:t>
            </a:r>
            <a:r>
              <a:rPr lang="zh-TW" altLang="en-US" sz="1800" dirty="0"/>
              <a:t>元素</a:t>
            </a:r>
          </a:p>
          <a:p>
            <a:pPr marL="0" indent="0">
              <a:buNone/>
            </a:pPr>
            <a:r>
              <a:rPr lang="en-US" altLang="zh-TW" sz="1800" dirty="0"/>
              <a:t>var test = </a:t>
            </a:r>
            <a:r>
              <a:rPr lang="en-US" altLang="zh-TW" sz="1800" dirty="0" err="1"/>
              <a:t>parentDOM.getElementsByClassName</a:t>
            </a:r>
            <a:r>
              <a:rPr lang="en-US" altLang="zh-TW" sz="1800" dirty="0"/>
              <a:t>('test');</a:t>
            </a:r>
          </a:p>
          <a:p>
            <a:pPr marL="0" indent="0">
              <a:buNone/>
            </a:pPr>
            <a:r>
              <a:rPr lang="en-US" altLang="zh-TW" sz="1800" dirty="0"/>
              <a:t>// </a:t>
            </a:r>
            <a:r>
              <a:rPr lang="zh-TW" altLang="en-US" sz="1800" dirty="0"/>
              <a:t>輸出 </a:t>
            </a:r>
            <a:r>
              <a:rPr lang="en-US" altLang="zh-TW" sz="1800" dirty="0"/>
              <a:t>2</a:t>
            </a:r>
          </a:p>
          <a:p>
            <a:pPr marL="0" indent="0">
              <a:buNone/>
            </a:pPr>
            <a:r>
              <a:rPr lang="en-US" altLang="zh-TW" sz="1800" dirty="0"/>
              <a:t>console.log(</a:t>
            </a:r>
            <a:r>
              <a:rPr lang="en-US" altLang="zh-TW" sz="1800" dirty="0" err="1"/>
              <a:t>test.length</a:t>
            </a:r>
            <a:r>
              <a:rPr lang="en-US" altLang="zh-TW" sz="1800" dirty="0"/>
              <a:t>)</a:t>
            </a:r>
          </a:p>
          <a:p>
            <a:pPr marL="0" indent="0">
              <a:buNone/>
            </a:pPr>
            <a:r>
              <a:rPr lang="en-US" altLang="zh-TW" sz="1800" dirty="0"/>
              <a:t>// </a:t>
            </a:r>
            <a:r>
              <a:rPr lang="zh-TW" altLang="en-US" sz="1800" dirty="0"/>
              <a:t>輸出 </a:t>
            </a:r>
            <a:r>
              <a:rPr lang="en-US" altLang="zh-TW" sz="1800" dirty="0"/>
              <a:t>&lt;p class="test"&gt;hello word2&lt;/p&gt;</a:t>
            </a:r>
          </a:p>
          <a:p>
            <a:pPr marL="0" indent="0">
              <a:buNone/>
            </a:pPr>
            <a:r>
              <a:rPr lang="en-US" altLang="zh-TW" sz="1800" dirty="0"/>
              <a:t>console.log(</a:t>
            </a:r>
            <a:r>
              <a:rPr lang="en-US" altLang="zh-TW" sz="1800" dirty="0" err="1"/>
              <a:t>parentDOM.getElementsByClassName</a:t>
            </a:r>
            <a:r>
              <a:rPr lang="en-US" altLang="zh-TW" sz="1800" dirty="0"/>
              <a:t>('test')[0].</a:t>
            </a:r>
            <a:r>
              <a:rPr lang="en-US" altLang="zh-TW" sz="1800" dirty="0" err="1"/>
              <a:t>innerTerxt</a:t>
            </a:r>
            <a:r>
              <a:rPr lang="en-US" altLang="zh-TW" sz="1800" dirty="0"/>
              <a:t>);</a:t>
            </a:r>
          </a:p>
        </p:txBody>
      </p:sp>
    </p:spTree>
    <p:extLst>
      <p:ext uri="{BB962C8B-B14F-4D97-AF65-F5344CB8AC3E}">
        <p14:creationId xmlns:p14="http://schemas.microsoft.com/office/powerpoint/2010/main" val="41531298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7A47799-2185-406A-8FF0-E5BA51E353E0}"/>
              </a:ext>
            </a:extLst>
          </p:cNvPr>
          <p:cNvSpPr>
            <a:spLocks noGrp="1"/>
          </p:cNvSpPr>
          <p:nvPr>
            <p:ph type="title"/>
          </p:nvPr>
        </p:nvSpPr>
        <p:spPr>
          <a:xfrm>
            <a:off x="3347864" y="224681"/>
            <a:ext cx="5328592" cy="792162"/>
          </a:xfrm>
        </p:spPr>
        <p:txBody>
          <a:bodyPr/>
          <a:lstStyle/>
          <a:p>
            <a:r>
              <a:rPr lang="en-US" altLang="zh-TW" dirty="0" err="1"/>
              <a:t>Node.childNodes</a:t>
            </a:r>
            <a:endParaRPr lang="zh-TW" altLang="en-US" dirty="0"/>
          </a:p>
        </p:txBody>
      </p:sp>
      <p:sp>
        <p:nvSpPr>
          <p:cNvPr id="3" name="內容版面配置區 2">
            <a:extLst>
              <a:ext uri="{FF2B5EF4-FFF2-40B4-BE49-F238E27FC236}">
                <a16:creationId xmlns:a16="http://schemas.microsoft.com/office/drawing/2014/main" id="{2E79556A-AF50-4069-AC98-79DC0C8F2B7D}"/>
              </a:ext>
            </a:extLst>
          </p:cNvPr>
          <p:cNvSpPr>
            <a:spLocks noGrp="1"/>
          </p:cNvSpPr>
          <p:nvPr>
            <p:ph idx="1"/>
          </p:nvPr>
        </p:nvSpPr>
        <p:spPr>
          <a:xfrm>
            <a:off x="395536" y="764704"/>
            <a:ext cx="8229600" cy="5832648"/>
          </a:xfrm>
        </p:spPr>
        <p:txBody>
          <a:bodyPr/>
          <a:lstStyle/>
          <a:p>
            <a:pPr marL="0" indent="0">
              <a:buNone/>
            </a:pPr>
            <a:r>
              <a:rPr lang="en-US" altLang="zh-TW" sz="1600" dirty="0"/>
              <a:t>&lt;body&gt;</a:t>
            </a:r>
          </a:p>
          <a:p>
            <a:pPr marL="0" indent="0">
              <a:buNone/>
            </a:pPr>
            <a:r>
              <a:rPr lang="en-US" altLang="zh-TW" sz="1600" dirty="0"/>
              <a:t>       &lt;!– </a:t>
            </a:r>
            <a:r>
              <a:rPr lang="zh-TW" altLang="en-US" sz="1600" dirty="0"/>
              <a:t>以下標籤不可以換行 不然節點會出現</a:t>
            </a:r>
            <a:r>
              <a:rPr lang="en-US" altLang="zh-TW" sz="1600" dirty="0"/>
              <a:t>undefined --!&gt;</a:t>
            </a:r>
          </a:p>
          <a:p>
            <a:pPr marL="0" indent="0">
              <a:buNone/>
            </a:pPr>
            <a:r>
              <a:rPr lang="en-US" altLang="zh-TW" sz="1600" dirty="0"/>
              <a:t>       </a:t>
            </a:r>
            <a:r>
              <a:rPr lang="en-US" altLang="zh-TW" sz="1600" dirty="0">
                <a:solidFill>
                  <a:srgbClr val="C00000"/>
                </a:solidFill>
              </a:rPr>
              <a:t>&lt;div id="foo"&gt;&lt;p&gt;P1&lt;/p&gt;&lt;span&gt;Span1&lt;/span&gt;&lt;p&gt;P2&lt;/p&gt;&lt;/div&gt;</a:t>
            </a:r>
          </a:p>
          <a:p>
            <a:pPr marL="0" indent="0">
              <a:buNone/>
            </a:pPr>
            <a:r>
              <a:rPr lang="en-US" altLang="zh-TW" sz="1600" dirty="0"/>
              <a:t>&lt;/body&gt;</a:t>
            </a:r>
          </a:p>
          <a:p>
            <a:pPr marL="0" indent="0">
              <a:buNone/>
            </a:pPr>
            <a:r>
              <a:rPr lang="en-US" altLang="zh-TW" sz="1600" dirty="0"/>
              <a:t>    &lt;script&gt;</a:t>
            </a:r>
          </a:p>
          <a:p>
            <a:pPr marL="0" indent="0">
              <a:buNone/>
            </a:pPr>
            <a:r>
              <a:rPr lang="en-US" altLang="zh-TW" sz="1600" dirty="0"/>
              <a:t>        // </a:t>
            </a:r>
            <a:r>
              <a:rPr lang="zh-TW" altLang="en-US" sz="1600" dirty="0"/>
              <a:t>取得 </a:t>
            </a:r>
            <a:r>
              <a:rPr lang="en-US" altLang="zh-TW" sz="1600" dirty="0"/>
              <a:t>id </a:t>
            </a:r>
            <a:r>
              <a:rPr lang="zh-TW" altLang="en-US" sz="1600" dirty="0"/>
              <a:t>為 </a:t>
            </a:r>
            <a:r>
              <a:rPr lang="en-US" altLang="zh-TW" sz="1600" dirty="0"/>
              <a:t>foo </a:t>
            </a:r>
            <a:r>
              <a:rPr lang="zh-TW" altLang="en-US" sz="1600" dirty="0"/>
              <a:t>的元素</a:t>
            </a:r>
          </a:p>
          <a:p>
            <a:pPr marL="0" indent="0">
              <a:buNone/>
            </a:pPr>
            <a:r>
              <a:rPr lang="zh-TW" altLang="en-US" sz="1600" dirty="0"/>
              <a:t>            </a:t>
            </a:r>
            <a:r>
              <a:rPr lang="en-US" altLang="zh-TW" sz="1600" dirty="0"/>
              <a:t>var foo = </a:t>
            </a:r>
            <a:r>
              <a:rPr lang="en-US" altLang="zh-TW" sz="1600" dirty="0" err="1"/>
              <a:t>document.getElementById</a:t>
            </a:r>
            <a:r>
              <a:rPr lang="en-US" altLang="zh-TW" sz="1600" dirty="0"/>
              <a:t>('foo');</a:t>
            </a:r>
          </a:p>
          <a:p>
            <a:pPr marL="0" indent="0">
              <a:buNone/>
            </a:pPr>
            <a:endParaRPr lang="en-US" altLang="zh-TW" sz="1600" dirty="0"/>
          </a:p>
          <a:p>
            <a:pPr marL="0" indent="0">
              <a:buNone/>
            </a:pPr>
            <a:r>
              <a:rPr lang="en-US" altLang="zh-TW" sz="1600" dirty="0"/>
              <a:t>            // </a:t>
            </a:r>
            <a:r>
              <a:rPr lang="zh-TW" altLang="en-US" sz="1600" dirty="0"/>
              <a:t>元素的 </a:t>
            </a:r>
            <a:r>
              <a:rPr lang="en-US" altLang="zh-TW" sz="1600" dirty="0" err="1"/>
              <a:t>hasChildNodes</a:t>
            </a:r>
            <a:r>
              <a:rPr lang="en-US" altLang="zh-TW" sz="1600" dirty="0"/>
              <a:t>() </a:t>
            </a:r>
            <a:r>
              <a:rPr lang="zh-TW" altLang="en-US" sz="1600" dirty="0"/>
              <a:t>方法可以用來判斷一個元素下有沒子元素</a:t>
            </a:r>
          </a:p>
          <a:p>
            <a:pPr marL="0" indent="0">
              <a:buNone/>
            </a:pPr>
            <a:r>
              <a:rPr lang="zh-TW" altLang="en-US" sz="1600" dirty="0"/>
              <a:t>            </a:t>
            </a:r>
            <a:r>
              <a:rPr lang="en-US" altLang="zh-TW" sz="1600" dirty="0"/>
              <a:t>if (</a:t>
            </a:r>
            <a:r>
              <a:rPr lang="en-US" altLang="zh-TW" sz="1600" dirty="0" err="1"/>
              <a:t>foo.hasChildNodes</a:t>
            </a:r>
            <a:r>
              <a:rPr lang="en-US" altLang="zh-TW" sz="1600" dirty="0"/>
              <a:t>()) {</a:t>
            </a:r>
          </a:p>
          <a:p>
            <a:pPr marL="0" indent="0">
              <a:buNone/>
            </a:pPr>
            <a:r>
              <a:rPr lang="en-US" altLang="zh-TW" sz="1600" dirty="0"/>
              <a:t>                // </a:t>
            </a:r>
            <a:r>
              <a:rPr lang="zh-TW" altLang="en-US" sz="1600" dirty="0"/>
              <a:t>取得 </a:t>
            </a:r>
            <a:r>
              <a:rPr lang="en-US" altLang="zh-TW" sz="1600" dirty="0"/>
              <a:t>foo </a:t>
            </a:r>
            <a:r>
              <a:rPr lang="zh-TW" altLang="en-US" sz="1600" dirty="0"/>
              <a:t>元素的所有子元素集合</a:t>
            </a:r>
          </a:p>
          <a:p>
            <a:pPr marL="0" indent="0">
              <a:buNone/>
            </a:pPr>
            <a:r>
              <a:rPr lang="zh-TW" altLang="en-US" sz="1600" dirty="0"/>
              <a:t>                </a:t>
            </a:r>
            <a:r>
              <a:rPr lang="en-US" altLang="zh-TW" sz="1600" dirty="0"/>
              <a:t>var children = </a:t>
            </a:r>
            <a:r>
              <a:rPr lang="en-US" altLang="zh-TW" sz="1600" dirty="0" err="1"/>
              <a:t>foo.childNodes</a:t>
            </a:r>
            <a:r>
              <a:rPr lang="en-US" altLang="zh-TW" sz="1600" dirty="0"/>
              <a:t>;</a:t>
            </a:r>
          </a:p>
          <a:p>
            <a:pPr marL="0" indent="0">
              <a:buNone/>
            </a:pPr>
            <a:r>
              <a:rPr lang="en-US" altLang="zh-TW" sz="1600" dirty="0"/>
              <a:t>                // </a:t>
            </a:r>
            <a:r>
              <a:rPr lang="zh-TW" altLang="en-US" sz="1600" dirty="0"/>
              <a:t>可以用 </a:t>
            </a:r>
            <a:r>
              <a:rPr lang="en-US" altLang="zh-TW" sz="1600" dirty="0"/>
              <a:t>for </a:t>
            </a:r>
            <a:r>
              <a:rPr lang="zh-TW" altLang="en-US" sz="1600" dirty="0"/>
              <a:t>迴圈來遍歷每一個子元素</a:t>
            </a:r>
          </a:p>
          <a:p>
            <a:pPr marL="0" indent="0">
              <a:buNone/>
            </a:pPr>
            <a:r>
              <a:rPr lang="zh-TW" altLang="en-US" sz="1600" dirty="0"/>
              <a:t>                </a:t>
            </a:r>
            <a:r>
              <a:rPr lang="en-US" altLang="zh-TW" sz="1600" dirty="0"/>
              <a:t>for (var </a:t>
            </a:r>
            <a:r>
              <a:rPr lang="en-US" altLang="zh-TW" sz="1600" dirty="0" err="1"/>
              <a:t>i</a:t>
            </a:r>
            <a:r>
              <a:rPr lang="en-US" altLang="zh-TW" sz="1600" dirty="0"/>
              <a:t> = 0; </a:t>
            </a:r>
            <a:r>
              <a:rPr lang="en-US" altLang="zh-TW" sz="1600" dirty="0" err="1"/>
              <a:t>i</a:t>
            </a:r>
            <a:r>
              <a:rPr lang="en-US" altLang="zh-TW" sz="1600" dirty="0"/>
              <a:t> &lt; </a:t>
            </a:r>
            <a:r>
              <a:rPr lang="en-US" altLang="zh-TW" sz="1600" dirty="0" err="1"/>
              <a:t>children.length</a:t>
            </a:r>
            <a:r>
              <a:rPr lang="en-US" altLang="zh-TW" sz="1600" dirty="0"/>
              <a:t>; ++</a:t>
            </a:r>
            <a:r>
              <a:rPr lang="en-US" altLang="zh-TW" sz="1600" dirty="0" err="1"/>
              <a:t>i</a:t>
            </a:r>
            <a:r>
              <a:rPr lang="en-US" altLang="zh-TW" sz="1600" dirty="0"/>
              <a:t>) {</a:t>
            </a:r>
          </a:p>
          <a:p>
            <a:pPr marL="0" indent="0">
              <a:buNone/>
            </a:pPr>
            <a:r>
              <a:rPr lang="en-US" altLang="zh-TW" sz="1600" dirty="0"/>
              <a:t>                    // </a:t>
            </a:r>
            <a:r>
              <a:rPr lang="zh-TW" altLang="en-US" sz="1600" dirty="0"/>
              <a:t>用 </a:t>
            </a:r>
            <a:r>
              <a:rPr lang="en-US" altLang="zh-TW" sz="1600" dirty="0"/>
              <a:t>children[</a:t>
            </a:r>
            <a:r>
              <a:rPr lang="en-US" altLang="zh-TW" sz="1600" dirty="0" err="1"/>
              <a:t>i</a:t>
            </a:r>
            <a:r>
              <a:rPr lang="en-US" altLang="zh-TW" sz="1600" dirty="0"/>
              <a:t>] </a:t>
            </a:r>
            <a:r>
              <a:rPr lang="zh-TW" altLang="en-US" sz="1600" dirty="0"/>
              <a:t>來取得遍歷到子元素</a:t>
            </a:r>
          </a:p>
          <a:p>
            <a:pPr marL="0" indent="0">
              <a:buNone/>
            </a:pPr>
            <a:r>
              <a:rPr lang="zh-TW" altLang="en-US" sz="1600" dirty="0"/>
              <a:t>                    </a:t>
            </a:r>
            <a:r>
              <a:rPr lang="en-US" altLang="zh-TW" sz="1600" dirty="0"/>
              <a:t>console.log("log1 "+children[</a:t>
            </a:r>
            <a:r>
              <a:rPr lang="en-US" altLang="zh-TW" sz="1600" dirty="0" err="1"/>
              <a:t>i</a:t>
            </a:r>
            <a:r>
              <a:rPr lang="en-US" altLang="zh-TW" sz="1600" dirty="0"/>
              <a:t>].</a:t>
            </a:r>
            <a:r>
              <a:rPr lang="en-US" altLang="zh-TW" sz="1600" dirty="0" err="1"/>
              <a:t>innerHTML</a:t>
            </a:r>
            <a:r>
              <a:rPr lang="en-US" altLang="zh-TW" sz="1600" dirty="0"/>
              <a:t>);</a:t>
            </a:r>
          </a:p>
          <a:p>
            <a:pPr marL="0" indent="0">
              <a:buNone/>
            </a:pPr>
            <a:r>
              <a:rPr lang="en-US" altLang="zh-TW" sz="1600" dirty="0"/>
              <a:t>                    console.log("log2 " +children[</a:t>
            </a:r>
            <a:r>
              <a:rPr lang="en-US" altLang="zh-TW" sz="1600" dirty="0" err="1"/>
              <a:t>i</a:t>
            </a:r>
            <a:r>
              <a:rPr lang="en-US" altLang="zh-TW" sz="1600" dirty="0"/>
              <a:t>].</a:t>
            </a:r>
            <a:r>
              <a:rPr lang="en-US" altLang="zh-TW" sz="1600" dirty="0" err="1"/>
              <a:t>nodeName</a:t>
            </a:r>
            <a:r>
              <a:rPr lang="en-US" altLang="zh-TW" sz="1600" dirty="0"/>
              <a:t>);</a:t>
            </a:r>
          </a:p>
          <a:p>
            <a:pPr marL="0" indent="0">
              <a:buNone/>
            </a:pPr>
            <a:r>
              <a:rPr lang="en-US" altLang="zh-TW" sz="1600" dirty="0"/>
              <a:t>                }</a:t>
            </a:r>
          </a:p>
          <a:p>
            <a:pPr marL="0" indent="0">
              <a:buNone/>
            </a:pPr>
            <a:r>
              <a:rPr lang="en-US" altLang="zh-TW" sz="1600" dirty="0"/>
              <a:t>            }</a:t>
            </a:r>
          </a:p>
          <a:p>
            <a:pPr marL="0" indent="0">
              <a:buNone/>
            </a:pPr>
            <a:r>
              <a:rPr lang="en-US" altLang="zh-TW" sz="1600" dirty="0"/>
              <a:t>    &lt;/script&gt;</a:t>
            </a:r>
            <a:endParaRPr lang="zh-TW" altLang="en-US" sz="1600" dirty="0"/>
          </a:p>
        </p:txBody>
      </p:sp>
    </p:spTree>
    <p:extLst>
      <p:ext uri="{BB962C8B-B14F-4D97-AF65-F5344CB8AC3E}">
        <p14:creationId xmlns:p14="http://schemas.microsoft.com/office/powerpoint/2010/main" val="318198839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2DFBB9D-E8CF-4066-901D-EE84D40A2CD3}"/>
              </a:ext>
            </a:extLst>
          </p:cNvPr>
          <p:cNvSpPr>
            <a:spLocks noGrp="1"/>
          </p:cNvSpPr>
          <p:nvPr>
            <p:ph type="title"/>
          </p:nvPr>
        </p:nvSpPr>
        <p:spPr>
          <a:xfrm>
            <a:off x="914400" y="476672"/>
            <a:ext cx="8229600" cy="792162"/>
          </a:xfrm>
        </p:spPr>
        <p:txBody>
          <a:bodyPr/>
          <a:lstStyle/>
          <a:p>
            <a:r>
              <a:rPr lang="en-US" altLang="zh-TW" dirty="0" err="1"/>
              <a:t>Node.firstChild</a:t>
            </a:r>
            <a:endParaRPr lang="zh-TW" altLang="en-US" dirty="0"/>
          </a:p>
        </p:txBody>
      </p:sp>
      <p:sp>
        <p:nvSpPr>
          <p:cNvPr id="3" name="內容版面配置區 2">
            <a:extLst>
              <a:ext uri="{FF2B5EF4-FFF2-40B4-BE49-F238E27FC236}">
                <a16:creationId xmlns:a16="http://schemas.microsoft.com/office/drawing/2014/main" id="{B1DABE7C-4BB1-400C-9FB5-9923D0C942F3}"/>
              </a:ext>
            </a:extLst>
          </p:cNvPr>
          <p:cNvSpPr>
            <a:spLocks noGrp="1"/>
          </p:cNvSpPr>
          <p:nvPr>
            <p:ph idx="1"/>
          </p:nvPr>
        </p:nvSpPr>
        <p:spPr>
          <a:xfrm>
            <a:off x="467544" y="1124744"/>
            <a:ext cx="7560840" cy="5400600"/>
          </a:xfrm>
        </p:spPr>
        <p:txBody>
          <a:bodyPr/>
          <a:lstStyle/>
          <a:p>
            <a:pPr marL="0" indent="0">
              <a:buNone/>
            </a:pPr>
            <a:r>
              <a:rPr lang="en-US" altLang="zh-TW" sz="2000" dirty="0"/>
              <a:t>&lt;p id="foo"&gt; </a:t>
            </a:r>
            <a:r>
              <a:rPr lang="en-US" altLang="zh-TW" sz="2000" dirty="0">
                <a:solidFill>
                  <a:srgbClr val="C00000"/>
                </a:solidFill>
              </a:rPr>
              <a:t>&lt;!– </a:t>
            </a:r>
            <a:r>
              <a:rPr lang="zh-TW" altLang="en-US" sz="2000" dirty="0">
                <a:solidFill>
                  <a:srgbClr val="C00000"/>
                </a:solidFill>
              </a:rPr>
              <a:t>有換行</a:t>
            </a:r>
            <a:r>
              <a:rPr lang="en-US" altLang="zh-TW" sz="2000" dirty="0">
                <a:solidFill>
                  <a:srgbClr val="C00000"/>
                </a:solidFill>
              </a:rPr>
              <a:t> --!&gt;</a:t>
            </a:r>
          </a:p>
          <a:p>
            <a:pPr marL="0" indent="0">
              <a:buNone/>
            </a:pPr>
            <a:r>
              <a:rPr lang="en-US" altLang="zh-TW" sz="2000" dirty="0"/>
              <a:t>  &lt;span&gt;First span&lt;/span&gt;</a:t>
            </a:r>
          </a:p>
          <a:p>
            <a:pPr marL="0" indent="0">
              <a:buNone/>
            </a:pPr>
            <a:r>
              <a:rPr lang="en-US" altLang="zh-TW" sz="2000" dirty="0"/>
              <a:t>&lt;/p&gt;</a:t>
            </a:r>
          </a:p>
          <a:p>
            <a:pPr marL="0" indent="0">
              <a:buNone/>
            </a:pPr>
            <a:r>
              <a:rPr lang="en-US" altLang="zh-TW" sz="2000" dirty="0"/>
              <a:t>&lt;script&gt;</a:t>
            </a:r>
          </a:p>
          <a:p>
            <a:pPr marL="0" indent="0">
              <a:buNone/>
            </a:pPr>
            <a:r>
              <a:rPr lang="en-US" altLang="zh-TW" sz="2000" dirty="0"/>
              <a:t>    var p = </a:t>
            </a:r>
            <a:r>
              <a:rPr lang="en-US" altLang="zh-TW" sz="2000" dirty="0" err="1"/>
              <a:t>document.getElementById</a:t>
            </a:r>
            <a:r>
              <a:rPr lang="en-US" altLang="zh-TW" sz="2000" dirty="0"/>
              <a:t>('foo');</a:t>
            </a:r>
          </a:p>
          <a:p>
            <a:pPr marL="0" indent="0">
              <a:buNone/>
            </a:pPr>
            <a:r>
              <a:rPr lang="en-US" altLang="zh-TW" sz="2000" dirty="0"/>
              <a:t>    // </a:t>
            </a:r>
            <a:r>
              <a:rPr lang="zh-TW" altLang="en-US" sz="2000" dirty="0"/>
              <a:t>會顯示 </a:t>
            </a:r>
            <a:r>
              <a:rPr lang="en-US" altLang="zh-TW" sz="2000" dirty="0"/>
              <a:t>"#text"</a:t>
            </a:r>
            <a:r>
              <a:rPr lang="zh-TW" altLang="en-US" sz="2000" dirty="0"/>
              <a:t>，因為第一個子元素是空白的文字節點</a:t>
            </a:r>
          </a:p>
          <a:p>
            <a:pPr marL="0" indent="0">
              <a:buNone/>
            </a:pPr>
            <a:r>
              <a:rPr lang="zh-TW" altLang="en-US" sz="2000" dirty="0"/>
              <a:t>    </a:t>
            </a:r>
            <a:r>
              <a:rPr lang="en-US" altLang="zh-TW" sz="2000" dirty="0"/>
              <a:t>alert(</a:t>
            </a:r>
            <a:r>
              <a:rPr lang="en-US" altLang="zh-TW" sz="2000" dirty="0" err="1"/>
              <a:t>p.firstChild.nodeName</a:t>
            </a:r>
            <a:r>
              <a:rPr lang="en-US" altLang="zh-TW" sz="2000" dirty="0"/>
              <a:t>);</a:t>
            </a:r>
          </a:p>
          <a:p>
            <a:pPr marL="0" indent="0">
              <a:buNone/>
            </a:pPr>
            <a:r>
              <a:rPr lang="en-US" altLang="zh-TW" sz="2000" dirty="0"/>
              <a:t>&lt;/script&gt;</a:t>
            </a:r>
          </a:p>
          <a:p>
            <a:pPr marL="0" indent="0">
              <a:buNone/>
            </a:pPr>
            <a:r>
              <a:rPr lang="en-US" altLang="zh-TW" sz="2000" dirty="0">
                <a:solidFill>
                  <a:srgbClr val="C00000"/>
                </a:solidFill>
              </a:rPr>
              <a:t>&lt;!– </a:t>
            </a:r>
            <a:r>
              <a:rPr lang="zh-TW" altLang="en-US" sz="2000" dirty="0">
                <a:solidFill>
                  <a:srgbClr val="C00000"/>
                </a:solidFill>
              </a:rPr>
              <a:t>沒有換行</a:t>
            </a:r>
            <a:r>
              <a:rPr lang="en-US" altLang="zh-TW" sz="2000" dirty="0">
                <a:solidFill>
                  <a:srgbClr val="C00000"/>
                </a:solidFill>
              </a:rPr>
              <a:t> --!&gt;</a:t>
            </a:r>
          </a:p>
          <a:p>
            <a:pPr marL="0" indent="0">
              <a:buNone/>
            </a:pPr>
            <a:r>
              <a:rPr lang="en-US" altLang="zh-TW" sz="2000" dirty="0"/>
              <a:t>&lt;p id="foo"&gt;&lt;span&gt;First span&lt;/span&gt;&lt;/p&gt;</a:t>
            </a:r>
          </a:p>
          <a:p>
            <a:pPr marL="0" indent="0">
              <a:buNone/>
            </a:pPr>
            <a:r>
              <a:rPr lang="en-US" altLang="zh-TW" sz="2000" dirty="0"/>
              <a:t>&lt;script&gt;</a:t>
            </a:r>
          </a:p>
          <a:p>
            <a:pPr marL="0" indent="0">
              <a:buNone/>
            </a:pPr>
            <a:r>
              <a:rPr lang="en-US" altLang="zh-TW" sz="2000" dirty="0"/>
              <a:t>    var p = </a:t>
            </a:r>
            <a:r>
              <a:rPr lang="en-US" altLang="zh-TW" sz="2000" dirty="0" err="1"/>
              <a:t>document.getElementById</a:t>
            </a:r>
            <a:r>
              <a:rPr lang="en-US" altLang="zh-TW" sz="2000" dirty="0"/>
              <a:t>('foo');</a:t>
            </a:r>
          </a:p>
          <a:p>
            <a:pPr marL="0" indent="0">
              <a:buNone/>
            </a:pPr>
            <a:r>
              <a:rPr lang="en-US" altLang="zh-TW" sz="2000" dirty="0"/>
              <a:t>    // </a:t>
            </a:r>
            <a:r>
              <a:rPr lang="zh-TW" altLang="en-US" sz="2000" dirty="0"/>
              <a:t>會顯示 </a:t>
            </a:r>
            <a:r>
              <a:rPr lang="en-US" altLang="zh-TW" sz="2000" dirty="0"/>
              <a:t>"SPAN"</a:t>
            </a:r>
          </a:p>
          <a:p>
            <a:pPr marL="0" indent="0">
              <a:buNone/>
            </a:pPr>
            <a:r>
              <a:rPr lang="en-US" altLang="zh-TW" sz="2000" dirty="0"/>
              <a:t>    alert(</a:t>
            </a:r>
            <a:r>
              <a:rPr lang="en-US" altLang="zh-TW" sz="2000" dirty="0" err="1"/>
              <a:t>p.firstChild.nodeName</a:t>
            </a:r>
            <a:r>
              <a:rPr lang="en-US" altLang="zh-TW" sz="2000" dirty="0"/>
              <a:t>);</a:t>
            </a:r>
          </a:p>
          <a:p>
            <a:pPr marL="0" indent="0">
              <a:buNone/>
            </a:pPr>
            <a:r>
              <a:rPr lang="en-US" altLang="zh-TW" sz="2000" dirty="0"/>
              <a:t>&lt;/script&gt;</a:t>
            </a:r>
            <a:endParaRPr lang="zh-TW" altLang="en-US" sz="2000" dirty="0"/>
          </a:p>
        </p:txBody>
      </p:sp>
    </p:spTree>
    <p:extLst>
      <p:ext uri="{BB962C8B-B14F-4D97-AF65-F5344CB8AC3E}">
        <p14:creationId xmlns:p14="http://schemas.microsoft.com/office/powerpoint/2010/main" val="51751550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B7FD654-5E31-4393-B694-1018B2FFCAB8}"/>
              </a:ext>
            </a:extLst>
          </p:cNvPr>
          <p:cNvSpPr>
            <a:spLocks noGrp="1"/>
          </p:cNvSpPr>
          <p:nvPr>
            <p:ph type="title"/>
          </p:nvPr>
        </p:nvSpPr>
        <p:spPr>
          <a:xfrm>
            <a:off x="755576" y="548680"/>
            <a:ext cx="7057032" cy="792162"/>
          </a:xfrm>
        </p:spPr>
        <p:txBody>
          <a:bodyPr/>
          <a:lstStyle/>
          <a:p>
            <a:r>
              <a:rPr lang="en-US" altLang="zh-TW" dirty="0" err="1"/>
              <a:t>Node.</a:t>
            </a:r>
            <a:r>
              <a:rPr lang="en-US" altLang="zh-TW" sz="4000" dirty="0" err="1"/>
              <a:t>lastChild</a:t>
            </a:r>
            <a:endParaRPr lang="zh-TW" altLang="en-US" dirty="0"/>
          </a:p>
        </p:txBody>
      </p:sp>
      <p:sp>
        <p:nvSpPr>
          <p:cNvPr id="3" name="內容版面配置區 2">
            <a:extLst>
              <a:ext uri="{FF2B5EF4-FFF2-40B4-BE49-F238E27FC236}">
                <a16:creationId xmlns:a16="http://schemas.microsoft.com/office/drawing/2014/main" id="{0D4C309D-79F8-42C8-82E8-FE0F88C85409}"/>
              </a:ext>
            </a:extLst>
          </p:cNvPr>
          <p:cNvSpPr>
            <a:spLocks noGrp="1"/>
          </p:cNvSpPr>
          <p:nvPr>
            <p:ph idx="1"/>
          </p:nvPr>
        </p:nvSpPr>
        <p:spPr>
          <a:xfrm>
            <a:off x="457200" y="1556792"/>
            <a:ext cx="8229600" cy="4281488"/>
          </a:xfrm>
        </p:spPr>
        <p:txBody>
          <a:bodyPr/>
          <a:lstStyle/>
          <a:p>
            <a:pPr marL="0" indent="0">
              <a:buNone/>
            </a:pPr>
            <a:r>
              <a:rPr lang="en-US" altLang="zh-TW" sz="2000" dirty="0"/>
              <a:t>&lt;p id="foo"&gt;&lt;span&gt;First span&lt;/span&gt;&lt;span&gt;Second span&lt;/span&gt;&lt;span&gt;Last span&lt;/span&gt;&lt;/p&gt;</a:t>
            </a:r>
          </a:p>
          <a:p>
            <a:pPr marL="0" indent="0">
              <a:buNone/>
            </a:pPr>
            <a:endParaRPr lang="en-US" altLang="zh-TW" sz="2000" dirty="0"/>
          </a:p>
          <a:p>
            <a:pPr marL="0" indent="0">
              <a:buNone/>
            </a:pPr>
            <a:r>
              <a:rPr lang="en-US" altLang="zh-TW" sz="2000" dirty="0"/>
              <a:t>&lt;script&gt;</a:t>
            </a:r>
          </a:p>
          <a:p>
            <a:pPr marL="0" indent="0">
              <a:buNone/>
            </a:pPr>
            <a:r>
              <a:rPr lang="en-US" altLang="zh-TW" sz="2000" dirty="0"/>
              <a:t>    var p = </a:t>
            </a:r>
            <a:r>
              <a:rPr lang="en-US" altLang="zh-TW" sz="2000" dirty="0" err="1"/>
              <a:t>document.getElementById</a:t>
            </a:r>
            <a:r>
              <a:rPr lang="en-US" altLang="zh-TW" sz="2000" dirty="0"/>
              <a:t>('foo');</a:t>
            </a:r>
          </a:p>
          <a:p>
            <a:pPr marL="0" indent="0">
              <a:buNone/>
            </a:pPr>
            <a:r>
              <a:rPr lang="en-US" altLang="zh-TW" sz="2000" dirty="0"/>
              <a:t>    // </a:t>
            </a:r>
            <a:r>
              <a:rPr lang="zh-TW" altLang="en-US" sz="2000" dirty="0"/>
              <a:t>會顯示 </a:t>
            </a:r>
            <a:r>
              <a:rPr lang="en-US" altLang="zh-TW" sz="2000" dirty="0"/>
              <a:t>"Last span"</a:t>
            </a:r>
          </a:p>
          <a:p>
            <a:pPr marL="0" indent="0">
              <a:buNone/>
            </a:pPr>
            <a:r>
              <a:rPr lang="en-US" altLang="zh-TW" sz="2000" dirty="0"/>
              <a:t>    alert(</a:t>
            </a:r>
            <a:r>
              <a:rPr lang="en-US" altLang="zh-TW" sz="2000" dirty="0" err="1"/>
              <a:t>p.lastChild.innerHTML</a:t>
            </a:r>
            <a:r>
              <a:rPr lang="en-US" altLang="zh-TW" sz="2000" dirty="0"/>
              <a:t>);</a:t>
            </a:r>
          </a:p>
          <a:p>
            <a:pPr marL="0" indent="0">
              <a:buNone/>
            </a:pPr>
            <a:r>
              <a:rPr lang="en-US" altLang="zh-TW" sz="2000" dirty="0"/>
              <a:t>&lt;/script&gt;</a:t>
            </a:r>
            <a:endParaRPr lang="zh-TW" altLang="en-US" sz="2000" dirty="0"/>
          </a:p>
        </p:txBody>
      </p:sp>
    </p:spTree>
    <p:extLst>
      <p:ext uri="{BB962C8B-B14F-4D97-AF65-F5344CB8AC3E}">
        <p14:creationId xmlns:p14="http://schemas.microsoft.com/office/powerpoint/2010/main" val="183687860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9BAD56B-AEF0-4CB2-B566-5D9A8675823C}"/>
              </a:ext>
            </a:extLst>
          </p:cNvPr>
          <p:cNvSpPr>
            <a:spLocks noGrp="1"/>
          </p:cNvSpPr>
          <p:nvPr>
            <p:ph type="title"/>
          </p:nvPr>
        </p:nvSpPr>
        <p:spPr/>
        <p:txBody>
          <a:bodyPr/>
          <a:lstStyle/>
          <a:p>
            <a:r>
              <a:rPr lang="en-US" altLang="zh-TW" dirty="0" err="1"/>
              <a:t>nextSibling</a:t>
            </a:r>
            <a:r>
              <a:rPr lang="en-US" altLang="zh-TW" dirty="0"/>
              <a:t>  </a:t>
            </a:r>
            <a:r>
              <a:rPr lang="en-US" altLang="zh-TW" dirty="0" err="1"/>
              <a:t>previousSibling</a:t>
            </a:r>
            <a:r>
              <a:rPr lang="en-US" altLang="zh-TW" dirty="0"/>
              <a:t> </a:t>
            </a:r>
            <a:endParaRPr lang="zh-TW" altLang="en-US" dirty="0"/>
          </a:p>
        </p:txBody>
      </p:sp>
      <p:sp>
        <p:nvSpPr>
          <p:cNvPr id="3" name="內容版面配置區 2">
            <a:extLst>
              <a:ext uri="{FF2B5EF4-FFF2-40B4-BE49-F238E27FC236}">
                <a16:creationId xmlns:a16="http://schemas.microsoft.com/office/drawing/2014/main" id="{BD9383E5-2809-465A-83D1-654BCB745523}"/>
              </a:ext>
            </a:extLst>
          </p:cNvPr>
          <p:cNvSpPr>
            <a:spLocks noGrp="1"/>
          </p:cNvSpPr>
          <p:nvPr>
            <p:ph idx="1"/>
          </p:nvPr>
        </p:nvSpPr>
        <p:spPr>
          <a:xfrm>
            <a:off x="457200" y="1844675"/>
            <a:ext cx="8363272" cy="4281488"/>
          </a:xfrm>
        </p:spPr>
        <p:txBody>
          <a:bodyPr/>
          <a:lstStyle/>
          <a:p>
            <a:pPr marL="0" indent="0">
              <a:buNone/>
            </a:pPr>
            <a:r>
              <a:rPr lang="en-US" altLang="zh-TW" sz="2000" dirty="0"/>
              <a:t>&lt;div&gt;&lt;span id="s1"&gt;s1&lt;/span&gt;&lt;span id="s2"&gt;s2&lt;/span&gt;&lt;/div&gt;</a:t>
            </a:r>
          </a:p>
          <a:p>
            <a:pPr marL="0" indent="0">
              <a:buNone/>
            </a:pPr>
            <a:endParaRPr lang="en-US" altLang="zh-TW" sz="2000" dirty="0"/>
          </a:p>
          <a:p>
            <a:pPr marL="0" indent="0">
              <a:buNone/>
            </a:pPr>
            <a:r>
              <a:rPr lang="en-US" altLang="zh-TW" sz="2000" dirty="0"/>
              <a:t>&lt;script&gt;</a:t>
            </a:r>
          </a:p>
          <a:p>
            <a:pPr marL="0" indent="0">
              <a:buNone/>
            </a:pPr>
            <a:r>
              <a:rPr lang="en-US" altLang="zh-TW" sz="2000" dirty="0"/>
              <a:t>    // </a:t>
            </a:r>
            <a:r>
              <a:rPr lang="zh-TW" altLang="en-US" sz="2000" dirty="0"/>
              <a:t>會顯示 </a:t>
            </a:r>
            <a:r>
              <a:rPr lang="en-US" altLang="zh-TW" sz="2000" dirty="0"/>
              <a:t>null</a:t>
            </a:r>
          </a:p>
          <a:p>
            <a:pPr marL="0" indent="0">
              <a:buNone/>
            </a:pPr>
            <a:r>
              <a:rPr lang="en-US" altLang="zh-TW" sz="2000" dirty="0"/>
              <a:t>alert(</a:t>
            </a:r>
            <a:r>
              <a:rPr lang="en-US" altLang="zh-TW" sz="2000" dirty="0" err="1"/>
              <a:t>document.getElementById</a:t>
            </a:r>
            <a:r>
              <a:rPr lang="en-US" altLang="zh-TW" sz="2000" dirty="0"/>
              <a:t>('s1').</a:t>
            </a:r>
            <a:r>
              <a:rPr lang="en-US" altLang="zh-TW" sz="2000" dirty="0" err="1">
                <a:solidFill>
                  <a:srgbClr val="C00000"/>
                </a:solidFill>
              </a:rPr>
              <a:t>previousSibling</a:t>
            </a:r>
            <a:r>
              <a:rPr lang="en-US" altLang="zh-TW" sz="2000" dirty="0"/>
              <a:t>);</a:t>
            </a:r>
          </a:p>
          <a:p>
            <a:pPr marL="0" indent="0">
              <a:buNone/>
            </a:pPr>
            <a:r>
              <a:rPr lang="en-US" altLang="zh-TW" sz="2000" dirty="0"/>
              <a:t>    // </a:t>
            </a:r>
            <a:r>
              <a:rPr lang="zh-TW" altLang="en-US" sz="2000" dirty="0"/>
              <a:t>會顯示 </a:t>
            </a:r>
            <a:r>
              <a:rPr lang="en-US" altLang="zh-TW" sz="2000" dirty="0"/>
              <a:t>"s1"    alert(</a:t>
            </a:r>
            <a:r>
              <a:rPr lang="en-US" altLang="zh-TW" sz="2000" dirty="0" err="1"/>
              <a:t>document.getElementById</a:t>
            </a:r>
            <a:r>
              <a:rPr lang="en-US" altLang="zh-TW" sz="2000" dirty="0"/>
              <a:t>('s2').</a:t>
            </a:r>
            <a:r>
              <a:rPr lang="en-US" altLang="zh-TW" sz="2000" dirty="0">
                <a:solidFill>
                  <a:srgbClr val="C00000"/>
                </a:solidFill>
              </a:rPr>
              <a:t>previousSibling</a:t>
            </a:r>
            <a:r>
              <a:rPr lang="en-US" altLang="zh-TW" sz="2000" dirty="0"/>
              <a:t>.id);</a:t>
            </a:r>
          </a:p>
          <a:p>
            <a:pPr marL="0" indent="0">
              <a:buNone/>
            </a:pPr>
            <a:r>
              <a:rPr lang="en-US" altLang="zh-TW" sz="2000" dirty="0"/>
              <a:t>&lt;/script&gt;</a:t>
            </a:r>
          </a:p>
          <a:p>
            <a:pPr marL="0" indent="0">
              <a:buNone/>
            </a:pPr>
            <a:r>
              <a:rPr lang="en-US" altLang="zh-TW" sz="2000" dirty="0"/>
              <a:t>// </a:t>
            </a:r>
            <a:r>
              <a:rPr lang="zh-TW" altLang="en-US" sz="2000" dirty="0"/>
              <a:t>會顯示 </a:t>
            </a:r>
            <a:r>
              <a:rPr lang="en-US" altLang="zh-TW" sz="2000" dirty="0"/>
              <a:t>"s2"</a:t>
            </a:r>
          </a:p>
          <a:p>
            <a:pPr marL="0" indent="0">
              <a:buNone/>
            </a:pPr>
            <a:r>
              <a:rPr lang="en-US" altLang="zh-TW" sz="2000" dirty="0"/>
              <a:t>  alert(</a:t>
            </a:r>
            <a:r>
              <a:rPr lang="en-US" altLang="zh-TW" sz="2000" dirty="0" err="1"/>
              <a:t>document.getElementById</a:t>
            </a:r>
            <a:r>
              <a:rPr lang="en-US" altLang="zh-TW" sz="2000" dirty="0"/>
              <a:t>('s1').</a:t>
            </a:r>
            <a:r>
              <a:rPr lang="en-US" altLang="zh-TW" sz="2000" dirty="0">
                <a:solidFill>
                  <a:srgbClr val="C00000"/>
                </a:solidFill>
              </a:rPr>
              <a:t>nextSibling</a:t>
            </a:r>
            <a:r>
              <a:rPr lang="en-US" altLang="zh-TW" sz="2000" dirty="0"/>
              <a:t>.id);</a:t>
            </a:r>
          </a:p>
          <a:p>
            <a:pPr marL="0" indent="0">
              <a:buNone/>
            </a:pPr>
            <a:r>
              <a:rPr lang="en-US" altLang="zh-TW" sz="2000" dirty="0"/>
              <a:t> // </a:t>
            </a:r>
            <a:r>
              <a:rPr lang="zh-TW" altLang="en-US" sz="2000" dirty="0"/>
              <a:t>會顯示 </a:t>
            </a:r>
            <a:r>
              <a:rPr lang="en-US" altLang="zh-TW" sz="2000" dirty="0"/>
              <a:t>null</a:t>
            </a:r>
          </a:p>
          <a:p>
            <a:pPr marL="0" indent="0">
              <a:buNone/>
            </a:pPr>
            <a:r>
              <a:rPr lang="en-US" altLang="zh-TW" sz="2000" dirty="0"/>
              <a:t>  alert(</a:t>
            </a:r>
            <a:r>
              <a:rPr lang="en-US" altLang="zh-TW" sz="2000" dirty="0" err="1"/>
              <a:t>document.getElementById</a:t>
            </a:r>
            <a:r>
              <a:rPr lang="en-US" altLang="zh-TW" sz="2000" dirty="0"/>
              <a:t>('s2').</a:t>
            </a:r>
            <a:r>
              <a:rPr lang="en-US" altLang="zh-TW" sz="2000" dirty="0" err="1">
                <a:solidFill>
                  <a:srgbClr val="C00000"/>
                </a:solidFill>
              </a:rPr>
              <a:t>nextSibling</a:t>
            </a:r>
            <a:r>
              <a:rPr lang="en-US" altLang="zh-TW" sz="2000" dirty="0"/>
              <a:t>);</a:t>
            </a:r>
            <a:endParaRPr lang="zh-TW" altLang="en-US" sz="2000" dirty="0"/>
          </a:p>
        </p:txBody>
      </p:sp>
    </p:spTree>
    <p:extLst>
      <p:ext uri="{BB962C8B-B14F-4D97-AF65-F5344CB8AC3E}">
        <p14:creationId xmlns:p14="http://schemas.microsoft.com/office/powerpoint/2010/main" val="181531544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367D00F-F434-4556-BE10-78A81E53BBEA}"/>
              </a:ext>
            </a:extLst>
          </p:cNvPr>
          <p:cNvSpPr>
            <a:spLocks noGrp="1"/>
          </p:cNvSpPr>
          <p:nvPr>
            <p:ph type="title"/>
          </p:nvPr>
        </p:nvSpPr>
        <p:spPr/>
        <p:txBody>
          <a:bodyPr/>
          <a:lstStyle/>
          <a:p>
            <a:r>
              <a:rPr lang="en-US" altLang="zh-TW" dirty="0"/>
              <a:t>DOM </a:t>
            </a:r>
            <a:r>
              <a:rPr lang="zh-TW" altLang="en-US" dirty="0"/>
              <a:t>修改節點的操作</a:t>
            </a:r>
          </a:p>
        </p:txBody>
      </p:sp>
      <p:sp>
        <p:nvSpPr>
          <p:cNvPr id="3" name="內容版面配置區 2">
            <a:extLst>
              <a:ext uri="{FF2B5EF4-FFF2-40B4-BE49-F238E27FC236}">
                <a16:creationId xmlns:a16="http://schemas.microsoft.com/office/drawing/2014/main" id="{B42AB43B-99D0-4315-8EAC-16EDC25DEFB4}"/>
              </a:ext>
            </a:extLst>
          </p:cNvPr>
          <p:cNvSpPr>
            <a:spLocks noGrp="1"/>
          </p:cNvSpPr>
          <p:nvPr>
            <p:ph idx="1"/>
          </p:nvPr>
        </p:nvSpPr>
        <p:spPr/>
        <p:txBody>
          <a:bodyPr/>
          <a:lstStyle/>
          <a:p>
            <a:pPr marL="0" indent="0">
              <a:buNone/>
            </a:pPr>
            <a:r>
              <a:rPr lang="en-US" altLang="zh-TW" sz="1800" dirty="0"/>
              <a:t>&lt;div id="outer"&gt;</a:t>
            </a:r>
          </a:p>
          <a:p>
            <a:pPr marL="0" indent="0">
              <a:buNone/>
            </a:pPr>
            <a:r>
              <a:rPr lang="en-US" altLang="zh-TW" sz="1800" dirty="0"/>
              <a:t>  &lt;div id="inner"&gt;blah&lt;/div&gt;</a:t>
            </a:r>
          </a:p>
          <a:p>
            <a:pPr marL="0" indent="0">
              <a:buNone/>
            </a:pPr>
            <a:r>
              <a:rPr lang="en-US" altLang="zh-TW" sz="1800" dirty="0"/>
              <a:t>&lt;/div&gt;</a:t>
            </a:r>
          </a:p>
          <a:p>
            <a:pPr marL="0" indent="0">
              <a:buNone/>
            </a:pPr>
            <a:r>
              <a:rPr lang="en-US" altLang="zh-TW" sz="1800" dirty="0"/>
              <a:t>&lt;script&gt;</a:t>
            </a:r>
          </a:p>
          <a:p>
            <a:pPr marL="0" indent="0">
              <a:buNone/>
            </a:pPr>
            <a:r>
              <a:rPr lang="en-US" altLang="zh-TW" sz="1800" dirty="0"/>
              <a:t>    var </a:t>
            </a:r>
            <a:r>
              <a:rPr lang="en-US" altLang="zh-TW" sz="1800" dirty="0" err="1"/>
              <a:t>outerDiv</a:t>
            </a:r>
            <a:r>
              <a:rPr lang="en-US" altLang="zh-TW" sz="1800" dirty="0"/>
              <a:t> = </a:t>
            </a:r>
            <a:r>
              <a:rPr lang="en-US" altLang="zh-TW" sz="1800" dirty="0" err="1"/>
              <a:t>document.getElementById</a:t>
            </a:r>
            <a:r>
              <a:rPr lang="en-US" altLang="zh-TW" sz="1800" dirty="0"/>
              <a:t>('outer');</a:t>
            </a:r>
          </a:p>
          <a:p>
            <a:pPr marL="0" indent="0">
              <a:buNone/>
            </a:pPr>
            <a:r>
              <a:rPr lang="en-US" altLang="zh-TW" sz="1800" dirty="0"/>
              <a:t>    var </a:t>
            </a:r>
            <a:r>
              <a:rPr lang="en-US" altLang="zh-TW" sz="1800" dirty="0" err="1"/>
              <a:t>divs</a:t>
            </a:r>
            <a:r>
              <a:rPr lang="en-US" altLang="zh-TW" sz="1800" dirty="0"/>
              <a:t> = </a:t>
            </a:r>
            <a:r>
              <a:rPr lang="en-US" altLang="zh-TW" sz="1800" dirty="0" err="1"/>
              <a:t>document.getElementsByTagName</a:t>
            </a:r>
            <a:r>
              <a:rPr lang="en-US" altLang="zh-TW" sz="1800" dirty="0"/>
              <a:t>('div');</a:t>
            </a:r>
          </a:p>
          <a:p>
            <a:pPr marL="0" indent="0">
              <a:buNone/>
            </a:pPr>
            <a:r>
              <a:rPr lang="en-US" altLang="zh-TW" sz="1800" dirty="0"/>
              <a:t>    // </a:t>
            </a:r>
            <a:r>
              <a:rPr lang="zh-TW" altLang="en-US" sz="1800" dirty="0"/>
              <a:t>顯示 </a:t>
            </a:r>
            <a:r>
              <a:rPr lang="en-US" altLang="zh-TW" sz="1800" dirty="0"/>
              <a:t>2</a:t>
            </a:r>
          </a:p>
          <a:p>
            <a:pPr marL="0" indent="0">
              <a:buNone/>
            </a:pPr>
            <a:r>
              <a:rPr lang="en-US" altLang="zh-TW" sz="1800" dirty="0"/>
              <a:t>    alert(</a:t>
            </a:r>
            <a:r>
              <a:rPr lang="en-US" altLang="zh-TW" sz="1800" dirty="0" err="1"/>
              <a:t>divs.length</a:t>
            </a:r>
            <a:r>
              <a:rPr lang="en-US" altLang="zh-TW" sz="1800" dirty="0"/>
              <a:t>);</a:t>
            </a:r>
          </a:p>
          <a:p>
            <a:pPr marL="0" indent="0">
              <a:buNone/>
            </a:pPr>
            <a:r>
              <a:rPr lang="en-US" altLang="zh-TW" sz="1800" dirty="0"/>
              <a:t>    // </a:t>
            </a:r>
            <a:r>
              <a:rPr lang="zh-TW" altLang="en-US" sz="1800" dirty="0"/>
              <a:t>清空 </a:t>
            </a:r>
            <a:r>
              <a:rPr lang="en-US" altLang="zh-TW" sz="1800" dirty="0"/>
              <a:t>outer </a:t>
            </a:r>
            <a:r>
              <a:rPr lang="zh-TW" altLang="en-US" sz="1800" dirty="0"/>
              <a:t>下的節點</a:t>
            </a:r>
          </a:p>
          <a:p>
            <a:pPr marL="0" indent="0">
              <a:buNone/>
            </a:pPr>
            <a:r>
              <a:rPr lang="zh-TW" altLang="en-US" sz="1800" dirty="0"/>
              <a:t>    </a:t>
            </a:r>
            <a:r>
              <a:rPr lang="en-US" altLang="zh-TW" sz="1800" dirty="0" err="1"/>
              <a:t>outerDiv.innerHTML</a:t>
            </a:r>
            <a:r>
              <a:rPr lang="en-US" altLang="zh-TW" sz="1800" dirty="0"/>
              <a:t> = '';</a:t>
            </a:r>
          </a:p>
          <a:p>
            <a:pPr marL="0" indent="0">
              <a:buNone/>
            </a:pPr>
            <a:r>
              <a:rPr lang="en-US" altLang="zh-TW" sz="1800" dirty="0"/>
              <a:t>    // </a:t>
            </a:r>
            <a:r>
              <a:rPr lang="zh-TW" altLang="en-US" sz="1800" dirty="0"/>
              <a:t>顯示 </a:t>
            </a:r>
            <a:r>
              <a:rPr lang="en-US" altLang="zh-TW" sz="1800" dirty="0"/>
              <a:t>1</a:t>
            </a:r>
          </a:p>
          <a:p>
            <a:pPr marL="0" indent="0">
              <a:buNone/>
            </a:pPr>
            <a:r>
              <a:rPr lang="en-US" altLang="zh-TW" sz="1800" dirty="0"/>
              <a:t>    alert(</a:t>
            </a:r>
            <a:r>
              <a:rPr lang="en-US" altLang="zh-TW" sz="1800" dirty="0" err="1"/>
              <a:t>divs.length</a:t>
            </a:r>
            <a:r>
              <a:rPr lang="en-US" altLang="zh-TW" sz="1800" dirty="0"/>
              <a:t>);</a:t>
            </a:r>
          </a:p>
          <a:p>
            <a:pPr marL="0" indent="0">
              <a:buNone/>
            </a:pPr>
            <a:r>
              <a:rPr lang="en-US" altLang="zh-TW" sz="1800" dirty="0"/>
              <a:t>&lt;/script&gt;</a:t>
            </a:r>
            <a:endParaRPr lang="zh-TW" altLang="en-US" sz="1800" dirty="0"/>
          </a:p>
        </p:txBody>
      </p:sp>
    </p:spTree>
    <p:extLst>
      <p:ext uri="{BB962C8B-B14F-4D97-AF65-F5344CB8AC3E}">
        <p14:creationId xmlns:p14="http://schemas.microsoft.com/office/powerpoint/2010/main" val="47180781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AC8F30F-BA78-44D9-B967-A496A9BEF226}"/>
              </a:ext>
            </a:extLst>
          </p:cNvPr>
          <p:cNvSpPr>
            <a:spLocks noGrp="1"/>
          </p:cNvSpPr>
          <p:nvPr>
            <p:ph type="title"/>
          </p:nvPr>
        </p:nvSpPr>
        <p:spPr/>
        <p:txBody>
          <a:bodyPr/>
          <a:lstStyle/>
          <a:p>
            <a:r>
              <a:rPr lang="en-US" altLang="zh-TW" dirty="0"/>
              <a:t>DOM </a:t>
            </a:r>
            <a:r>
              <a:rPr lang="zh-TW" altLang="en-US" dirty="0"/>
              <a:t>新增節點的操作</a:t>
            </a:r>
          </a:p>
        </p:txBody>
      </p:sp>
      <p:sp>
        <p:nvSpPr>
          <p:cNvPr id="3" name="內容版面配置區 2">
            <a:extLst>
              <a:ext uri="{FF2B5EF4-FFF2-40B4-BE49-F238E27FC236}">
                <a16:creationId xmlns:a16="http://schemas.microsoft.com/office/drawing/2014/main" id="{42CE0D0B-45FB-45F7-A7BB-3FAF4335E1E9}"/>
              </a:ext>
            </a:extLst>
          </p:cNvPr>
          <p:cNvSpPr>
            <a:spLocks noGrp="1"/>
          </p:cNvSpPr>
          <p:nvPr>
            <p:ph idx="1"/>
          </p:nvPr>
        </p:nvSpPr>
        <p:spPr>
          <a:xfrm>
            <a:off x="395536" y="1700808"/>
            <a:ext cx="7632848" cy="4320579"/>
          </a:xfrm>
        </p:spPr>
        <p:txBody>
          <a:bodyPr/>
          <a:lstStyle/>
          <a:p>
            <a:pPr marL="0" indent="0">
              <a:buNone/>
            </a:pPr>
            <a:r>
              <a:rPr lang="en-US" altLang="zh-TW" sz="2000" dirty="0"/>
              <a:t>&lt;</a:t>
            </a:r>
            <a:r>
              <a:rPr lang="en-US" altLang="zh-TW" sz="2000" dirty="0" err="1"/>
              <a:t>ul</a:t>
            </a:r>
            <a:r>
              <a:rPr lang="en-US" altLang="zh-TW" sz="2000" dirty="0"/>
              <a:t> id="</a:t>
            </a:r>
            <a:r>
              <a:rPr lang="en-US" altLang="zh-TW" sz="2000" dirty="0" err="1"/>
              <a:t>firstUL</a:t>
            </a:r>
            <a:r>
              <a:rPr lang="en-US" altLang="zh-TW" sz="2000" dirty="0"/>
              <a:t>"&gt;</a:t>
            </a:r>
          </a:p>
          <a:p>
            <a:pPr marL="0" indent="0">
              <a:buNone/>
            </a:pPr>
            <a:r>
              <a:rPr lang="en-US" altLang="zh-TW" sz="2000" dirty="0"/>
              <a:t>&lt;/</a:t>
            </a:r>
            <a:r>
              <a:rPr lang="en-US" altLang="zh-TW" sz="2000" dirty="0" err="1"/>
              <a:t>ul</a:t>
            </a:r>
            <a:r>
              <a:rPr lang="en-US" altLang="zh-TW" sz="2000" dirty="0"/>
              <a:t>&gt;</a:t>
            </a:r>
          </a:p>
          <a:p>
            <a:pPr marL="0" indent="0">
              <a:buNone/>
            </a:pPr>
            <a:r>
              <a:rPr lang="en-US" altLang="zh-TW" sz="2000" dirty="0"/>
              <a:t>&lt;script&gt;</a:t>
            </a:r>
          </a:p>
          <a:p>
            <a:pPr marL="0" indent="0">
              <a:buNone/>
            </a:pPr>
            <a:r>
              <a:rPr lang="en-US" altLang="zh-TW" sz="2000" dirty="0"/>
              <a:t>    var head = </a:t>
            </a:r>
            <a:r>
              <a:rPr lang="en-US" altLang="zh-TW" sz="2000" dirty="0" err="1"/>
              <a:t>document.getElementById</a:t>
            </a:r>
            <a:r>
              <a:rPr lang="en-US" altLang="zh-TW" sz="2000" dirty="0"/>
              <a:t>('</a:t>
            </a:r>
            <a:r>
              <a:rPr lang="en-US" altLang="zh-TW" sz="2000" dirty="0" err="1"/>
              <a:t>firstUL</a:t>
            </a:r>
            <a:r>
              <a:rPr lang="en-US" altLang="zh-TW" sz="2000" dirty="0"/>
              <a:t>');</a:t>
            </a:r>
          </a:p>
          <a:p>
            <a:pPr marL="0" indent="0">
              <a:buNone/>
            </a:pPr>
            <a:r>
              <a:rPr lang="en-US" altLang="zh-TW" sz="2000" dirty="0"/>
              <a:t>    for(var </a:t>
            </a:r>
            <a:r>
              <a:rPr lang="en-US" altLang="zh-TW" sz="2000" dirty="0" err="1"/>
              <a:t>i</a:t>
            </a:r>
            <a:r>
              <a:rPr lang="en-US" altLang="zh-TW" sz="2000" dirty="0"/>
              <a:t>=1;i&lt;=3;i++){</a:t>
            </a:r>
          </a:p>
          <a:p>
            <a:pPr marL="0" indent="0">
              <a:buNone/>
            </a:pPr>
            <a:r>
              <a:rPr lang="en-US" altLang="zh-TW" sz="2000" dirty="0"/>
              <a:t>      li01 = </a:t>
            </a:r>
            <a:r>
              <a:rPr lang="en-US" altLang="zh-TW" sz="2000" dirty="0" err="1"/>
              <a:t>document.createElement</a:t>
            </a:r>
            <a:r>
              <a:rPr lang="en-US" altLang="zh-TW" sz="2000" dirty="0"/>
              <a:t>("li");</a:t>
            </a:r>
          </a:p>
          <a:p>
            <a:pPr marL="0" indent="0">
              <a:buNone/>
            </a:pPr>
            <a:r>
              <a:rPr lang="en-US" altLang="zh-TW" sz="2000" dirty="0"/>
              <a:t>      li01.innerHTML = "</a:t>
            </a:r>
            <a:r>
              <a:rPr lang="zh-TW" altLang="en-US" sz="2000" dirty="0"/>
              <a:t>顯示的文字 </a:t>
            </a:r>
            <a:r>
              <a:rPr lang="en-US" altLang="zh-TW" sz="2000" dirty="0"/>
              <a:t>"+</a:t>
            </a:r>
            <a:r>
              <a:rPr lang="en-US" altLang="zh-TW" sz="2000" dirty="0" err="1"/>
              <a:t>i</a:t>
            </a:r>
            <a:r>
              <a:rPr lang="en-US" altLang="zh-TW" sz="2000" dirty="0"/>
              <a:t>;</a:t>
            </a:r>
          </a:p>
          <a:p>
            <a:pPr marL="0" indent="0">
              <a:buNone/>
            </a:pPr>
            <a:r>
              <a:rPr lang="en-US" altLang="zh-TW" sz="2000" dirty="0"/>
              <a:t>      </a:t>
            </a:r>
            <a:r>
              <a:rPr lang="en-US" altLang="zh-TW" sz="2000" dirty="0" err="1"/>
              <a:t>head.appendChild</a:t>
            </a:r>
            <a:r>
              <a:rPr lang="en-US" altLang="zh-TW" sz="2000" dirty="0"/>
              <a:t>(li01);</a:t>
            </a:r>
          </a:p>
          <a:p>
            <a:pPr marL="0" indent="0">
              <a:buNone/>
            </a:pPr>
            <a:r>
              <a:rPr lang="en-US" altLang="zh-TW" sz="2000" dirty="0"/>
              <a:t>    }</a:t>
            </a:r>
          </a:p>
          <a:p>
            <a:pPr marL="0" indent="0">
              <a:buNone/>
            </a:pPr>
            <a:r>
              <a:rPr lang="en-US" altLang="zh-TW" sz="2000" dirty="0"/>
              <a:t>    </a:t>
            </a:r>
          </a:p>
          <a:p>
            <a:pPr marL="0" indent="0">
              <a:buNone/>
            </a:pPr>
            <a:r>
              <a:rPr lang="en-US" altLang="zh-TW" sz="2000" dirty="0"/>
              <a:t>&lt;/script&gt;</a:t>
            </a:r>
            <a:endParaRPr lang="zh-TW" altLang="en-US" sz="2000" dirty="0"/>
          </a:p>
        </p:txBody>
      </p:sp>
    </p:spTree>
    <p:extLst>
      <p:ext uri="{BB962C8B-B14F-4D97-AF65-F5344CB8AC3E}">
        <p14:creationId xmlns:p14="http://schemas.microsoft.com/office/powerpoint/2010/main" val="179499798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89" name="標題 1"/>
          <p:cNvSpPr>
            <a:spLocks noGrp="1"/>
          </p:cNvSpPr>
          <p:nvPr>
            <p:ph type="title"/>
          </p:nvPr>
        </p:nvSpPr>
        <p:spPr>
          <a:xfrm>
            <a:off x="539552" y="548680"/>
            <a:ext cx="8229600" cy="792162"/>
          </a:xfrm>
        </p:spPr>
        <p:txBody>
          <a:bodyPr/>
          <a:lstStyle/>
          <a:p>
            <a:r>
              <a:rPr lang="en-US" altLang="zh-TW" sz="3200" dirty="0">
                <a:latin typeface="Arial" charset="0"/>
                <a:ea typeface="微軟正黑體" pitchFamily="34" charset="-120"/>
                <a:cs typeface="Arial" charset="0"/>
              </a:rPr>
              <a:t>DOM</a:t>
            </a:r>
            <a:r>
              <a:rPr lang="zh-TW" altLang="en-US" sz="3200" dirty="0">
                <a:latin typeface="Arial" charset="0"/>
                <a:ea typeface="微軟正黑體" pitchFamily="34" charset="-120"/>
                <a:cs typeface="Arial" charset="0"/>
              </a:rPr>
              <a:t>新增文件標籤</a:t>
            </a:r>
            <a:endParaRPr lang="zh-TW" altLang="en-US" sz="3200" dirty="0">
              <a:latin typeface="Arial" charset="0"/>
              <a:ea typeface="新細明體" charset="-120"/>
              <a:cs typeface="Arial" charset="0"/>
            </a:endParaRPr>
          </a:p>
        </p:txBody>
      </p:sp>
      <p:sp>
        <p:nvSpPr>
          <p:cNvPr id="3" name="文字版面配置區 2"/>
          <p:cNvSpPr>
            <a:spLocks noGrp="1"/>
          </p:cNvSpPr>
          <p:nvPr>
            <p:ph type="body" idx="1"/>
          </p:nvPr>
        </p:nvSpPr>
        <p:spPr>
          <a:xfrm>
            <a:off x="485973" y="1335658"/>
            <a:ext cx="8118475" cy="5400675"/>
          </a:xfrm>
        </p:spPr>
        <p:txBody>
          <a:bodyPr/>
          <a:lstStyle/>
          <a:p>
            <a:r>
              <a:rPr lang="zh-TW" altLang="en-US" sz="2600" dirty="0">
                <a:latin typeface="微軟正黑體" pitchFamily="34" charset="-120"/>
                <a:ea typeface="微軟正黑體" pitchFamily="34" charset="-120"/>
                <a:cs typeface="Arial" charset="0"/>
              </a:rPr>
              <a:t> 首先找尋要新增標籤根元素</a:t>
            </a:r>
            <a:endParaRPr lang="en-US" altLang="zh-TW" sz="2600" dirty="0">
              <a:latin typeface="微軟正黑體" pitchFamily="34" charset="-120"/>
              <a:ea typeface="微軟正黑體" pitchFamily="34" charset="-120"/>
              <a:cs typeface="Arial" charset="0"/>
            </a:endParaRPr>
          </a:p>
          <a:p>
            <a:r>
              <a:rPr lang="zh-TW" altLang="en-US" sz="2600" dirty="0">
                <a:latin typeface="微軟正黑體" pitchFamily="34" charset="-120"/>
                <a:ea typeface="微軟正黑體" pitchFamily="34" charset="-120"/>
                <a:cs typeface="Arial" charset="0"/>
              </a:rPr>
              <a:t> 新增新標籤元素資料</a:t>
            </a:r>
            <a:endParaRPr lang="en-US" altLang="zh-TW" sz="2600" dirty="0">
              <a:latin typeface="微軟正黑體" pitchFamily="34" charset="-120"/>
              <a:ea typeface="微軟正黑體" pitchFamily="34" charset="-120"/>
              <a:cs typeface="Arial" charset="0"/>
            </a:endParaRPr>
          </a:p>
          <a:p>
            <a:r>
              <a:rPr lang="zh-TW" altLang="en-US" sz="2600" dirty="0">
                <a:solidFill>
                  <a:srgbClr val="0000FF"/>
                </a:solidFill>
                <a:latin typeface="微軟正黑體" pitchFamily="34" charset="-120"/>
                <a:ea typeface="微軟正黑體" pitchFamily="34" charset="-120"/>
                <a:cs typeface="Arial" charset="0"/>
              </a:rPr>
              <a:t> </a:t>
            </a:r>
            <a:r>
              <a:rPr lang="zh-TW" altLang="en-US" sz="2600" dirty="0">
                <a:solidFill>
                  <a:srgbClr val="000099"/>
                </a:solidFill>
                <a:latin typeface="微軟正黑體" pitchFamily="34" charset="-120"/>
                <a:ea typeface="微軟正黑體" pitchFamily="34" charset="-120"/>
                <a:cs typeface="Arial" charset="0"/>
              </a:rPr>
              <a:t>新增新新標籤元素資料到根元素中</a:t>
            </a:r>
            <a:endParaRPr lang="en-US" altLang="zh-TW" sz="2600" dirty="0">
              <a:solidFill>
                <a:srgbClr val="000099"/>
              </a:solidFill>
              <a:latin typeface="微軟正黑體" pitchFamily="34" charset="-120"/>
              <a:ea typeface="微軟正黑體" pitchFamily="34" charset="-120"/>
              <a:cs typeface="Arial" charset="0"/>
            </a:endParaRPr>
          </a:p>
          <a:p>
            <a:pPr>
              <a:buFont typeface="Arial" charset="0"/>
              <a:buNone/>
            </a:pPr>
            <a:r>
              <a:rPr lang="en-US" altLang="zh-TW" sz="2400" dirty="0">
                <a:solidFill>
                  <a:srgbClr val="000099"/>
                </a:solidFill>
                <a:latin typeface="Arial" charset="0"/>
                <a:ea typeface="新細明體" charset="-120"/>
                <a:cs typeface="Arial" charset="0"/>
              </a:rPr>
              <a:t>&lt;</a:t>
            </a:r>
            <a:r>
              <a:rPr lang="en-US" altLang="zh-TW" sz="2400" dirty="0" err="1">
                <a:solidFill>
                  <a:srgbClr val="000099"/>
                </a:solidFill>
                <a:latin typeface="Arial" charset="0"/>
                <a:ea typeface="新細明體" charset="-120"/>
                <a:cs typeface="Arial" charset="0"/>
              </a:rPr>
              <a:t>ul</a:t>
            </a:r>
            <a:r>
              <a:rPr lang="en-US" altLang="zh-TW" sz="2400" dirty="0">
                <a:solidFill>
                  <a:srgbClr val="000099"/>
                </a:solidFill>
                <a:latin typeface="Arial" charset="0"/>
                <a:ea typeface="新細明體" charset="-120"/>
                <a:cs typeface="Arial" charset="0"/>
              </a:rPr>
              <a:t> id="</a:t>
            </a:r>
            <a:r>
              <a:rPr lang="en-US" altLang="zh-TW" sz="2400" dirty="0" err="1">
                <a:solidFill>
                  <a:srgbClr val="000099"/>
                </a:solidFill>
                <a:latin typeface="Arial" charset="0"/>
                <a:ea typeface="新細明體" charset="-120"/>
                <a:cs typeface="Arial" charset="0"/>
              </a:rPr>
              <a:t>VList</a:t>
            </a:r>
            <a:r>
              <a:rPr lang="en-US" altLang="zh-TW" sz="2400" dirty="0">
                <a:solidFill>
                  <a:srgbClr val="000099"/>
                </a:solidFill>
                <a:latin typeface="Arial" charset="0"/>
                <a:ea typeface="新細明體" charset="-120"/>
                <a:cs typeface="Arial" charset="0"/>
              </a:rPr>
              <a:t>"&gt;</a:t>
            </a:r>
          </a:p>
          <a:p>
            <a:pPr>
              <a:buFont typeface="Arial" charset="0"/>
              <a:buNone/>
            </a:pPr>
            <a:r>
              <a:rPr lang="zh-TW" altLang="en-US" sz="2400" dirty="0">
                <a:solidFill>
                  <a:srgbClr val="000099"/>
                </a:solidFill>
                <a:latin typeface="Arial" charset="0"/>
                <a:ea typeface="新細明體" charset="-120"/>
                <a:cs typeface="Arial" charset="0"/>
              </a:rPr>
              <a:t>    </a:t>
            </a:r>
            <a:r>
              <a:rPr lang="en-US" altLang="zh-TW" sz="2400" dirty="0">
                <a:solidFill>
                  <a:srgbClr val="000099"/>
                </a:solidFill>
                <a:latin typeface="Arial" charset="0"/>
                <a:ea typeface="新細明體" charset="-120"/>
                <a:cs typeface="Arial" charset="0"/>
              </a:rPr>
              <a:t>&lt;li&gt;Room A&lt;/li&gt;</a:t>
            </a:r>
          </a:p>
          <a:p>
            <a:pPr>
              <a:buFont typeface="Arial" charset="0"/>
              <a:buNone/>
            </a:pPr>
            <a:r>
              <a:rPr lang="zh-TW" altLang="en-US" sz="2400" dirty="0">
                <a:solidFill>
                  <a:srgbClr val="000099"/>
                </a:solidFill>
                <a:latin typeface="Arial" charset="0"/>
                <a:ea typeface="新細明體" charset="-120"/>
                <a:cs typeface="Arial" charset="0"/>
              </a:rPr>
              <a:t>    </a:t>
            </a:r>
            <a:r>
              <a:rPr lang="en-US" altLang="zh-TW" sz="2400" dirty="0">
                <a:solidFill>
                  <a:srgbClr val="000099"/>
                </a:solidFill>
                <a:latin typeface="Arial" charset="0"/>
                <a:ea typeface="新細明體" charset="-120"/>
                <a:cs typeface="Arial" charset="0"/>
              </a:rPr>
              <a:t>&lt;li&gt;Room B&lt;/li&gt;</a:t>
            </a:r>
          </a:p>
          <a:p>
            <a:pPr>
              <a:buFont typeface="Arial" charset="0"/>
              <a:buNone/>
            </a:pPr>
            <a:r>
              <a:rPr lang="en-US" altLang="zh-TW" sz="2400" dirty="0">
                <a:solidFill>
                  <a:srgbClr val="000099"/>
                </a:solidFill>
                <a:latin typeface="Arial" charset="0"/>
                <a:ea typeface="新細明體" charset="-120"/>
                <a:cs typeface="Arial" charset="0"/>
              </a:rPr>
              <a:t>&lt;/</a:t>
            </a:r>
            <a:r>
              <a:rPr lang="en-US" altLang="zh-TW" sz="2400" dirty="0" err="1">
                <a:solidFill>
                  <a:srgbClr val="000099"/>
                </a:solidFill>
                <a:latin typeface="Arial" charset="0"/>
                <a:ea typeface="新細明體" charset="-120"/>
                <a:cs typeface="Arial" charset="0"/>
              </a:rPr>
              <a:t>ul</a:t>
            </a:r>
            <a:r>
              <a:rPr lang="en-US" altLang="zh-TW" sz="2400" dirty="0">
                <a:solidFill>
                  <a:srgbClr val="000099"/>
                </a:solidFill>
                <a:latin typeface="Arial" charset="0"/>
                <a:ea typeface="新細明體" charset="-120"/>
                <a:cs typeface="Arial" charset="0"/>
              </a:rPr>
              <a:t>&gt;</a:t>
            </a:r>
          </a:p>
          <a:p>
            <a:pPr>
              <a:buFont typeface="Arial" charset="0"/>
              <a:buNone/>
            </a:pPr>
            <a:r>
              <a:rPr lang="en-US" altLang="zh-TW" sz="2400" dirty="0">
                <a:solidFill>
                  <a:srgbClr val="000099"/>
                </a:solidFill>
                <a:latin typeface="Arial" charset="0"/>
                <a:ea typeface="新細明體" charset="-120"/>
                <a:cs typeface="Arial" charset="0"/>
              </a:rPr>
              <a:t>var list=</a:t>
            </a:r>
            <a:r>
              <a:rPr lang="en-US" altLang="zh-TW" sz="2400" dirty="0" err="1">
                <a:solidFill>
                  <a:srgbClr val="000099"/>
                </a:solidFill>
                <a:latin typeface="Arial" charset="0"/>
                <a:ea typeface="新細明體" charset="-120"/>
                <a:cs typeface="Arial" charset="0"/>
              </a:rPr>
              <a:t>document.getElementById</a:t>
            </a:r>
            <a:r>
              <a:rPr lang="en-US" altLang="zh-TW" sz="2400" dirty="0">
                <a:solidFill>
                  <a:srgbClr val="000099"/>
                </a:solidFill>
                <a:latin typeface="Arial" charset="0"/>
                <a:ea typeface="新細明體" charset="-120"/>
                <a:cs typeface="Arial" charset="0"/>
              </a:rPr>
              <a:t>("</a:t>
            </a:r>
            <a:r>
              <a:rPr lang="en-US" altLang="zh-TW" sz="2400" dirty="0" err="1">
                <a:solidFill>
                  <a:srgbClr val="000099"/>
                </a:solidFill>
                <a:latin typeface="Arial" charset="0"/>
                <a:ea typeface="新細明體" charset="-120"/>
                <a:cs typeface="Arial" charset="0"/>
              </a:rPr>
              <a:t>VList</a:t>
            </a:r>
            <a:r>
              <a:rPr lang="en-US" altLang="zh-TW" sz="2400" dirty="0">
                <a:solidFill>
                  <a:srgbClr val="000099"/>
                </a:solidFill>
                <a:latin typeface="Arial" charset="0"/>
                <a:ea typeface="新細明體" charset="-120"/>
                <a:cs typeface="Arial" charset="0"/>
              </a:rPr>
              <a:t>");</a:t>
            </a:r>
          </a:p>
          <a:p>
            <a:pPr>
              <a:buFont typeface="Arial" charset="0"/>
              <a:buNone/>
            </a:pPr>
            <a:r>
              <a:rPr lang="en-US" altLang="zh-TW" sz="2400" dirty="0">
                <a:solidFill>
                  <a:srgbClr val="000099"/>
                </a:solidFill>
                <a:latin typeface="Arial" charset="0"/>
                <a:ea typeface="新細明體" charset="-120"/>
                <a:cs typeface="Arial" charset="0"/>
              </a:rPr>
              <a:t>var </a:t>
            </a:r>
            <a:r>
              <a:rPr lang="en-US" altLang="zh-TW" sz="2400" dirty="0" err="1">
                <a:solidFill>
                  <a:srgbClr val="000099"/>
                </a:solidFill>
                <a:latin typeface="Arial" charset="0"/>
                <a:ea typeface="新細明體" charset="-120"/>
                <a:cs typeface="Arial" charset="0"/>
              </a:rPr>
              <a:t>newItem</a:t>
            </a:r>
            <a:r>
              <a:rPr lang="en-US" altLang="zh-TW" sz="2400" dirty="0">
                <a:solidFill>
                  <a:srgbClr val="000099"/>
                </a:solidFill>
                <a:latin typeface="Arial" charset="0"/>
                <a:ea typeface="新細明體" charset="-120"/>
                <a:cs typeface="Arial" charset="0"/>
              </a:rPr>
              <a:t>=</a:t>
            </a:r>
            <a:r>
              <a:rPr lang="en-US" altLang="zh-TW" sz="2400" dirty="0" err="1">
                <a:solidFill>
                  <a:srgbClr val="000099"/>
                </a:solidFill>
                <a:latin typeface="Arial" charset="0"/>
                <a:ea typeface="新細明體" charset="-120"/>
                <a:cs typeface="Arial" charset="0"/>
              </a:rPr>
              <a:t>document.createElement</a:t>
            </a:r>
            <a:r>
              <a:rPr lang="en-US" altLang="zh-TW" sz="2400" dirty="0">
                <a:solidFill>
                  <a:srgbClr val="000099"/>
                </a:solidFill>
                <a:latin typeface="Arial" charset="0"/>
                <a:ea typeface="新細明體" charset="-120"/>
                <a:cs typeface="Arial" charset="0"/>
              </a:rPr>
              <a:t>("li");</a:t>
            </a:r>
          </a:p>
          <a:p>
            <a:pPr>
              <a:buFont typeface="Arial" charset="0"/>
              <a:buNone/>
            </a:pPr>
            <a:r>
              <a:rPr lang="en-US" altLang="zh-TW" sz="2400" dirty="0" err="1">
                <a:solidFill>
                  <a:srgbClr val="000099"/>
                </a:solidFill>
                <a:latin typeface="Arial" charset="0"/>
                <a:ea typeface="新細明體" charset="-120"/>
                <a:cs typeface="Arial" charset="0"/>
              </a:rPr>
              <a:t>newItem.textContent</a:t>
            </a:r>
            <a:r>
              <a:rPr lang="en-US" altLang="zh-TW" sz="2400" dirty="0">
                <a:solidFill>
                  <a:srgbClr val="000099"/>
                </a:solidFill>
                <a:latin typeface="Arial" charset="0"/>
                <a:ea typeface="新細明體" charset="-120"/>
                <a:cs typeface="Arial" charset="0"/>
              </a:rPr>
              <a:t>="Room C";</a:t>
            </a:r>
          </a:p>
          <a:p>
            <a:pPr>
              <a:buFont typeface="Arial" charset="0"/>
              <a:buNone/>
            </a:pPr>
            <a:r>
              <a:rPr lang="en-US" altLang="zh-TW" sz="2400" dirty="0" err="1">
                <a:solidFill>
                  <a:srgbClr val="000099"/>
                </a:solidFill>
                <a:latin typeface="Arial" charset="0"/>
                <a:ea typeface="新細明體" charset="-120"/>
                <a:cs typeface="Arial" charset="0"/>
              </a:rPr>
              <a:t>list.appendChild</a:t>
            </a:r>
            <a:r>
              <a:rPr lang="en-US" altLang="zh-TW" sz="2400" dirty="0">
                <a:solidFill>
                  <a:srgbClr val="000099"/>
                </a:solidFill>
                <a:latin typeface="Arial" charset="0"/>
                <a:ea typeface="新細明體" charset="-120"/>
                <a:cs typeface="Arial" charset="0"/>
              </a:rPr>
              <a:t>(</a:t>
            </a:r>
            <a:r>
              <a:rPr lang="en-US" altLang="zh-TW" sz="2400" dirty="0" err="1">
                <a:solidFill>
                  <a:srgbClr val="000099"/>
                </a:solidFill>
                <a:latin typeface="Arial" charset="0"/>
                <a:ea typeface="新細明體" charset="-120"/>
                <a:cs typeface="Arial" charset="0"/>
              </a:rPr>
              <a:t>newItem</a:t>
            </a:r>
            <a:r>
              <a:rPr lang="en-US" altLang="zh-TW" sz="2400" dirty="0">
                <a:solidFill>
                  <a:srgbClr val="000099"/>
                </a:solidFill>
                <a:latin typeface="Arial" charset="0"/>
                <a:ea typeface="新細明體" charset="-120"/>
                <a:cs typeface="Arial" charset="0"/>
              </a:rPr>
              <a:t>);</a:t>
            </a:r>
          </a:p>
          <a:p>
            <a:endParaRPr lang="zh-TW" altLang="en-US" dirty="0">
              <a:latin typeface="Arial" charset="0"/>
              <a:ea typeface="新細明體" charset="-120"/>
              <a:cs typeface="Arial" charset="0"/>
            </a:endParaRPr>
          </a:p>
        </p:txBody>
      </p:sp>
    </p:spTree>
    <p:extLst>
      <p:ext uri="{BB962C8B-B14F-4D97-AF65-F5344CB8AC3E}">
        <p14:creationId xmlns:p14="http://schemas.microsoft.com/office/powerpoint/2010/main" val="54501368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2C7D4F2-B6C2-47D6-A374-7E7CD3F98549}"/>
              </a:ext>
            </a:extLst>
          </p:cNvPr>
          <p:cNvSpPr>
            <a:spLocks noGrp="1"/>
          </p:cNvSpPr>
          <p:nvPr>
            <p:ph type="title"/>
          </p:nvPr>
        </p:nvSpPr>
        <p:spPr/>
        <p:txBody>
          <a:bodyPr/>
          <a:lstStyle/>
          <a:p>
            <a:r>
              <a:rPr lang="en-US" altLang="zh-TW" dirty="0"/>
              <a:t>DOM </a:t>
            </a:r>
            <a:r>
              <a:rPr lang="zh-TW" altLang="en-US" dirty="0"/>
              <a:t>刪除節點的操作</a:t>
            </a:r>
          </a:p>
        </p:txBody>
      </p:sp>
      <p:sp>
        <p:nvSpPr>
          <p:cNvPr id="3" name="內容版面配置區 2">
            <a:extLst>
              <a:ext uri="{FF2B5EF4-FFF2-40B4-BE49-F238E27FC236}">
                <a16:creationId xmlns:a16="http://schemas.microsoft.com/office/drawing/2014/main" id="{9190A7F5-06A7-4AE5-8F24-911FA9FE4663}"/>
              </a:ext>
            </a:extLst>
          </p:cNvPr>
          <p:cNvSpPr>
            <a:spLocks noGrp="1"/>
          </p:cNvSpPr>
          <p:nvPr>
            <p:ph idx="1"/>
          </p:nvPr>
        </p:nvSpPr>
        <p:spPr/>
        <p:txBody>
          <a:bodyPr/>
          <a:lstStyle/>
          <a:p>
            <a:pPr marL="0" indent="0">
              <a:buNone/>
            </a:pPr>
            <a:r>
              <a:rPr lang="en-US" altLang="zh-TW" sz="2000" dirty="0"/>
              <a:t>&lt;</a:t>
            </a:r>
            <a:r>
              <a:rPr lang="en-US" altLang="zh-TW" sz="2000" dirty="0" err="1"/>
              <a:t>ul</a:t>
            </a:r>
            <a:r>
              <a:rPr lang="en-US" altLang="zh-TW" sz="2000" dirty="0"/>
              <a:t> id="</a:t>
            </a:r>
            <a:r>
              <a:rPr lang="en-US" altLang="zh-TW" sz="2000" dirty="0" err="1"/>
              <a:t>firstUL</a:t>
            </a:r>
            <a:r>
              <a:rPr lang="en-US" altLang="zh-TW" sz="2000" dirty="0"/>
              <a:t>"&gt;&lt;li&gt;1&lt;/li&gt;&lt;li&gt;2&lt;/li&gt;&lt;li&gt;3&lt;/li&gt;&lt;/</a:t>
            </a:r>
            <a:r>
              <a:rPr lang="en-US" altLang="zh-TW" sz="2000" dirty="0" err="1"/>
              <a:t>ul</a:t>
            </a:r>
            <a:r>
              <a:rPr lang="en-US" altLang="zh-TW" sz="2000" dirty="0"/>
              <a:t>&gt;</a:t>
            </a:r>
          </a:p>
          <a:p>
            <a:pPr marL="0" indent="0">
              <a:buNone/>
            </a:pPr>
            <a:r>
              <a:rPr lang="en-US" altLang="zh-TW" sz="2000" dirty="0"/>
              <a:t>&lt;script&gt;</a:t>
            </a:r>
          </a:p>
          <a:p>
            <a:pPr marL="0" indent="0">
              <a:buNone/>
            </a:pPr>
            <a:r>
              <a:rPr lang="en-US" altLang="zh-TW" sz="2000" dirty="0"/>
              <a:t>    var head = </a:t>
            </a:r>
            <a:r>
              <a:rPr lang="en-US" altLang="zh-TW" sz="2000" dirty="0" err="1"/>
              <a:t>document.getElementById</a:t>
            </a:r>
            <a:r>
              <a:rPr lang="en-US" altLang="zh-TW" sz="2000" dirty="0"/>
              <a:t>('</a:t>
            </a:r>
            <a:r>
              <a:rPr lang="en-US" altLang="zh-TW" sz="2000" dirty="0" err="1"/>
              <a:t>firstUL</a:t>
            </a:r>
            <a:r>
              <a:rPr lang="en-US" altLang="zh-TW" sz="2000" dirty="0"/>
              <a:t>’);</a:t>
            </a:r>
          </a:p>
          <a:p>
            <a:pPr marL="0" indent="0">
              <a:buNone/>
            </a:pPr>
            <a:r>
              <a:rPr lang="en-US" altLang="zh-TW" sz="2000" dirty="0"/>
              <a:t>    // </a:t>
            </a:r>
            <a:r>
              <a:rPr lang="zh-TW" altLang="en-US" sz="2000" dirty="0"/>
              <a:t>刪除</a:t>
            </a:r>
            <a:r>
              <a:rPr lang="en-US" altLang="zh-TW" sz="2000" dirty="0"/>
              <a:t> &lt;li&gt; 3 &lt;/li&gt;</a:t>
            </a:r>
          </a:p>
          <a:p>
            <a:pPr marL="0" indent="0">
              <a:buNone/>
            </a:pPr>
            <a:r>
              <a:rPr lang="en-US" altLang="zh-TW" sz="2000" dirty="0"/>
              <a:t>    </a:t>
            </a:r>
            <a:r>
              <a:rPr lang="en-US" altLang="zh-TW" sz="2000" dirty="0" err="1"/>
              <a:t>head.removeChild</a:t>
            </a:r>
            <a:r>
              <a:rPr lang="en-US" altLang="zh-TW" sz="2000" dirty="0"/>
              <a:t>(</a:t>
            </a:r>
            <a:r>
              <a:rPr lang="en-US" altLang="zh-TW" sz="2000" dirty="0" err="1"/>
              <a:t>head.childNodes</a:t>
            </a:r>
            <a:r>
              <a:rPr lang="en-US" altLang="zh-TW" sz="2000" dirty="0"/>
              <a:t>[2]);</a:t>
            </a:r>
          </a:p>
          <a:p>
            <a:pPr marL="0" indent="0">
              <a:buNone/>
            </a:pPr>
            <a:r>
              <a:rPr lang="en-US" altLang="zh-TW" sz="2000" dirty="0"/>
              <a:t>    </a:t>
            </a:r>
          </a:p>
          <a:p>
            <a:pPr marL="0" indent="0">
              <a:buNone/>
            </a:pPr>
            <a:r>
              <a:rPr lang="en-US" altLang="zh-TW" sz="2000" dirty="0"/>
              <a:t>&lt;/script&gt;</a:t>
            </a:r>
            <a:endParaRPr lang="zh-TW" altLang="en-US" sz="2000" dirty="0"/>
          </a:p>
        </p:txBody>
      </p:sp>
    </p:spTree>
    <p:extLst>
      <p:ext uri="{BB962C8B-B14F-4D97-AF65-F5344CB8AC3E}">
        <p14:creationId xmlns:p14="http://schemas.microsoft.com/office/powerpoint/2010/main" val="354242397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46D696E-0B0F-4416-9741-A6BEAC555FFD}"/>
              </a:ext>
            </a:extLst>
          </p:cNvPr>
          <p:cNvSpPr>
            <a:spLocks noGrp="1"/>
          </p:cNvSpPr>
          <p:nvPr>
            <p:ph type="title"/>
          </p:nvPr>
        </p:nvSpPr>
        <p:spPr/>
        <p:txBody>
          <a:bodyPr/>
          <a:lstStyle/>
          <a:p>
            <a:r>
              <a:rPr lang="en-US" altLang="zh-TW" dirty="0"/>
              <a:t>Node</a:t>
            </a:r>
            <a:r>
              <a:rPr lang="zh-TW" altLang="en-US" dirty="0"/>
              <a:t>屬性</a:t>
            </a:r>
            <a:r>
              <a:rPr lang="en-US" altLang="zh-TW" dirty="0"/>
              <a:t>-</a:t>
            </a:r>
            <a:r>
              <a:rPr lang="en-US" altLang="zh-TW" dirty="0" err="1"/>
              <a:t>Node.nodeValue</a:t>
            </a:r>
            <a:endParaRPr lang="zh-TW" altLang="en-US" dirty="0"/>
          </a:p>
        </p:txBody>
      </p:sp>
      <p:sp>
        <p:nvSpPr>
          <p:cNvPr id="3" name="內容版面配置區 2">
            <a:extLst>
              <a:ext uri="{FF2B5EF4-FFF2-40B4-BE49-F238E27FC236}">
                <a16:creationId xmlns:a16="http://schemas.microsoft.com/office/drawing/2014/main" id="{340027CF-D27A-41E6-BDFE-A832ED733A70}"/>
              </a:ext>
            </a:extLst>
          </p:cNvPr>
          <p:cNvSpPr>
            <a:spLocks noGrp="1"/>
          </p:cNvSpPr>
          <p:nvPr>
            <p:ph idx="1"/>
          </p:nvPr>
        </p:nvSpPr>
        <p:spPr>
          <a:xfrm>
            <a:off x="457200" y="1628774"/>
            <a:ext cx="7859216" cy="4968577"/>
          </a:xfrm>
        </p:spPr>
        <p:txBody>
          <a:bodyPr/>
          <a:lstStyle/>
          <a:p>
            <a:pPr marL="0" indent="0">
              <a:buNone/>
            </a:pPr>
            <a:r>
              <a:rPr lang="en-US" altLang="zh-TW" sz="2400" dirty="0"/>
              <a:t>&lt;div id="foo"&gt;hello world&lt;/div&gt;</a:t>
            </a:r>
          </a:p>
          <a:p>
            <a:pPr marL="0" indent="0">
              <a:buNone/>
            </a:pPr>
            <a:r>
              <a:rPr lang="en-US" altLang="zh-TW" sz="2400" dirty="0"/>
              <a:t>&lt;script&gt;</a:t>
            </a:r>
          </a:p>
          <a:p>
            <a:pPr marL="0" indent="0">
              <a:buNone/>
            </a:pPr>
            <a:r>
              <a:rPr lang="en-US" altLang="zh-TW" sz="2400" dirty="0"/>
              <a:t>    var div = </a:t>
            </a:r>
            <a:r>
              <a:rPr lang="en-US" altLang="zh-TW" sz="2400" dirty="0" err="1"/>
              <a:t>document.getElementById</a:t>
            </a:r>
            <a:r>
              <a:rPr lang="en-US" altLang="zh-TW" sz="2400" dirty="0"/>
              <a:t>('foo');</a:t>
            </a:r>
          </a:p>
          <a:p>
            <a:pPr marL="0" indent="0">
              <a:buNone/>
            </a:pPr>
            <a:r>
              <a:rPr lang="en-US" altLang="zh-TW" sz="2400" dirty="0"/>
              <a:t>    </a:t>
            </a:r>
          </a:p>
          <a:p>
            <a:pPr marL="0" indent="0">
              <a:buNone/>
            </a:pPr>
            <a:r>
              <a:rPr lang="en-US" altLang="zh-TW" sz="2400" dirty="0"/>
              <a:t>    // </a:t>
            </a:r>
            <a:r>
              <a:rPr lang="zh-TW" altLang="en-US" sz="2400" dirty="0"/>
              <a:t>顯示 </a:t>
            </a:r>
            <a:r>
              <a:rPr lang="en-US" altLang="zh-TW" sz="2400" dirty="0"/>
              <a:t>hello world</a:t>
            </a:r>
          </a:p>
          <a:p>
            <a:pPr marL="0" indent="0">
              <a:buNone/>
            </a:pPr>
            <a:r>
              <a:rPr lang="en-US" altLang="zh-TW" sz="2400" dirty="0"/>
              <a:t>    alert(</a:t>
            </a:r>
            <a:r>
              <a:rPr lang="en-US" altLang="zh-TW" sz="2400" dirty="0" err="1"/>
              <a:t>div.firstChild.nodeValue</a:t>
            </a:r>
            <a:r>
              <a:rPr lang="en-US" altLang="zh-TW" sz="2400" dirty="0"/>
              <a:t>);</a:t>
            </a:r>
          </a:p>
          <a:p>
            <a:pPr marL="0" indent="0">
              <a:buNone/>
            </a:pPr>
            <a:r>
              <a:rPr lang="en-US" altLang="zh-TW" sz="2400" dirty="0"/>
              <a:t>    </a:t>
            </a:r>
          </a:p>
          <a:p>
            <a:pPr marL="0" indent="0">
              <a:buNone/>
            </a:pPr>
            <a:r>
              <a:rPr lang="en-US" altLang="zh-TW" sz="2400" dirty="0"/>
              <a:t>    // </a:t>
            </a:r>
            <a:r>
              <a:rPr lang="zh-TW" altLang="en-US" sz="2400" dirty="0"/>
              <a:t>顯示 </a:t>
            </a:r>
            <a:r>
              <a:rPr lang="en-US" altLang="zh-TW" sz="2400" dirty="0"/>
              <a:t>foo</a:t>
            </a:r>
          </a:p>
          <a:p>
            <a:pPr marL="0" indent="0">
              <a:buNone/>
            </a:pPr>
            <a:r>
              <a:rPr lang="en-US" altLang="zh-TW" sz="2400" dirty="0"/>
              <a:t>    alert(</a:t>
            </a:r>
            <a:r>
              <a:rPr lang="en-US" altLang="zh-TW" sz="2400" dirty="0" err="1"/>
              <a:t>div.attributes.id.nodeValue</a:t>
            </a:r>
            <a:r>
              <a:rPr lang="en-US" altLang="zh-TW" sz="2400" dirty="0"/>
              <a:t>);</a:t>
            </a:r>
          </a:p>
          <a:p>
            <a:pPr marL="0" indent="0">
              <a:buNone/>
            </a:pPr>
            <a:r>
              <a:rPr lang="en-US" altLang="zh-TW" sz="2400" dirty="0"/>
              <a:t>&lt;/script&gt;</a:t>
            </a:r>
            <a:endParaRPr lang="zh-TW" altLang="en-US" sz="2400" dirty="0"/>
          </a:p>
        </p:txBody>
      </p:sp>
    </p:spTree>
    <p:extLst>
      <p:ext uri="{BB962C8B-B14F-4D97-AF65-F5344CB8AC3E}">
        <p14:creationId xmlns:p14="http://schemas.microsoft.com/office/powerpoint/2010/main" val="335350453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46D696E-0B0F-4416-9741-A6BEAC555FFD}"/>
              </a:ext>
            </a:extLst>
          </p:cNvPr>
          <p:cNvSpPr>
            <a:spLocks noGrp="1"/>
          </p:cNvSpPr>
          <p:nvPr>
            <p:ph type="title"/>
          </p:nvPr>
        </p:nvSpPr>
        <p:spPr/>
        <p:txBody>
          <a:bodyPr/>
          <a:lstStyle/>
          <a:p>
            <a:r>
              <a:rPr lang="en-US" altLang="zh-TW" dirty="0"/>
              <a:t>Node</a:t>
            </a:r>
            <a:r>
              <a:rPr lang="zh-TW" altLang="en-US" dirty="0"/>
              <a:t>屬性</a:t>
            </a:r>
            <a:r>
              <a:rPr lang="en-US" altLang="zh-TW" dirty="0"/>
              <a:t>-</a:t>
            </a:r>
            <a:r>
              <a:rPr lang="en-US" altLang="zh-TW" dirty="0" err="1"/>
              <a:t>innerHTML</a:t>
            </a:r>
            <a:endParaRPr lang="zh-TW" altLang="en-US" dirty="0"/>
          </a:p>
        </p:txBody>
      </p:sp>
      <p:sp>
        <p:nvSpPr>
          <p:cNvPr id="3" name="內容版面配置區 2">
            <a:extLst>
              <a:ext uri="{FF2B5EF4-FFF2-40B4-BE49-F238E27FC236}">
                <a16:creationId xmlns:a16="http://schemas.microsoft.com/office/drawing/2014/main" id="{340027CF-D27A-41E6-BDFE-A832ED733A70}"/>
              </a:ext>
            </a:extLst>
          </p:cNvPr>
          <p:cNvSpPr>
            <a:spLocks noGrp="1"/>
          </p:cNvSpPr>
          <p:nvPr>
            <p:ph idx="1"/>
          </p:nvPr>
        </p:nvSpPr>
        <p:spPr>
          <a:xfrm>
            <a:off x="457200" y="1628774"/>
            <a:ext cx="7859216" cy="4968577"/>
          </a:xfrm>
        </p:spPr>
        <p:txBody>
          <a:bodyPr/>
          <a:lstStyle/>
          <a:p>
            <a:pPr marL="0" indent="0">
              <a:buNone/>
            </a:pPr>
            <a:r>
              <a:rPr lang="en-US" altLang="zh-TW" sz="2000" dirty="0"/>
              <a:t>&lt;div id="foo"&gt;&lt;span&gt;hello world&lt;/span&gt; 101&lt;/div&gt;</a:t>
            </a:r>
          </a:p>
          <a:p>
            <a:pPr marL="0" indent="0">
              <a:buNone/>
            </a:pPr>
            <a:r>
              <a:rPr lang="en-US" altLang="zh-TW" sz="2000" dirty="0"/>
              <a:t>&lt;script&gt;</a:t>
            </a:r>
          </a:p>
          <a:p>
            <a:pPr marL="0" indent="0">
              <a:buNone/>
            </a:pPr>
            <a:r>
              <a:rPr lang="en-US" altLang="zh-TW" sz="2000" dirty="0"/>
              <a:t>    var div = </a:t>
            </a:r>
            <a:r>
              <a:rPr lang="en-US" altLang="zh-TW" sz="2000" dirty="0" err="1"/>
              <a:t>document.getElementById</a:t>
            </a:r>
            <a:r>
              <a:rPr lang="en-US" altLang="zh-TW" sz="2000" dirty="0"/>
              <a:t>('foo');</a:t>
            </a:r>
          </a:p>
          <a:p>
            <a:pPr marL="0" indent="0">
              <a:buNone/>
            </a:pPr>
            <a:r>
              <a:rPr lang="en-US" altLang="zh-TW" sz="2000" dirty="0"/>
              <a:t>    // </a:t>
            </a:r>
            <a:r>
              <a:rPr lang="zh-TW" altLang="en-US" sz="2000" dirty="0"/>
              <a:t>顯示 </a:t>
            </a:r>
            <a:r>
              <a:rPr lang="en-US" altLang="zh-TW" sz="2000" dirty="0"/>
              <a:t>&lt;span&gt;hello world&lt;/span&gt; 101</a:t>
            </a:r>
          </a:p>
          <a:p>
            <a:pPr marL="0" indent="0">
              <a:buNone/>
            </a:pPr>
            <a:r>
              <a:rPr lang="en-US" altLang="zh-TW" sz="2000" dirty="0"/>
              <a:t>     alert(</a:t>
            </a:r>
            <a:r>
              <a:rPr lang="en-US" altLang="zh-TW" sz="2000" dirty="0" err="1"/>
              <a:t>div.innerHTML</a:t>
            </a:r>
            <a:r>
              <a:rPr lang="en-US" altLang="zh-TW" sz="2000" dirty="0"/>
              <a:t>);</a:t>
            </a:r>
          </a:p>
          <a:p>
            <a:pPr marL="0" indent="0">
              <a:buNone/>
            </a:pPr>
            <a:endParaRPr lang="en-US" altLang="zh-TW" sz="2000" dirty="0"/>
          </a:p>
          <a:p>
            <a:pPr marL="0" indent="0">
              <a:buNone/>
            </a:pPr>
            <a:r>
              <a:rPr lang="en-US" altLang="zh-TW" sz="2000" dirty="0"/>
              <a:t>    // </a:t>
            </a:r>
            <a:r>
              <a:rPr lang="zh-TW" altLang="en-US" sz="2000" dirty="0"/>
              <a:t>將 </a:t>
            </a:r>
            <a:r>
              <a:rPr lang="en-US" altLang="zh-TW" sz="2000" dirty="0"/>
              <a:t>div </a:t>
            </a:r>
            <a:r>
              <a:rPr lang="zh-TW" altLang="en-US" sz="2000" dirty="0"/>
              <a:t>的內容改成 </a:t>
            </a:r>
            <a:r>
              <a:rPr lang="en-US" altLang="zh-TW" sz="2000" dirty="0"/>
              <a:t>123</a:t>
            </a:r>
          </a:p>
          <a:p>
            <a:pPr marL="0" indent="0">
              <a:buNone/>
            </a:pPr>
            <a:r>
              <a:rPr lang="en-US" altLang="zh-TW" sz="2000" dirty="0"/>
              <a:t>    </a:t>
            </a:r>
            <a:r>
              <a:rPr lang="en-US" altLang="zh-TW" sz="2000" dirty="0" err="1"/>
              <a:t>div.innerHTML</a:t>
            </a:r>
            <a:r>
              <a:rPr lang="en-US" altLang="zh-TW" sz="2000" dirty="0"/>
              <a:t> = '123';</a:t>
            </a:r>
          </a:p>
          <a:p>
            <a:pPr marL="0" indent="0">
              <a:buNone/>
            </a:pPr>
            <a:r>
              <a:rPr lang="en-US" altLang="zh-TW" sz="2000" dirty="0"/>
              <a:t>    </a:t>
            </a:r>
          </a:p>
          <a:p>
            <a:pPr marL="0" indent="0">
              <a:buNone/>
            </a:pPr>
            <a:r>
              <a:rPr lang="en-US" altLang="zh-TW" sz="2000" dirty="0"/>
              <a:t>    // </a:t>
            </a:r>
            <a:r>
              <a:rPr lang="zh-TW" altLang="en-US" sz="2000" dirty="0"/>
              <a:t>顯示 </a:t>
            </a:r>
            <a:r>
              <a:rPr lang="en-US" altLang="zh-TW" sz="2000" dirty="0"/>
              <a:t>123</a:t>
            </a:r>
          </a:p>
          <a:p>
            <a:pPr marL="0" indent="0">
              <a:buNone/>
            </a:pPr>
            <a:r>
              <a:rPr lang="en-US" altLang="zh-TW" sz="2000" dirty="0"/>
              <a:t>    alert(</a:t>
            </a:r>
            <a:r>
              <a:rPr lang="en-US" altLang="zh-TW" sz="2000" dirty="0" err="1"/>
              <a:t>div.innerHTML</a:t>
            </a:r>
            <a:r>
              <a:rPr lang="en-US" altLang="zh-TW" sz="2000" dirty="0"/>
              <a:t>);</a:t>
            </a:r>
          </a:p>
          <a:p>
            <a:pPr marL="0" indent="0">
              <a:buNone/>
            </a:pPr>
            <a:r>
              <a:rPr lang="en-US" altLang="zh-TW" sz="2000" dirty="0"/>
              <a:t>&lt;/script&gt;</a:t>
            </a:r>
            <a:endParaRPr lang="zh-TW" altLang="en-US" sz="2000" dirty="0"/>
          </a:p>
        </p:txBody>
      </p:sp>
    </p:spTree>
    <p:extLst>
      <p:ext uri="{BB962C8B-B14F-4D97-AF65-F5344CB8AC3E}">
        <p14:creationId xmlns:p14="http://schemas.microsoft.com/office/powerpoint/2010/main" val="376494250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46D696E-0B0F-4416-9741-A6BEAC555FFD}"/>
              </a:ext>
            </a:extLst>
          </p:cNvPr>
          <p:cNvSpPr>
            <a:spLocks noGrp="1"/>
          </p:cNvSpPr>
          <p:nvPr>
            <p:ph type="title"/>
          </p:nvPr>
        </p:nvSpPr>
        <p:spPr>
          <a:xfrm>
            <a:off x="457200" y="548680"/>
            <a:ext cx="8229600" cy="792162"/>
          </a:xfrm>
        </p:spPr>
        <p:txBody>
          <a:bodyPr/>
          <a:lstStyle/>
          <a:p>
            <a:r>
              <a:rPr lang="en-US" altLang="zh-TW" dirty="0"/>
              <a:t>Node</a:t>
            </a:r>
            <a:r>
              <a:rPr lang="zh-TW" altLang="en-US" dirty="0"/>
              <a:t>屬性</a:t>
            </a:r>
            <a:r>
              <a:rPr lang="en-US" altLang="zh-TW" dirty="0"/>
              <a:t>-</a:t>
            </a:r>
            <a:r>
              <a:rPr lang="en-US" altLang="zh-TW" dirty="0" err="1"/>
              <a:t>innerText</a:t>
            </a:r>
            <a:endParaRPr lang="zh-TW" altLang="en-US" dirty="0"/>
          </a:p>
        </p:txBody>
      </p:sp>
      <p:sp>
        <p:nvSpPr>
          <p:cNvPr id="3" name="內容版面配置區 2">
            <a:extLst>
              <a:ext uri="{FF2B5EF4-FFF2-40B4-BE49-F238E27FC236}">
                <a16:creationId xmlns:a16="http://schemas.microsoft.com/office/drawing/2014/main" id="{340027CF-D27A-41E6-BDFE-A832ED733A70}"/>
              </a:ext>
            </a:extLst>
          </p:cNvPr>
          <p:cNvSpPr>
            <a:spLocks noGrp="1"/>
          </p:cNvSpPr>
          <p:nvPr>
            <p:ph idx="1"/>
          </p:nvPr>
        </p:nvSpPr>
        <p:spPr>
          <a:xfrm>
            <a:off x="107504" y="1268760"/>
            <a:ext cx="8784976" cy="4968577"/>
          </a:xfrm>
        </p:spPr>
        <p:txBody>
          <a:bodyPr/>
          <a:lstStyle/>
          <a:p>
            <a:pPr marL="0" indent="0">
              <a:buNone/>
            </a:pPr>
            <a:r>
              <a:rPr lang="en-US" altLang="zh-TW" sz="2000" dirty="0"/>
              <a:t>&lt;div id="foo"&gt;&lt;span&gt;hello world&lt;/span&gt; 101&lt;/div&gt;</a:t>
            </a:r>
          </a:p>
          <a:p>
            <a:pPr marL="0" indent="0">
              <a:buNone/>
            </a:pPr>
            <a:r>
              <a:rPr lang="en-US" altLang="zh-TW" sz="2000" dirty="0"/>
              <a:t>&lt;script&gt;</a:t>
            </a:r>
          </a:p>
          <a:p>
            <a:pPr marL="0" indent="0">
              <a:buNone/>
            </a:pPr>
            <a:r>
              <a:rPr lang="en-US" altLang="zh-TW" sz="2000" dirty="0"/>
              <a:t>    var div = </a:t>
            </a:r>
            <a:r>
              <a:rPr lang="en-US" altLang="zh-TW" sz="2000" dirty="0" err="1"/>
              <a:t>document.getElementById</a:t>
            </a:r>
            <a:r>
              <a:rPr lang="en-US" altLang="zh-TW" sz="2000" dirty="0"/>
              <a:t>('foo');</a:t>
            </a:r>
          </a:p>
          <a:p>
            <a:pPr marL="0" indent="0">
              <a:buNone/>
            </a:pPr>
            <a:r>
              <a:rPr lang="en-US" altLang="zh-TW" sz="2000" dirty="0"/>
              <a:t>    // </a:t>
            </a:r>
            <a:r>
              <a:rPr lang="zh-TW" altLang="en-US" sz="2000" dirty="0"/>
              <a:t>顯示 </a:t>
            </a:r>
            <a:r>
              <a:rPr lang="en-US" altLang="zh-TW" sz="2000" dirty="0"/>
              <a:t>hello world 101</a:t>
            </a:r>
          </a:p>
          <a:p>
            <a:pPr marL="0" indent="0">
              <a:buNone/>
            </a:pPr>
            <a:r>
              <a:rPr lang="en-US" altLang="zh-TW" sz="2000" dirty="0"/>
              <a:t>    alert(</a:t>
            </a:r>
            <a:r>
              <a:rPr lang="en-US" altLang="zh-TW" sz="2000" dirty="0" err="1"/>
              <a:t>div.innerText</a:t>
            </a:r>
            <a:r>
              <a:rPr lang="en-US" altLang="zh-TW" sz="2000" dirty="0"/>
              <a:t>);</a:t>
            </a:r>
          </a:p>
          <a:p>
            <a:pPr marL="0" indent="0">
              <a:buNone/>
            </a:pPr>
            <a:r>
              <a:rPr lang="en-US" altLang="zh-TW" sz="2000" dirty="0"/>
              <a:t>&lt;/script&gt;</a:t>
            </a:r>
          </a:p>
          <a:p>
            <a:pPr marL="0" indent="0">
              <a:buNone/>
            </a:pPr>
            <a:r>
              <a:rPr lang="en-US" altLang="zh-TW" sz="1800" dirty="0"/>
              <a:t>&lt;script&gt;</a:t>
            </a:r>
          </a:p>
          <a:p>
            <a:pPr marL="0" indent="0">
              <a:buNone/>
            </a:pPr>
            <a:r>
              <a:rPr lang="en-US" altLang="zh-TW" sz="1800" dirty="0"/>
              <a:t>    var div = </a:t>
            </a:r>
            <a:r>
              <a:rPr lang="en-US" altLang="zh-TW" sz="1800" dirty="0" err="1"/>
              <a:t>document.getElementById</a:t>
            </a:r>
            <a:r>
              <a:rPr lang="en-US" altLang="zh-TW" sz="1800" dirty="0"/>
              <a:t>('foo');</a:t>
            </a:r>
          </a:p>
          <a:p>
            <a:pPr marL="0" indent="0">
              <a:buNone/>
            </a:pPr>
            <a:r>
              <a:rPr lang="en-US" altLang="zh-TW" sz="1800" dirty="0"/>
              <a:t>    // </a:t>
            </a:r>
            <a:r>
              <a:rPr lang="zh-TW" altLang="en-US" sz="1800" dirty="0"/>
              <a:t>將 </a:t>
            </a:r>
            <a:r>
              <a:rPr lang="en-US" altLang="zh-TW" sz="1800" dirty="0"/>
              <a:t>div </a:t>
            </a:r>
            <a:r>
              <a:rPr lang="zh-TW" altLang="en-US" sz="1800" dirty="0"/>
              <a:t>的內容改成 </a:t>
            </a:r>
            <a:r>
              <a:rPr lang="en-US" altLang="zh-TW" sz="1800" dirty="0"/>
              <a:t>123</a:t>
            </a:r>
          </a:p>
          <a:p>
            <a:pPr marL="0" indent="0">
              <a:buNone/>
            </a:pPr>
            <a:r>
              <a:rPr lang="en-US" altLang="zh-TW" sz="1800" dirty="0"/>
              <a:t>    </a:t>
            </a:r>
            <a:r>
              <a:rPr lang="en-US" altLang="zh-TW" sz="1800" dirty="0" err="1"/>
              <a:t>div.innerText</a:t>
            </a:r>
            <a:r>
              <a:rPr lang="en-US" altLang="zh-TW" sz="1800" dirty="0"/>
              <a:t> = '&lt;span&gt;one&lt;/span&gt;&lt;span&gt;two&lt;/span&gt;';</a:t>
            </a:r>
          </a:p>
          <a:p>
            <a:pPr marL="0" indent="0">
              <a:buNone/>
            </a:pPr>
            <a:r>
              <a:rPr lang="en-US" altLang="zh-TW" sz="1800" dirty="0"/>
              <a:t>    // </a:t>
            </a:r>
            <a:r>
              <a:rPr lang="zh-TW" altLang="en-US" sz="1800" dirty="0"/>
              <a:t>顯示 </a:t>
            </a:r>
            <a:r>
              <a:rPr lang="en-US" altLang="zh-TW" sz="1800" dirty="0"/>
              <a:t>&amp;</a:t>
            </a:r>
            <a:r>
              <a:rPr lang="en-US" altLang="zh-TW" sz="1800" dirty="0" err="1"/>
              <a:t>lt;span&amp;gt;one&amp;lt</a:t>
            </a:r>
            <a:r>
              <a:rPr lang="en-US" altLang="zh-TW" sz="1800" dirty="0"/>
              <a:t>;/</a:t>
            </a:r>
            <a:r>
              <a:rPr lang="en-US" altLang="zh-TW" sz="1800" dirty="0" err="1"/>
              <a:t>span&amp;gt</a:t>
            </a:r>
            <a:r>
              <a:rPr lang="en-US" altLang="zh-TW" sz="1800" dirty="0"/>
              <a:t>;&amp;</a:t>
            </a:r>
            <a:r>
              <a:rPr lang="en-US" altLang="zh-TW" sz="1800" dirty="0" err="1"/>
              <a:t>lt;span&amp;gt;two&amp;lt</a:t>
            </a:r>
            <a:r>
              <a:rPr lang="en-US" altLang="zh-TW" sz="1800" dirty="0"/>
              <a:t>;/</a:t>
            </a:r>
            <a:r>
              <a:rPr lang="en-US" altLang="zh-TW" sz="1800" dirty="0" err="1"/>
              <a:t>span&amp;gt</a:t>
            </a:r>
            <a:r>
              <a:rPr lang="en-US" altLang="zh-TW" sz="1800" dirty="0"/>
              <a:t>;</a:t>
            </a:r>
          </a:p>
          <a:p>
            <a:pPr marL="0" indent="0">
              <a:buNone/>
            </a:pPr>
            <a:r>
              <a:rPr lang="en-US" altLang="zh-TW" sz="1800" dirty="0"/>
              <a:t>    alert(</a:t>
            </a:r>
            <a:r>
              <a:rPr lang="en-US" altLang="zh-TW" sz="1800" dirty="0" err="1"/>
              <a:t>div.innerHTML</a:t>
            </a:r>
            <a:r>
              <a:rPr lang="en-US" altLang="zh-TW" sz="1800" dirty="0"/>
              <a:t>);</a:t>
            </a:r>
          </a:p>
          <a:p>
            <a:pPr marL="0" indent="0">
              <a:buNone/>
            </a:pPr>
            <a:r>
              <a:rPr lang="en-US" altLang="zh-TW" sz="1800" dirty="0"/>
              <a:t>&lt;/script&gt;</a:t>
            </a:r>
            <a:endParaRPr lang="zh-TW" altLang="en-US" sz="1800" dirty="0"/>
          </a:p>
        </p:txBody>
      </p:sp>
    </p:spTree>
    <p:extLst>
      <p:ext uri="{BB962C8B-B14F-4D97-AF65-F5344CB8AC3E}">
        <p14:creationId xmlns:p14="http://schemas.microsoft.com/office/powerpoint/2010/main" val="55245937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93F8087-E998-4C65-B5A9-1D12F6ABE037}"/>
              </a:ext>
            </a:extLst>
          </p:cNvPr>
          <p:cNvSpPr>
            <a:spLocks noGrp="1"/>
          </p:cNvSpPr>
          <p:nvPr>
            <p:ph type="title"/>
          </p:nvPr>
        </p:nvSpPr>
        <p:spPr>
          <a:xfrm>
            <a:off x="683568" y="620688"/>
            <a:ext cx="8229600" cy="792162"/>
          </a:xfrm>
        </p:spPr>
        <p:txBody>
          <a:bodyPr/>
          <a:lstStyle/>
          <a:p>
            <a:r>
              <a:rPr lang="en-US" altLang="zh-TW" dirty="0"/>
              <a:t>Node- </a:t>
            </a:r>
            <a:r>
              <a:rPr lang="en-US" altLang="zh-TW" dirty="0" err="1"/>
              <a:t>appendChild</a:t>
            </a:r>
            <a:endParaRPr lang="zh-TW" altLang="en-US" dirty="0"/>
          </a:p>
        </p:txBody>
      </p:sp>
      <p:sp>
        <p:nvSpPr>
          <p:cNvPr id="3" name="內容版面配置區 2">
            <a:extLst>
              <a:ext uri="{FF2B5EF4-FFF2-40B4-BE49-F238E27FC236}">
                <a16:creationId xmlns:a16="http://schemas.microsoft.com/office/drawing/2014/main" id="{AC47618F-414C-4DA4-AF13-BE16CE42E987}"/>
              </a:ext>
            </a:extLst>
          </p:cNvPr>
          <p:cNvSpPr>
            <a:spLocks noGrp="1"/>
          </p:cNvSpPr>
          <p:nvPr>
            <p:ph idx="1"/>
          </p:nvPr>
        </p:nvSpPr>
        <p:spPr>
          <a:xfrm>
            <a:off x="467544" y="1377510"/>
            <a:ext cx="8229600" cy="4968552"/>
          </a:xfrm>
        </p:spPr>
        <p:txBody>
          <a:bodyPr/>
          <a:lstStyle/>
          <a:p>
            <a:pPr marL="0" indent="0">
              <a:buNone/>
            </a:pPr>
            <a:r>
              <a:rPr lang="en-US" altLang="zh-TW" sz="1600" dirty="0"/>
              <a:t>&lt;div id="foo"&gt;&lt;span&gt;hello&lt;/span&gt;&lt;/div&gt;</a:t>
            </a:r>
          </a:p>
          <a:p>
            <a:pPr marL="0" indent="0">
              <a:buNone/>
            </a:pPr>
            <a:r>
              <a:rPr lang="en-US" altLang="zh-TW" sz="1600" dirty="0"/>
              <a:t>&lt;script&gt;</a:t>
            </a:r>
          </a:p>
          <a:p>
            <a:pPr marL="0" indent="0">
              <a:buNone/>
            </a:pPr>
            <a:r>
              <a:rPr lang="en-US" altLang="zh-TW" sz="1600" dirty="0"/>
              <a:t>    // </a:t>
            </a:r>
            <a:r>
              <a:rPr lang="zh-TW" altLang="en-US" sz="1600" dirty="0"/>
              <a:t>建立一個新 </a:t>
            </a:r>
            <a:r>
              <a:rPr lang="en-US" altLang="zh-TW" sz="1600" dirty="0"/>
              <a:t>&lt;div&gt;</a:t>
            </a:r>
          </a:p>
          <a:p>
            <a:pPr marL="0" indent="0">
              <a:buNone/>
            </a:pPr>
            <a:r>
              <a:rPr lang="en-US" altLang="zh-TW" sz="1600" dirty="0"/>
              <a:t>    var </a:t>
            </a:r>
            <a:r>
              <a:rPr lang="en-US" altLang="zh-TW" sz="1600" dirty="0" err="1"/>
              <a:t>newDiv</a:t>
            </a:r>
            <a:r>
              <a:rPr lang="en-US" altLang="zh-TW" sz="1600" dirty="0"/>
              <a:t> = </a:t>
            </a:r>
            <a:r>
              <a:rPr lang="en-US" altLang="zh-TW" sz="1600" dirty="0" err="1"/>
              <a:t>document.createElement</a:t>
            </a:r>
            <a:r>
              <a:rPr lang="en-US" altLang="zh-TW" sz="1600" dirty="0"/>
              <a:t>('div');</a:t>
            </a:r>
          </a:p>
          <a:p>
            <a:pPr marL="0" indent="0">
              <a:buNone/>
            </a:pPr>
            <a:r>
              <a:rPr lang="en-US" altLang="zh-TW" sz="1600" dirty="0"/>
              <a:t>    // </a:t>
            </a:r>
            <a:r>
              <a:rPr lang="zh-TW" altLang="en-US" sz="1600" dirty="0"/>
              <a:t>建立一個新的文字節點</a:t>
            </a:r>
          </a:p>
          <a:p>
            <a:pPr marL="0" indent="0">
              <a:buNone/>
            </a:pPr>
            <a:r>
              <a:rPr lang="zh-TW" altLang="en-US" sz="1600" dirty="0"/>
              <a:t>    </a:t>
            </a:r>
            <a:r>
              <a:rPr lang="en-US" altLang="zh-TW" sz="1600" dirty="0"/>
              <a:t>var </a:t>
            </a:r>
            <a:r>
              <a:rPr lang="en-US" altLang="zh-TW" sz="1600" dirty="0" err="1"/>
              <a:t>newContent</a:t>
            </a:r>
            <a:r>
              <a:rPr lang="en-US" altLang="zh-TW" sz="1600" dirty="0"/>
              <a:t> = </a:t>
            </a:r>
            <a:r>
              <a:rPr lang="en-US" altLang="zh-TW" sz="1600" dirty="0" err="1"/>
              <a:t>document.createTextNode</a:t>
            </a:r>
            <a:r>
              <a:rPr lang="en-US" altLang="zh-TW" sz="1600" dirty="0"/>
              <a:t>('I love gjun.com!');</a:t>
            </a:r>
          </a:p>
          <a:p>
            <a:pPr marL="0" indent="0">
              <a:buNone/>
            </a:pPr>
            <a:r>
              <a:rPr lang="en-US" altLang="zh-TW" sz="1600" dirty="0"/>
              <a:t>    // </a:t>
            </a:r>
            <a:r>
              <a:rPr lang="zh-TW" altLang="en-US" sz="1600" dirty="0"/>
              <a:t>將文字節點加到剛建立的 </a:t>
            </a:r>
            <a:r>
              <a:rPr lang="en-US" altLang="zh-TW" sz="1600" dirty="0"/>
              <a:t>&lt;div&gt; </a:t>
            </a:r>
            <a:r>
              <a:rPr lang="zh-TW" altLang="en-US" sz="1600" dirty="0"/>
              <a:t>元素中</a:t>
            </a:r>
          </a:p>
          <a:p>
            <a:pPr marL="0" indent="0">
              <a:buNone/>
            </a:pPr>
            <a:r>
              <a:rPr lang="zh-TW" altLang="en-US" sz="1600" dirty="0"/>
              <a:t>    </a:t>
            </a:r>
            <a:r>
              <a:rPr lang="en-US" altLang="zh-TW" sz="1600" dirty="0" err="1"/>
              <a:t>newDiv.appendChild</a:t>
            </a:r>
            <a:r>
              <a:rPr lang="en-US" altLang="zh-TW" sz="1600" dirty="0"/>
              <a:t>(</a:t>
            </a:r>
            <a:r>
              <a:rPr lang="en-US" altLang="zh-TW" sz="1600" dirty="0" err="1"/>
              <a:t>newContent</a:t>
            </a:r>
            <a:r>
              <a:rPr lang="en-US" altLang="zh-TW" sz="1600" dirty="0"/>
              <a:t>);</a:t>
            </a:r>
          </a:p>
          <a:p>
            <a:pPr marL="0" indent="0">
              <a:buNone/>
            </a:pPr>
            <a:endParaRPr lang="en-US" altLang="zh-TW" sz="1600" dirty="0"/>
          </a:p>
          <a:p>
            <a:pPr marL="0" indent="0">
              <a:buNone/>
            </a:pPr>
            <a:r>
              <a:rPr lang="en-US" altLang="zh-TW" sz="1600" dirty="0"/>
              <a:t>    // </a:t>
            </a:r>
            <a:r>
              <a:rPr lang="zh-TW" altLang="en-US" sz="1600" dirty="0"/>
              <a:t>取得目前頁面上的 </a:t>
            </a:r>
            <a:r>
              <a:rPr lang="en-US" altLang="zh-TW" sz="1600" dirty="0"/>
              <a:t>foo </a:t>
            </a:r>
            <a:r>
              <a:rPr lang="zh-TW" altLang="en-US" sz="1600" dirty="0"/>
              <a:t>元素</a:t>
            </a:r>
          </a:p>
          <a:p>
            <a:pPr marL="0" indent="0">
              <a:buNone/>
            </a:pPr>
            <a:r>
              <a:rPr lang="zh-TW" altLang="en-US" sz="1600" dirty="0"/>
              <a:t>    </a:t>
            </a:r>
            <a:r>
              <a:rPr lang="en-US" altLang="zh-TW" sz="1600" dirty="0"/>
              <a:t>var </a:t>
            </a:r>
            <a:r>
              <a:rPr lang="en-US" altLang="zh-TW" sz="1600" dirty="0" err="1"/>
              <a:t>currentDiv</a:t>
            </a:r>
            <a:r>
              <a:rPr lang="en-US" altLang="zh-TW" sz="1600" dirty="0"/>
              <a:t> = </a:t>
            </a:r>
            <a:r>
              <a:rPr lang="en-US" altLang="zh-TW" sz="1600" dirty="0" err="1"/>
              <a:t>document.getElementById</a:t>
            </a:r>
            <a:r>
              <a:rPr lang="en-US" altLang="zh-TW" sz="1600" dirty="0"/>
              <a:t>('foo');</a:t>
            </a:r>
          </a:p>
          <a:p>
            <a:pPr marL="0" indent="0">
              <a:buNone/>
            </a:pPr>
            <a:r>
              <a:rPr lang="en-US" altLang="zh-TW" sz="1600" dirty="0"/>
              <a:t>    // </a:t>
            </a:r>
            <a:r>
              <a:rPr lang="zh-TW" altLang="en-US" sz="1600" dirty="0"/>
              <a:t>將剛建立的 </a:t>
            </a:r>
            <a:r>
              <a:rPr lang="en-US" altLang="zh-TW" sz="1600" dirty="0"/>
              <a:t>&lt;div&gt; </a:t>
            </a:r>
            <a:r>
              <a:rPr lang="zh-TW" altLang="en-US" sz="1600" dirty="0"/>
              <a:t>元素加入 </a:t>
            </a:r>
            <a:r>
              <a:rPr lang="en-US" altLang="zh-TW" sz="1600" dirty="0"/>
              <a:t>foo </a:t>
            </a:r>
            <a:r>
              <a:rPr lang="zh-TW" altLang="en-US" sz="1600" dirty="0"/>
              <a:t>元素中</a:t>
            </a:r>
          </a:p>
          <a:p>
            <a:pPr marL="0" indent="0">
              <a:buNone/>
            </a:pPr>
            <a:r>
              <a:rPr lang="zh-TW" altLang="en-US" sz="1600" dirty="0"/>
              <a:t>    </a:t>
            </a:r>
            <a:r>
              <a:rPr lang="en-US" altLang="zh-TW" sz="1600" dirty="0" err="1"/>
              <a:t>currentDiv.appendChild</a:t>
            </a:r>
            <a:r>
              <a:rPr lang="en-US" altLang="zh-TW" sz="1600" dirty="0"/>
              <a:t>(</a:t>
            </a:r>
            <a:r>
              <a:rPr lang="en-US" altLang="zh-TW" sz="1600" dirty="0" err="1"/>
              <a:t>newDiv</a:t>
            </a:r>
            <a:r>
              <a:rPr lang="en-US" altLang="zh-TW" sz="1600" dirty="0"/>
              <a:t>);</a:t>
            </a:r>
          </a:p>
          <a:p>
            <a:pPr marL="0" indent="0">
              <a:buNone/>
            </a:pPr>
            <a:endParaRPr lang="en-US" altLang="zh-TW" sz="1600" dirty="0"/>
          </a:p>
          <a:p>
            <a:pPr marL="0" indent="0">
              <a:buNone/>
            </a:pPr>
            <a:r>
              <a:rPr lang="en-US" altLang="zh-TW" sz="1600" dirty="0"/>
              <a:t>    // </a:t>
            </a:r>
            <a:r>
              <a:rPr lang="zh-TW" altLang="en-US" sz="1600" dirty="0"/>
              <a:t>顯示 </a:t>
            </a:r>
            <a:r>
              <a:rPr lang="en-US" altLang="zh-TW" sz="1600" dirty="0"/>
              <a:t>&lt;span&gt;hello&lt;/span&gt;&lt;div&gt;I love gjun.com!&lt;/div&gt;</a:t>
            </a:r>
          </a:p>
          <a:p>
            <a:pPr marL="0" indent="0">
              <a:buNone/>
            </a:pPr>
            <a:r>
              <a:rPr lang="en-US" altLang="zh-TW" sz="1600" dirty="0"/>
              <a:t>    alert(</a:t>
            </a:r>
            <a:r>
              <a:rPr lang="en-US" altLang="zh-TW" sz="1600" dirty="0" err="1"/>
              <a:t>currentDiv.innerHTML</a:t>
            </a:r>
            <a:r>
              <a:rPr lang="en-US" altLang="zh-TW" sz="1600" dirty="0"/>
              <a:t>);</a:t>
            </a:r>
          </a:p>
          <a:p>
            <a:pPr marL="0" indent="0">
              <a:buNone/>
            </a:pPr>
            <a:r>
              <a:rPr lang="en-US" altLang="zh-TW" sz="1600" dirty="0"/>
              <a:t>&lt;/script&gt;</a:t>
            </a:r>
            <a:endParaRPr lang="zh-TW" altLang="en-US" sz="1600" dirty="0"/>
          </a:p>
        </p:txBody>
      </p:sp>
    </p:spTree>
    <p:extLst>
      <p:ext uri="{BB962C8B-B14F-4D97-AF65-F5344CB8AC3E}">
        <p14:creationId xmlns:p14="http://schemas.microsoft.com/office/powerpoint/2010/main" val="340903974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98BE500-A87F-4769-8E45-CD228385C61E}"/>
              </a:ext>
            </a:extLst>
          </p:cNvPr>
          <p:cNvSpPr>
            <a:spLocks noGrp="1"/>
          </p:cNvSpPr>
          <p:nvPr>
            <p:ph type="title"/>
          </p:nvPr>
        </p:nvSpPr>
        <p:spPr>
          <a:xfrm>
            <a:off x="2771800" y="260648"/>
            <a:ext cx="5544616" cy="792162"/>
          </a:xfrm>
        </p:spPr>
        <p:txBody>
          <a:bodyPr/>
          <a:lstStyle/>
          <a:p>
            <a:r>
              <a:rPr lang="en-US" altLang="zh-TW" dirty="0"/>
              <a:t>Node-</a:t>
            </a:r>
            <a:r>
              <a:rPr lang="en-US" altLang="zh-TW" sz="4000" dirty="0"/>
              <a:t> </a:t>
            </a:r>
            <a:r>
              <a:rPr lang="en-US" altLang="zh-TW" sz="4000" dirty="0" err="1"/>
              <a:t>insertBefore</a:t>
            </a:r>
            <a:endParaRPr lang="zh-TW" altLang="en-US" dirty="0"/>
          </a:p>
        </p:txBody>
      </p:sp>
      <p:sp>
        <p:nvSpPr>
          <p:cNvPr id="3" name="內容版面配置區 2">
            <a:extLst>
              <a:ext uri="{FF2B5EF4-FFF2-40B4-BE49-F238E27FC236}">
                <a16:creationId xmlns:a16="http://schemas.microsoft.com/office/drawing/2014/main" id="{AD706FDB-8382-4AAC-B3CE-6886F782C977}"/>
              </a:ext>
            </a:extLst>
          </p:cNvPr>
          <p:cNvSpPr>
            <a:spLocks noGrp="1"/>
          </p:cNvSpPr>
          <p:nvPr>
            <p:ph idx="1"/>
          </p:nvPr>
        </p:nvSpPr>
        <p:spPr>
          <a:xfrm>
            <a:off x="179512" y="964294"/>
            <a:ext cx="8867328" cy="5777074"/>
          </a:xfrm>
        </p:spPr>
        <p:txBody>
          <a:bodyPr/>
          <a:lstStyle/>
          <a:p>
            <a:pPr marL="0" indent="0">
              <a:buNone/>
            </a:pPr>
            <a:r>
              <a:rPr lang="en-US" altLang="zh-TW" sz="1600" dirty="0"/>
              <a:t>&lt;div id="foo"&gt;&lt;span id="s1"&gt;hello&lt;/span&gt;&lt;span id="s2"&gt;world&lt;/span&gt;&lt;/div&gt;</a:t>
            </a:r>
          </a:p>
          <a:p>
            <a:pPr marL="0" indent="0">
              <a:buNone/>
            </a:pPr>
            <a:r>
              <a:rPr lang="en-US" altLang="zh-TW" sz="1600" dirty="0"/>
              <a:t>&lt;script&gt;</a:t>
            </a:r>
          </a:p>
          <a:p>
            <a:pPr marL="0" indent="0">
              <a:buNone/>
            </a:pPr>
            <a:r>
              <a:rPr lang="en-US" altLang="zh-TW" sz="1600" dirty="0"/>
              <a:t>    // </a:t>
            </a:r>
            <a:r>
              <a:rPr lang="zh-TW" altLang="en-US" sz="1600" dirty="0"/>
              <a:t>建立一個新的 </a:t>
            </a:r>
            <a:r>
              <a:rPr lang="en-US" altLang="zh-TW" sz="1600" dirty="0"/>
              <a:t>&lt;span&gt;</a:t>
            </a:r>
          </a:p>
          <a:p>
            <a:pPr marL="0" indent="0">
              <a:buNone/>
            </a:pPr>
            <a:r>
              <a:rPr lang="en-US" altLang="zh-TW" sz="1600" dirty="0"/>
              <a:t>    var </a:t>
            </a:r>
            <a:r>
              <a:rPr lang="en-US" altLang="zh-TW" sz="1600" dirty="0" err="1"/>
              <a:t>newSpan</a:t>
            </a:r>
            <a:r>
              <a:rPr lang="en-US" altLang="zh-TW" sz="1600" dirty="0"/>
              <a:t> = </a:t>
            </a:r>
            <a:r>
              <a:rPr lang="en-US" altLang="zh-TW" sz="1600" dirty="0" err="1"/>
              <a:t>document.createElement</a:t>
            </a:r>
            <a:r>
              <a:rPr lang="en-US" altLang="zh-TW" sz="1600" dirty="0"/>
              <a:t>('span');</a:t>
            </a:r>
          </a:p>
          <a:p>
            <a:pPr marL="0" indent="0">
              <a:buNone/>
            </a:pPr>
            <a:r>
              <a:rPr lang="en-US" altLang="zh-TW" sz="1600" dirty="0"/>
              <a:t>    // </a:t>
            </a:r>
            <a:r>
              <a:rPr lang="zh-TW" altLang="en-US" sz="1600" dirty="0"/>
              <a:t>增添一些內容</a:t>
            </a:r>
          </a:p>
          <a:p>
            <a:pPr marL="0" indent="0">
              <a:buNone/>
            </a:pPr>
            <a:r>
              <a:rPr lang="zh-TW" altLang="en-US" sz="1600" dirty="0"/>
              <a:t>    </a:t>
            </a:r>
            <a:r>
              <a:rPr lang="en-US" altLang="zh-TW" sz="1600" dirty="0" err="1"/>
              <a:t>newSpan.innerHTML</a:t>
            </a:r>
            <a:r>
              <a:rPr lang="en-US" altLang="zh-TW" sz="1600" dirty="0"/>
              <a:t> = 'my new span text';</a:t>
            </a:r>
          </a:p>
          <a:p>
            <a:pPr marL="0" indent="0">
              <a:buNone/>
            </a:pPr>
            <a:endParaRPr lang="en-US" altLang="zh-TW" sz="1600" dirty="0"/>
          </a:p>
          <a:p>
            <a:pPr marL="0" indent="0">
              <a:buNone/>
            </a:pPr>
            <a:r>
              <a:rPr lang="en-US" altLang="zh-TW" sz="1600" dirty="0"/>
              <a:t>    // </a:t>
            </a:r>
            <a:r>
              <a:rPr lang="zh-TW" altLang="en-US" sz="1600" dirty="0"/>
              <a:t>取得目前頁面上的 </a:t>
            </a:r>
            <a:r>
              <a:rPr lang="en-US" altLang="zh-TW" sz="1600" dirty="0"/>
              <a:t>foo </a:t>
            </a:r>
            <a:r>
              <a:rPr lang="zh-TW" altLang="en-US" sz="1600" dirty="0"/>
              <a:t>元素</a:t>
            </a:r>
          </a:p>
          <a:p>
            <a:pPr marL="0" indent="0">
              <a:buNone/>
            </a:pPr>
            <a:r>
              <a:rPr lang="zh-TW" altLang="en-US" sz="1600" dirty="0"/>
              <a:t>    </a:t>
            </a:r>
            <a:r>
              <a:rPr lang="en-US" altLang="zh-TW" sz="1600" dirty="0"/>
              <a:t>var foo = </a:t>
            </a:r>
            <a:r>
              <a:rPr lang="en-US" altLang="zh-TW" sz="1600" dirty="0" err="1"/>
              <a:t>document.getElementById</a:t>
            </a:r>
            <a:r>
              <a:rPr lang="en-US" altLang="zh-TW" sz="1600" dirty="0"/>
              <a:t>('foo');</a:t>
            </a:r>
          </a:p>
          <a:p>
            <a:pPr marL="0" indent="0">
              <a:buNone/>
            </a:pPr>
            <a:r>
              <a:rPr lang="en-US" altLang="zh-TW" sz="1600" dirty="0"/>
              <a:t>    // </a:t>
            </a:r>
            <a:r>
              <a:rPr lang="zh-TW" altLang="en-US" sz="1600" dirty="0"/>
              <a:t>取得目前頁面上的 </a:t>
            </a:r>
            <a:r>
              <a:rPr lang="en-US" altLang="zh-TW" sz="1600" dirty="0"/>
              <a:t>s2 </a:t>
            </a:r>
            <a:r>
              <a:rPr lang="zh-TW" altLang="en-US" sz="1600" dirty="0"/>
              <a:t>元素</a:t>
            </a:r>
          </a:p>
          <a:p>
            <a:pPr marL="0" indent="0">
              <a:buNone/>
            </a:pPr>
            <a:r>
              <a:rPr lang="zh-TW" altLang="en-US" sz="1600" dirty="0"/>
              <a:t>    </a:t>
            </a:r>
            <a:r>
              <a:rPr lang="en-US" altLang="zh-TW" sz="1600" dirty="0"/>
              <a:t>var s2 = </a:t>
            </a:r>
            <a:r>
              <a:rPr lang="en-US" altLang="zh-TW" sz="1600" dirty="0" err="1"/>
              <a:t>document.getElementById</a:t>
            </a:r>
            <a:r>
              <a:rPr lang="en-US" altLang="zh-TW" sz="1600" dirty="0"/>
              <a:t>('s2');</a:t>
            </a:r>
          </a:p>
          <a:p>
            <a:pPr marL="0" indent="0">
              <a:buNone/>
            </a:pPr>
            <a:endParaRPr lang="en-US" altLang="zh-TW" sz="1600" dirty="0"/>
          </a:p>
          <a:p>
            <a:pPr marL="0" indent="0">
              <a:buNone/>
            </a:pPr>
            <a:r>
              <a:rPr lang="en-US" altLang="zh-TW" sz="1600" dirty="0"/>
              <a:t>    // </a:t>
            </a:r>
            <a:r>
              <a:rPr lang="zh-TW" altLang="en-US" sz="1600" dirty="0"/>
              <a:t>將新的 </a:t>
            </a:r>
            <a:r>
              <a:rPr lang="en-US" altLang="zh-TW" sz="1600" dirty="0"/>
              <a:t>span </a:t>
            </a:r>
            <a:r>
              <a:rPr lang="zh-TW" altLang="en-US" sz="1600" dirty="0"/>
              <a:t>元素放到 </a:t>
            </a:r>
            <a:r>
              <a:rPr lang="en-US" altLang="zh-TW" sz="1600" dirty="0"/>
              <a:t>foo </a:t>
            </a:r>
            <a:r>
              <a:rPr lang="zh-TW" altLang="en-US" sz="1600" dirty="0"/>
              <a:t>元素中的 </a:t>
            </a:r>
            <a:r>
              <a:rPr lang="en-US" altLang="zh-TW" sz="1600" dirty="0"/>
              <a:t>s2 </a:t>
            </a:r>
            <a:r>
              <a:rPr lang="zh-TW" altLang="en-US" sz="1600" dirty="0"/>
              <a:t>子元素前面</a:t>
            </a:r>
          </a:p>
          <a:p>
            <a:pPr marL="0" indent="0">
              <a:buNone/>
            </a:pPr>
            <a:r>
              <a:rPr lang="zh-TW" altLang="en-US" sz="1600" dirty="0"/>
              <a:t>    </a:t>
            </a:r>
            <a:r>
              <a:rPr lang="en-US" altLang="zh-TW" sz="1600" dirty="0" err="1"/>
              <a:t>foo.</a:t>
            </a:r>
            <a:r>
              <a:rPr lang="en-US" altLang="zh-TW" sz="1600" dirty="0" err="1">
                <a:solidFill>
                  <a:srgbClr val="C00000"/>
                </a:solidFill>
              </a:rPr>
              <a:t>insertBefore</a:t>
            </a:r>
            <a:r>
              <a:rPr lang="en-US" altLang="zh-TW" sz="1600" dirty="0"/>
              <a:t>(</a:t>
            </a:r>
            <a:r>
              <a:rPr lang="en-US" altLang="zh-TW" sz="1600" dirty="0" err="1"/>
              <a:t>newSpan</a:t>
            </a:r>
            <a:r>
              <a:rPr lang="en-US" altLang="zh-TW" sz="1600" dirty="0"/>
              <a:t>, s2);</a:t>
            </a:r>
          </a:p>
          <a:p>
            <a:pPr marL="0" indent="0">
              <a:buNone/>
            </a:pPr>
            <a:endParaRPr lang="en-US" altLang="zh-TW" sz="1600" dirty="0"/>
          </a:p>
          <a:p>
            <a:pPr marL="0" indent="0">
              <a:buNone/>
            </a:pPr>
            <a:r>
              <a:rPr lang="en-US" altLang="zh-TW" sz="1600" dirty="0"/>
              <a:t>    // </a:t>
            </a:r>
            <a:r>
              <a:rPr lang="zh-TW" altLang="en-US" sz="1600" dirty="0"/>
              <a:t>顯示 </a:t>
            </a:r>
            <a:r>
              <a:rPr lang="en-US" altLang="zh-TW" sz="1600" dirty="0"/>
              <a:t>&lt;span id="s1"&gt;hello&lt;/span&gt;&lt;span&gt; my new span text &lt;/span&gt;&lt;span id="s2"&gt;world&lt;/span&gt;</a:t>
            </a:r>
          </a:p>
          <a:p>
            <a:pPr marL="0" indent="0">
              <a:buNone/>
            </a:pPr>
            <a:r>
              <a:rPr lang="en-US" altLang="zh-TW" sz="1600" dirty="0"/>
              <a:t>    alert(</a:t>
            </a:r>
            <a:r>
              <a:rPr lang="en-US" altLang="zh-TW" sz="1600" dirty="0" err="1"/>
              <a:t>foo.innerHTML</a:t>
            </a:r>
            <a:r>
              <a:rPr lang="en-US" altLang="zh-TW" sz="1600" dirty="0"/>
              <a:t>);</a:t>
            </a:r>
          </a:p>
          <a:p>
            <a:pPr marL="0" indent="0">
              <a:buNone/>
            </a:pPr>
            <a:r>
              <a:rPr lang="en-US" altLang="zh-TW" sz="1600" dirty="0"/>
              <a:t>&lt;/script&gt;</a:t>
            </a:r>
            <a:endParaRPr lang="zh-TW" altLang="en-US" sz="1600" dirty="0"/>
          </a:p>
        </p:txBody>
      </p:sp>
    </p:spTree>
    <p:extLst>
      <p:ext uri="{BB962C8B-B14F-4D97-AF65-F5344CB8AC3E}">
        <p14:creationId xmlns:p14="http://schemas.microsoft.com/office/powerpoint/2010/main" val="22371886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C5B1111-E9FE-4D0C-B853-9FFB6705501B}"/>
              </a:ext>
            </a:extLst>
          </p:cNvPr>
          <p:cNvSpPr>
            <a:spLocks noGrp="1"/>
          </p:cNvSpPr>
          <p:nvPr>
            <p:ph type="title"/>
          </p:nvPr>
        </p:nvSpPr>
        <p:spPr>
          <a:xfrm>
            <a:off x="755576" y="548680"/>
            <a:ext cx="8229600" cy="792162"/>
          </a:xfrm>
        </p:spPr>
        <p:txBody>
          <a:bodyPr/>
          <a:lstStyle/>
          <a:p>
            <a:r>
              <a:rPr lang="en-US" altLang="zh-TW" dirty="0" err="1"/>
              <a:t>insertBefore</a:t>
            </a:r>
            <a:r>
              <a:rPr lang="zh-TW" altLang="en-US" dirty="0"/>
              <a:t>移動元素的位置</a:t>
            </a:r>
          </a:p>
        </p:txBody>
      </p:sp>
      <p:sp>
        <p:nvSpPr>
          <p:cNvPr id="3" name="內容版面配置區 2">
            <a:extLst>
              <a:ext uri="{FF2B5EF4-FFF2-40B4-BE49-F238E27FC236}">
                <a16:creationId xmlns:a16="http://schemas.microsoft.com/office/drawing/2014/main" id="{359F4CBB-9716-4233-A47E-151959868F37}"/>
              </a:ext>
            </a:extLst>
          </p:cNvPr>
          <p:cNvSpPr>
            <a:spLocks noGrp="1"/>
          </p:cNvSpPr>
          <p:nvPr>
            <p:ph idx="1"/>
          </p:nvPr>
        </p:nvSpPr>
        <p:spPr>
          <a:xfrm>
            <a:off x="150404" y="1340768"/>
            <a:ext cx="8229600" cy="5184576"/>
          </a:xfrm>
        </p:spPr>
        <p:txBody>
          <a:bodyPr/>
          <a:lstStyle/>
          <a:p>
            <a:pPr marL="0" indent="0">
              <a:buNone/>
            </a:pPr>
            <a:r>
              <a:rPr lang="en-US" altLang="zh-TW" sz="1600" dirty="0"/>
              <a:t>&lt;div id="foo"&gt;&lt;span id="s1"&gt;hello&lt;/span&gt;&lt;span id="s2"&gt;world&lt;/span&gt;&lt;/div&gt;</a:t>
            </a:r>
          </a:p>
          <a:p>
            <a:pPr marL="0" indent="0">
              <a:buNone/>
            </a:pPr>
            <a:endParaRPr lang="en-US" altLang="zh-TW" sz="1600" dirty="0"/>
          </a:p>
          <a:p>
            <a:pPr marL="0" indent="0">
              <a:buNone/>
            </a:pPr>
            <a:r>
              <a:rPr lang="en-US" altLang="zh-TW" sz="1600" dirty="0"/>
              <a:t>&lt;script&gt;</a:t>
            </a:r>
          </a:p>
          <a:p>
            <a:pPr marL="0" indent="0">
              <a:buNone/>
            </a:pPr>
            <a:r>
              <a:rPr lang="en-US" altLang="zh-TW" sz="1600" dirty="0"/>
              <a:t>    // </a:t>
            </a:r>
            <a:r>
              <a:rPr lang="zh-TW" altLang="en-US" sz="1600" dirty="0"/>
              <a:t>取得目前頁面上的 </a:t>
            </a:r>
            <a:r>
              <a:rPr lang="en-US" altLang="zh-TW" sz="1600" dirty="0"/>
              <a:t>foo </a:t>
            </a:r>
            <a:r>
              <a:rPr lang="zh-TW" altLang="en-US" sz="1600" dirty="0"/>
              <a:t>元素</a:t>
            </a:r>
          </a:p>
          <a:p>
            <a:pPr marL="0" indent="0">
              <a:buNone/>
            </a:pPr>
            <a:r>
              <a:rPr lang="zh-TW" altLang="en-US" sz="1600" dirty="0"/>
              <a:t>    </a:t>
            </a:r>
            <a:r>
              <a:rPr lang="en-US" altLang="zh-TW" sz="1600" dirty="0"/>
              <a:t>var foo = </a:t>
            </a:r>
            <a:r>
              <a:rPr lang="en-US" altLang="zh-TW" sz="1600" dirty="0" err="1"/>
              <a:t>document.getElementById</a:t>
            </a:r>
            <a:r>
              <a:rPr lang="en-US" altLang="zh-TW" sz="1600" dirty="0"/>
              <a:t>('foo');</a:t>
            </a:r>
          </a:p>
          <a:p>
            <a:pPr marL="0" indent="0">
              <a:buNone/>
            </a:pPr>
            <a:endParaRPr lang="en-US" altLang="zh-TW" sz="1600" dirty="0"/>
          </a:p>
          <a:p>
            <a:pPr marL="0" indent="0">
              <a:buNone/>
            </a:pPr>
            <a:r>
              <a:rPr lang="en-US" altLang="zh-TW" sz="1600" dirty="0"/>
              <a:t>    // </a:t>
            </a:r>
            <a:r>
              <a:rPr lang="zh-TW" altLang="en-US" sz="1600" dirty="0"/>
              <a:t>取得目前頁面上的 </a:t>
            </a:r>
            <a:r>
              <a:rPr lang="en-US" altLang="zh-TW" sz="1600" dirty="0"/>
              <a:t>s1 </a:t>
            </a:r>
            <a:r>
              <a:rPr lang="zh-TW" altLang="en-US" sz="1600" dirty="0"/>
              <a:t>元素</a:t>
            </a:r>
          </a:p>
          <a:p>
            <a:pPr marL="0" indent="0">
              <a:buNone/>
            </a:pPr>
            <a:r>
              <a:rPr lang="zh-TW" altLang="en-US" sz="1600" dirty="0"/>
              <a:t>    </a:t>
            </a:r>
            <a:r>
              <a:rPr lang="en-US" altLang="zh-TW" sz="1600" dirty="0"/>
              <a:t>var s1 = </a:t>
            </a:r>
            <a:r>
              <a:rPr lang="en-US" altLang="zh-TW" sz="1600" dirty="0" err="1"/>
              <a:t>document.getElementById</a:t>
            </a:r>
            <a:r>
              <a:rPr lang="en-US" altLang="zh-TW" sz="1600" dirty="0"/>
              <a:t>('s1');</a:t>
            </a:r>
          </a:p>
          <a:p>
            <a:pPr marL="0" indent="0">
              <a:buNone/>
            </a:pPr>
            <a:r>
              <a:rPr lang="en-US" altLang="zh-TW" sz="1600" dirty="0"/>
              <a:t>    // </a:t>
            </a:r>
            <a:r>
              <a:rPr lang="zh-TW" altLang="en-US" sz="1600" dirty="0"/>
              <a:t>取得目前頁面上的 </a:t>
            </a:r>
            <a:r>
              <a:rPr lang="en-US" altLang="zh-TW" sz="1600" dirty="0"/>
              <a:t>s2 </a:t>
            </a:r>
            <a:r>
              <a:rPr lang="zh-TW" altLang="en-US" sz="1600" dirty="0"/>
              <a:t>元素</a:t>
            </a:r>
          </a:p>
          <a:p>
            <a:pPr marL="0" indent="0">
              <a:buNone/>
            </a:pPr>
            <a:r>
              <a:rPr lang="zh-TW" altLang="en-US" sz="1600" dirty="0"/>
              <a:t>    </a:t>
            </a:r>
            <a:r>
              <a:rPr lang="en-US" altLang="zh-TW" sz="1600" dirty="0"/>
              <a:t>var s2 = </a:t>
            </a:r>
            <a:r>
              <a:rPr lang="en-US" altLang="zh-TW" sz="1600" dirty="0" err="1"/>
              <a:t>document.getElementById</a:t>
            </a:r>
            <a:r>
              <a:rPr lang="en-US" altLang="zh-TW" sz="1600" dirty="0"/>
              <a:t>('s2');</a:t>
            </a:r>
          </a:p>
          <a:p>
            <a:pPr marL="0" indent="0">
              <a:buNone/>
            </a:pPr>
            <a:endParaRPr lang="en-US" altLang="zh-TW" sz="1600" dirty="0"/>
          </a:p>
          <a:p>
            <a:pPr marL="0" indent="0">
              <a:buNone/>
            </a:pPr>
            <a:r>
              <a:rPr lang="en-US" altLang="zh-TW" sz="1600" dirty="0"/>
              <a:t>    // </a:t>
            </a:r>
            <a:r>
              <a:rPr lang="zh-TW" altLang="en-US" sz="1600" dirty="0"/>
              <a:t>將 </a:t>
            </a:r>
            <a:r>
              <a:rPr lang="en-US" altLang="zh-TW" sz="1600" dirty="0"/>
              <a:t>s2 </a:t>
            </a:r>
            <a:r>
              <a:rPr lang="zh-TW" altLang="en-US" sz="1600" dirty="0"/>
              <a:t>元素放到 </a:t>
            </a:r>
            <a:r>
              <a:rPr lang="en-US" altLang="zh-TW" sz="1600" dirty="0"/>
              <a:t>foo </a:t>
            </a:r>
            <a:r>
              <a:rPr lang="zh-TW" altLang="en-US" sz="1600" dirty="0"/>
              <a:t>元素中的 </a:t>
            </a:r>
            <a:r>
              <a:rPr lang="en-US" altLang="zh-TW" sz="1600" dirty="0"/>
              <a:t>s1 </a:t>
            </a:r>
            <a:r>
              <a:rPr lang="zh-TW" altLang="en-US" sz="1600" dirty="0"/>
              <a:t>子元素前面</a:t>
            </a:r>
          </a:p>
          <a:p>
            <a:pPr marL="0" indent="0">
              <a:buNone/>
            </a:pPr>
            <a:r>
              <a:rPr lang="zh-TW" altLang="en-US" sz="1600" dirty="0"/>
              <a:t>    </a:t>
            </a:r>
            <a:r>
              <a:rPr lang="en-US" altLang="zh-TW" sz="1600" dirty="0" err="1"/>
              <a:t>foo.insertBefore</a:t>
            </a:r>
            <a:r>
              <a:rPr lang="en-US" altLang="zh-TW" sz="1600" dirty="0"/>
              <a:t>(s2, s1);</a:t>
            </a:r>
          </a:p>
          <a:p>
            <a:pPr marL="0" indent="0">
              <a:buNone/>
            </a:pPr>
            <a:endParaRPr lang="en-US" altLang="zh-TW" sz="1600" dirty="0"/>
          </a:p>
          <a:p>
            <a:pPr marL="0" indent="0">
              <a:buNone/>
            </a:pPr>
            <a:r>
              <a:rPr lang="en-US" altLang="zh-TW" sz="1600" dirty="0"/>
              <a:t>    // </a:t>
            </a:r>
            <a:r>
              <a:rPr lang="zh-TW" altLang="en-US" sz="1600" dirty="0"/>
              <a:t>顯示 </a:t>
            </a:r>
            <a:r>
              <a:rPr lang="en-US" altLang="zh-TW" sz="1600" dirty="0"/>
              <a:t>&lt;span id="s2"&gt;world&lt;/span&gt;&lt;span id="s1"&gt;hello&lt;/span&gt;</a:t>
            </a:r>
          </a:p>
          <a:p>
            <a:pPr marL="0" indent="0">
              <a:buNone/>
            </a:pPr>
            <a:r>
              <a:rPr lang="en-US" altLang="zh-TW" sz="1600" dirty="0"/>
              <a:t>    alert(</a:t>
            </a:r>
            <a:r>
              <a:rPr lang="en-US" altLang="zh-TW" sz="1600" dirty="0" err="1"/>
              <a:t>foo.innerHTML</a:t>
            </a:r>
            <a:r>
              <a:rPr lang="en-US" altLang="zh-TW" sz="1600" dirty="0"/>
              <a:t>);</a:t>
            </a:r>
          </a:p>
          <a:p>
            <a:pPr marL="0" indent="0">
              <a:buNone/>
            </a:pPr>
            <a:r>
              <a:rPr lang="en-US" altLang="zh-TW" sz="1600" dirty="0"/>
              <a:t>&lt;/script&gt;</a:t>
            </a:r>
            <a:endParaRPr lang="zh-TW" altLang="en-US" sz="1600" dirty="0"/>
          </a:p>
        </p:txBody>
      </p:sp>
    </p:spTree>
    <p:extLst>
      <p:ext uri="{BB962C8B-B14F-4D97-AF65-F5344CB8AC3E}">
        <p14:creationId xmlns:p14="http://schemas.microsoft.com/office/powerpoint/2010/main" val="72373078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5889F2C-D4AB-473D-8986-34E5F80CAFD6}"/>
              </a:ext>
            </a:extLst>
          </p:cNvPr>
          <p:cNvSpPr>
            <a:spLocks noGrp="1"/>
          </p:cNvSpPr>
          <p:nvPr>
            <p:ph type="title"/>
          </p:nvPr>
        </p:nvSpPr>
        <p:spPr>
          <a:xfrm>
            <a:off x="827584" y="548680"/>
            <a:ext cx="8229600" cy="792162"/>
          </a:xfrm>
        </p:spPr>
        <p:txBody>
          <a:bodyPr/>
          <a:lstStyle/>
          <a:p>
            <a:r>
              <a:rPr lang="en-US" altLang="zh-TW" dirty="0" err="1"/>
              <a:t>removeChild</a:t>
            </a:r>
            <a:r>
              <a:rPr lang="en-US" altLang="zh-TW" dirty="0"/>
              <a:t> </a:t>
            </a:r>
            <a:r>
              <a:rPr lang="zh-TW" altLang="en-US" dirty="0"/>
              <a:t>移除 </a:t>
            </a:r>
            <a:r>
              <a:rPr lang="en-US" altLang="zh-TW" dirty="0"/>
              <a:t>DOM </a:t>
            </a:r>
            <a:r>
              <a:rPr lang="zh-TW" altLang="en-US" dirty="0"/>
              <a:t>節點</a:t>
            </a:r>
          </a:p>
        </p:txBody>
      </p:sp>
      <p:sp>
        <p:nvSpPr>
          <p:cNvPr id="3" name="內容版面配置區 2">
            <a:extLst>
              <a:ext uri="{FF2B5EF4-FFF2-40B4-BE49-F238E27FC236}">
                <a16:creationId xmlns:a16="http://schemas.microsoft.com/office/drawing/2014/main" id="{AFABFE3F-C4CE-4599-ADCB-F25EA561530F}"/>
              </a:ext>
            </a:extLst>
          </p:cNvPr>
          <p:cNvSpPr>
            <a:spLocks noGrp="1"/>
          </p:cNvSpPr>
          <p:nvPr>
            <p:ph idx="1"/>
          </p:nvPr>
        </p:nvSpPr>
        <p:spPr>
          <a:xfrm>
            <a:off x="639394" y="1196752"/>
            <a:ext cx="7704856" cy="5256584"/>
          </a:xfrm>
        </p:spPr>
        <p:txBody>
          <a:bodyPr/>
          <a:lstStyle/>
          <a:p>
            <a:pPr marL="0" indent="0">
              <a:buNone/>
            </a:pPr>
            <a:r>
              <a:rPr lang="en-US" altLang="zh-TW" sz="1800" dirty="0"/>
              <a:t>&lt;div id="container"&gt;&lt;div id="nested"&gt;12&lt;/div&gt;34&lt;/div&gt;</a:t>
            </a:r>
          </a:p>
          <a:p>
            <a:pPr marL="0" indent="0">
              <a:buNone/>
            </a:pPr>
            <a:r>
              <a:rPr lang="en-US" altLang="zh-TW" sz="1800" dirty="0"/>
              <a:t>&lt;script&gt;</a:t>
            </a:r>
          </a:p>
          <a:p>
            <a:pPr marL="0" indent="0">
              <a:buNone/>
            </a:pPr>
            <a:r>
              <a:rPr lang="en-US" altLang="zh-TW" sz="1800" dirty="0"/>
              <a:t>    // </a:t>
            </a:r>
            <a:r>
              <a:rPr lang="zh-TW" altLang="en-US" sz="1800" dirty="0"/>
              <a:t>取得目前頁面上的 </a:t>
            </a:r>
            <a:r>
              <a:rPr lang="en-US" altLang="zh-TW" sz="1800" dirty="0"/>
              <a:t>container &lt;div&gt; </a:t>
            </a:r>
            <a:r>
              <a:rPr lang="zh-TW" altLang="en-US" sz="1800" dirty="0"/>
              <a:t>元素</a:t>
            </a:r>
          </a:p>
          <a:p>
            <a:pPr marL="0" indent="0">
              <a:buNone/>
            </a:pPr>
            <a:r>
              <a:rPr lang="zh-TW" altLang="en-US" sz="1800" dirty="0"/>
              <a:t>    </a:t>
            </a:r>
            <a:r>
              <a:rPr lang="en-US" altLang="zh-TW" sz="1800" dirty="0"/>
              <a:t>var container = </a:t>
            </a:r>
            <a:r>
              <a:rPr lang="en-US" altLang="zh-TW" sz="1800" dirty="0" err="1"/>
              <a:t>document.getElementById</a:t>
            </a:r>
            <a:r>
              <a:rPr lang="en-US" altLang="zh-TW" sz="1800" dirty="0"/>
              <a:t>('container');</a:t>
            </a:r>
          </a:p>
          <a:p>
            <a:pPr marL="0" indent="0">
              <a:buNone/>
            </a:pPr>
            <a:endParaRPr lang="en-US" altLang="zh-TW" sz="1800" dirty="0"/>
          </a:p>
          <a:p>
            <a:pPr marL="0" indent="0">
              <a:buNone/>
            </a:pPr>
            <a:r>
              <a:rPr lang="en-US" altLang="zh-TW" sz="1800" dirty="0"/>
              <a:t>    // </a:t>
            </a:r>
            <a:r>
              <a:rPr lang="zh-TW" altLang="en-US" sz="1800" dirty="0"/>
              <a:t>取得目前頁面上的 </a:t>
            </a:r>
            <a:r>
              <a:rPr lang="en-US" altLang="zh-TW" sz="1800" dirty="0"/>
              <a:t>nested &lt;div&gt; </a:t>
            </a:r>
            <a:r>
              <a:rPr lang="zh-TW" altLang="en-US" sz="1800" dirty="0"/>
              <a:t>元素</a:t>
            </a:r>
          </a:p>
          <a:p>
            <a:pPr marL="0" indent="0">
              <a:buNone/>
            </a:pPr>
            <a:r>
              <a:rPr lang="zh-TW" altLang="en-US" sz="1800" dirty="0"/>
              <a:t>    </a:t>
            </a:r>
            <a:r>
              <a:rPr lang="en-US" altLang="zh-TW" sz="1800" dirty="0"/>
              <a:t>var nested = </a:t>
            </a:r>
            <a:r>
              <a:rPr lang="en-US" altLang="zh-TW" sz="1800" dirty="0" err="1"/>
              <a:t>document.getElementById</a:t>
            </a:r>
            <a:r>
              <a:rPr lang="en-US" altLang="zh-TW" sz="1800" dirty="0"/>
              <a:t>('nested');</a:t>
            </a:r>
          </a:p>
          <a:p>
            <a:pPr marL="0" indent="0">
              <a:buNone/>
            </a:pPr>
            <a:endParaRPr lang="en-US" altLang="zh-TW" sz="1800" dirty="0"/>
          </a:p>
          <a:p>
            <a:pPr marL="0" indent="0">
              <a:buNone/>
            </a:pPr>
            <a:r>
              <a:rPr lang="en-US" altLang="zh-TW" sz="1800" dirty="0"/>
              <a:t>    // </a:t>
            </a:r>
            <a:r>
              <a:rPr lang="zh-TW" altLang="en-US" sz="1800" dirty="0"/>
              <a:t>從頁面上移除 </a:t>
            </a:r>
            <a:r>
              <a:rPr lang="en-US" altLang="zh-TW" sz="1800" dirty="0"/>
              <a:t>nested &lt;div&gt; </a:t>
            </a:r>
            <a:r>
              <a:rPr lang="zh-TW" altLang="en-US" sz="1800" dirty="0"/>
              <a:t>元素</a:t>
            </a:r>
          </a:p>
          <a:p>
            <a:pPr marL="0" indent="0">
              <a:buNone/>
            </a:pPr>
            <a:r>
              <a:rPr lang="zh-TW" altLang="en-US" sz="1800" dirty="0"/>
              <a:t>    </a:t>
            </a:r>
            <a:r>
              <a:rPr lang="en-US" altLang="zh-TW" sz="1800" dirty="0"/>
              <a:t>// </a:t>
            </a:r>
            <a:r>
              <a:rPr lang="en-US" altLang="zh-TW" sz="1800" dirty="0" err="1"/>
              <a:t>removeChild</a:t>
            </a:r>
            <a:r>
              <a:rPr lang="en-US" altLang="zh-TW" sz="1800" dirty="0"/>
              <a:t> </a:t>
            </a:r>
            <a:r>
              <a:rPr lang="zh-TW" altLang="en-US" sz="1800" dirty="0"/>
              <a:t>方法會返回被移除的元素</a:t>
            </a:r>
          </a:p>
          <a:p>
            <a:pPr marL="0" indent="0">
              <a:buNone/>
            </a:pPr>
            <a:r>
              <a:rPr lang="zh-TW" altLang="en-US" sz="1800" dirty="0"/>
              <a:t>    </a:t>
            </a:r>
            <a:r>
              <a:rPr lang="en-US" altLang="zh-TW" sz="1800" dirty="0"/>
              <a:t>var garbage = </a:t>
            </a:r>
            <a:r>
              <a:rPr lang="en-US" altLang="zh-TW" sz="1800" dirty="0" err="1"/>
              <a:t>container.</a:t>
            </a:r>
            <a:r>
              <a:rPr lang="en-US" altLang="zh-TW" sz="1800" dirty="0" err="1">
                <a:solidFill>
                  <a:srgbClr val="C00000"/>
                </a:solidFill>
              </a:rPr>
              <a:t>removeChild</a:t>
            </a:r>
            <a:r>
              <a:rPr lang="en-US" altLang="zh-TW" sz="1800" dirty="0"/>
              <a:t>(nested);</a:t>
            </a:r>
          </a:p>
          <a:p>
            <a:pPr marL="0" indent="0">
              <a:buNone/>
            </a:pPr>
            <a:r>
              <a:rPr lang="en-US" altLang="zh-TW" sz="1800" dirty="0"/>
              <a:t>    // </a:t>
            </a:r>
            <a:r>
              <a:rPr lang="zh-TW" altLang="en-US" sz="1800" dirty="0"/>
              <a:t>顯示 </a:t>
            </a:r>
            <a:r>
              <a:rPr lang="en-US" altLang="zh-TW" sz="1800" dirty="0"/>
              <a:t>&lt;div id="nested"&gt;12&lt;/div&gt;</a:t>
            </a:r>
          </a:p>
          <a:p>
            <a:pPr marL="0" indent="0">
              <a:buNone/>
            </a:pPr>
            <a:r>
              <a:rPr lang="en-US" altLang="zh-TW" sz="1800" dirty="0"/>
              <a:t>    alert(</a:t>
            </a:r>
            <a:r>
              <a:rPr lang="en-US" altLang="zh-TW" sz="1800" dirty="0" err="1"/>
              <a:t>garbage.outerHTML</a:t>
            </a:r>
            <a:r>
              <a:rPr lang="en-US" altLang="zh-TW" sz="1800" dirty="0"/>
              <a:t>);</a:t>
            </a:r>
          </a:p>
          <a:p>
            <a:pPr marL="0" indent="0">
              <a:buNone/>
            </a:pPr>
            <a:r>
              <a:rPr lang="en-US" altLang="zh-TW" sz="1800" dirty="0"/>
              <a:t>    // </a:t>
            </a:r>
            <a:r>
              <a:rPr lang="zh-TW" altLang="en-US" sz="1800" dirty="0"/>
              <a:t>顯示 </a:t>
            </a:r>
            <a:r>
              <a:rPr lang="en-US" altLang="zh-TW" sz="1800" dirty="0"/>
              <a:t>34</a:t>
            </a:r>
          </a:p>
          <a:p>
            <a:pPr marL="0" indent="0">
              <a:buNone/>
            </a:pPr>
            <a:r>
              <a:rPr lang="en-US" altLang="zh-TW" sz="1800" dirty="0"/>
              <a:t>    alert(</a:t>
            </a:r>
            <a:r>
              <a:rPr lang="en-US" altLang="zh-TW" sz="1800" dirty="0" err="1"/>
              <a:t>container.innerHTML</a:t>
            </a:r>
            <a:r>
              <a:rPr lang="en-US" altLang="zh-TW" sz="1800" dirty="0"/>
              <a:t>);</a:t>
            </a:r>
          </a:p>
          <a:p>
            <a:pPr marL="0" indent="0">
              <a:buNone/>
            </a:pPr>
            <a:r>
              <a:rPr lang="en-US" altLang="zh-TW" sz="1800" dirty="0"/>
              <a:t>&lt;/script&gt;</a:t>
            </a:r>
            <a:endParaRPr lang="zh-TW" altLang="en-US" sz="1800" dirty="0"/>
          </a:p>
        </p:txBody>
      </p:sp>
    </p:spTree>
    <p:extLst>
      <p:ext uri="{BB962C8B-B14F-4D97-AF65-F5344CB8AC3E}">
        <p14:creationId xmlns:p14="http://schemas.microsoft.com/office/powerpoint/2010/main" val="200762307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9ACF8C2-4509-46DB-AF8F-6481B69318F7}"/>
              </a:ext>
            </a:extLst>
          </p:cNvPr>
          <p:cNvSpPr>
            <a:spLocks noGrp="1"/>
          </p:cNvSpPr>
          <p:nvPr>
            <p:ph type="title"/>
          </p:nvPr>
        </p:nvSpPr>
        <p:spPr>
          <a:xfrm>
            <a:off x="683568" y="548680"/>
            <a:ext cx="5112568" cy="792162"/>
          </a:xfrm>
        </p:spPr>
        <p:txBody>
          <a:bodyPr/>
          <a:lstStyle/>
          <a:p>
            <a:r>
              <a:rPr lang="en-US" altLang="zh-TW" dirty="0"/>
              <a:t>DOM CSS </a:t>
            </a:r>
            <a:endParaRPr lang="zh-TW" altLang="en-US" dirty="0"/>
          </a:p>
        </p:txBody>
      </p:sp>
      <p:sp>
        <p:nvSpPr>
          <p:cNvPr id="3" name="內容版面配置區 2">
            <a:extLst>
              <a:ext uri="{FF2B5EF4-FFF2-40B4-BE49-F238E27FC236}">
                <a16:creationId xmlns:a16="http://schemas.microsoft.com/office/drawing/2014/main" id="{5DC316A9-8C39-4B38-A03E-E0703B4FDE04}"/>
              </a:ext>
            </a:extLst>
          </p:cNvPr>
          <p:cNvSpPr>
            <a:spLocks noGrp="1"/>
          </p:cNvSpPr>
          <p:nvPr>
            <p:ph idx="1"/>
          </p:nvPr>
        </p:nvSpPr>
        <p:spPr>
          <a:xfrm>
            <a:off x="457200" y="1342352"/>
            <a:ext cx="8229600" cy="4966968"/>
          </a:xfrm>
        </p:spPr>
        <p:txBody>
          <a:bodyPr/>
          <a:lstStyle/>
          <a:p>
            <a:pPr marL="0" indent="0">
              <a:buNone/>
            </a:pPr>
            <a:r>
              <a:rPr lang="en-US" altLang="zh-TW" sz="1800" dirty="0"/>
              <a:t>&lt;p id="foo"&gt;hello world&lt;/p&gt;</a:t>
            </a:r>
          </a:p>
          <a:p>
            <a:pPr marL="0" indent="0">
              <a:buNone/>
            </a:pPr>
            <a:r>
              <a:rPr lang="en-US" altLang="zh-TW" sz="1800" dirty="0"/>
              <a:t>&lt;script&gt;</a:t>
            </a:r>
          </a:p>
          <a:p>
            <a:pPr marL="0" indent="0">
              <a:buNone/>
            </a:pPr>
            <a:r>
              <a:rPr lang="en-US" altLang="zh-TW" sz="1800" dirty="0"/>
              <a:t>    var foo = </a:t>
            </a:r>
            <a:r>
              <a:rPr lang="en-US" altLang="zh-TW" sz="1800" dirty="0" err="1"/>
              <a:t>document.getElementById</a:t>
            </a:r>
            <a:r>
              <a:rPr lang="en-US" altLang="zh-TW" sz="1800" dirty="0"/>
              <a:t>('foo');</a:t>
            </a:r>
          </a:p>
          <a:p>
            <a:pPr marL="0" indent="0">
              <a:buNone/>
            </a:pPr>
            <a:r>
              <a:rPr lang="en-US" altLang="zh-TW" sz="1800" dirty="0"/>
              <a:t>    // </a:t>
            </a:r>
            <a:r>
              <a:rPr lang="zh-TW" altLang="en-US" sz="1800" dirty="0"/>
              <a:t>將 </a:t>
            </a:r>
            <a:r>
              <a:rPr lang="en-US" altLang="zh-TW" sz="1800" dirty="0"/>
              <a:t>&lt;p&gt; </a:t>
            </a:r>
            <a:r>
              <a:rPr lang="zh-TW" altLang="en-US" sz="1800" dirty="0"/>
              <a:t>的文字字體顏色改成綠色</a:t>
            </a:r>
          </a:p>
          <a:p>
            <a:pPr marL="0" indent="0">
              <a:buNone/>
            </a:pPr>
            <a:r>
              <a:rPr lang="zh-TW" altLang="en-US" sz="1800" dirty="0"/>
              <a:t>    </a:t>
            </a:r>
            <a:r>
              <a:rPr lang="en-US" altLang="zh-TW" sz="1800" dirty="0" err="1"/>
              <a:t>foo.style.color</a:t>
            </a:r>
            <a:r>
              <a:rPr lang="en-US" altLang="zh-TW" sz="1800" dirty="0"/>
              <a:t> = 'green';    </a:t>
            </a:r>
          </a:p>
          <a:p>
            <a:pPr marL="0" indent="0">
              <a:buNone/>
            </a:pPr>
            <a:r>
              <a:rPr lang="en-US" altLang="zh-TW" sz="1800" dirty="0"/>
              <a:t>    // </a:t>
            </a:r>
            <a:r>
              <a:rPr lang="zh-TW" altLang="en-US" sz="1800" dirty="0"/>
              <a:t>將 </a:t>
            </a:r>
            <a:r>
              <a:rPr lang="en-US" altLang="zh-TW" sz="1800" dirty="0"/>
              <a:t>&lt;p&gt; </a:t>
            </a:r>
            <a:r>
              <a:rPr lang="zh-TW" altLang="en-US" sz="1800" dirty="0"/>
              <a:t>的背景顏色改成灰色</a:t>
            </a:r>
          </a:p>
          <a:p>
            <a:pPr marL="0" indent="0">
              <a:buNone/>
            </a:pPr>
            <a:r>
              <a:rPr lang="zh-TW" altLang="en-US" sz="1800" dirty="0"/>
              <a:t>    </a:t>
            </a:r>
            <a:r>
              <a:rPr lang="en-US" altLang="zh-TW" sz="1800" dirty="0" err="1"/>
              <a:t>foo.style.background</a:t>
            </a:r>
            <a:r>
              <a:rPr lang="en-US" altLang="zh-TW" sz="1800" dirty="0"/>
              <a:t> = 'gray';</a:t>
            </a:r>
          </a:p>
          <a:p>
            <a:pPr marL="0" indent="0">
              <a:buNone/>
            </a:pPr>
            <a:r>
              <a:rPr lang="en-US" altLang="zh-TW" sz="1800" dirty="0"/>
              <a:t>&lt;/script&gt;</a:t>
            </a:r>
          </a:p>
          <a:p>
            <a:pPr marL="0" indent="0">
              <a:buNone/>
            </a:pPr>
            <a:r>
              <a:rPr lang="en-US" altLang="zh-TW" sz="1800" dirty="0"/>
              <a:t>&lt;script&gt;</a:t>
            </a:r>
          </a:p>
          <a:p>
            <a:pPr marL="0" indent="0">
              <a:buNone/>
            </a:pPr>
            <a:r>
              <a:rPr lang="en-US" altLang="zh-TW" sz="1800" dirty="0"/>
              <a:t>    var foo = </a:t>
            </a:r>
            <a:r>
              <a:rPr lang="en-US" altLang="zh-TW" sz="1800" dirty="0" err="1"/>
              <a:t>document.getElementById</a:t>
            </a:r>
            <a:r>
              <a:rPr lang="en-US" altLang="zh-TW" sz="1800" dirty="0"/>
              <a:t>('foo');</a:t>
            </a:r>
          </a:p>
          <a:p>
            <a:pPr marL="0" indent="0">
              <a:buNone/>
            </a:pPr>
            <a:r>
              <a:rPr lang="en-US" altLang="zh-TW" sz="1800" dirty="0"/>
              <a:t>    // </a:t>
            </a:r>
            <a:r>
              <a:rPr lang="zh-TW" altLang="en-US" sz="1800" dirty="0"/>
              <a:t>將背景顏色改為紅色</a:t>
            </a:r>
          </a:p>
          <a:p>
            <a:pPr marL="0" indent="0">
              <a:buNone/>
            </a:pPr>
            <a:r>
              <a:rPr lang="zh-TW" altLang="en-US" sz="1800" dirty="0"/>
              <a:t>    </a:t>
            </a:r>
            <a:r>
              <a:rPr lang="en-US" altLang="zh-TW" sz="1800" dirty="0" err="1"/>
              <a:t>foo.style</a:t>
            </a:r>
            <a:r>
              <a:rPr lang="en-US" altLang="zh-TW" sz="1800" dirty="0"/>
              <a:t>['background-color'] = '#f00';</a:t>
            </a:r>
          </a:p>
          <a:p>
            <a:pPr marL="0" indent="0">
              <a:buNone/>
            </a:pPr>
            <a:r>
              <a:rPr lang="en-US" altLang="zh-TW" sz="1800" dirty="0"/>
              <a:t>    // </a:t>
            </a:r>
            <a:r>
              <a:rPr lang="zh-TW" altLang="en-US" sz="1800" dirty="0"/>
              <a:t>將 </a:t>
            </a:r>
            <a:r>
              <a:rPr lang="en-US" altLang="zh-TW" sz="1800" dirty="0"/>
              <a:t>margin-top </a:t>
            </a:r>
            <a:r>
              <a:rPr lang="zh-TW" altLang="en-US" sz="1800" dirty="0"/>
              <a:t>設為 </a:t>
            </a:r>
            <a:r>
              <a:rPr lang="en-US" altLang="zh-TW" sz="1800" dirty="0"/>
              <a:t>100px</a:t>
            </a:r>
          </a:p>
          <a:p>
            <a:pPr marL="0" indent="0">
              <a:buNone/>
            </a:pPr>
            <a:r>
              <a:rPr lang="en-US" altLang="zh-TW" sz="1800" dirty="0"/>
              <a:t>    </a:t>
            </a:r>
            <a:r>
              <a:rPr lang="en-US" altLang="zh-TW" sz="1800" dirty="0" err="1"/>
              <a:t>foo.style.marginTop</a:t>
            </a:r>
            <a:r>
              <a:rPr lang="en-US" altLang="zh-TW" sz="1800" dirty="0"/>
              <a:t> = '100px';</a:t>
            </a:r>
          </a:p>
          <a:p>
            <a:pPr marL="0" indent="0">
              <a:buNone/>
            </a:pPr>
            <a:r>
              <a:rPr lang="en-US" altLang="zh-TW" sz="1800" dirty="0"/>
              <a:t>&lt;/script&gt;</a:t>
            </a:r>
            <a:endParaRPr lang="zh-TW" altLang="en-US" sz="1800" dirty="0"/>
          </a:p>
        </p:txBody>
      </p:sp>
    </p:spTree>
    <p:extLst>
      <p:ext uri="{BB962C8B-B14F-4D97-AF65-F5344CB8AC3E}">
        <p14:creationId xmlns:p14="http://schemas.microsoft.com/office/powerpoint/2010/main" val="205935239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5503CAA-3AB9-41B7-A706-6BD89837C5D9}"/>
              </a:ext>
            </a:extLst>
          </p:cNvPr>
          <p:cNvSpPr>
            <a:spLocks noGrp="1"/>
          </p:cNvSpPr>
          <p:nvPr>
            <p:ph type="title"/>
          </p:nvPr>
        </p:nvSpPr>
        <p:spPr/>
        <p:txBody>
          <a:bodyPr/>
          <a:lstStyle/>
          <a:p>
            <a:r>
              <a:rPr lang="en-US" altLang="zh-TW" dirty="0"/>
              <a:t>DOM </a:t>
            </a:r>
            <a:r>
              <a:rPr lang="en-US" altLang="zh-TW" dirty="0" err="1"/>
              <a:t>cssText</a:t>
            </a:r>
            <a:endParaRPr lang="zh-TW" altLang="en-US" dirty="0"/>
          </a:p>
        </p:txBody>
      </p:sp>
      <p:sp>
        <p:nvSpPr>
          <p:cNvPr id="3" name="內容版面配置區 2">
            <a:extLst>
              <a:ext uri="{FF2B5EF4-FFF2-40B4-BE49-F238E27FC236}">
                <a16:creationId xmlns:a16="http://schemas.microsoft.com/office/drawing/2014/main" id="{28A3014D-1CE8-47A0-96E6-9EDEA24D41B2}"/>
              </a:ext>
            </a:extLst>
          </p:cNvPr>
          <p:cNvSpPr>
            <a:spLocks noGrp="1"/>
          </p:cNvSpPr>
          <p:nvPr>
            <p:ph idx="1"/>
          </p:nvPr>
        </p:nvSpPr>
        <p:spPr>
          <a:xfrm>
            <a:off x="292448" y="1628774"/>
            <a:ext cx="8435280" cy="4752553"/>
          </a:xfrm>
        </p:spPr>
        <p:txBody>
          <a:bodyPr/>
          <a:lstStyle/>
          <a:p>
            <a:pPr marL="0" indent="0">
              <a:buNone/>
            </a:pPr>
            <a:r>
              <a:rPr lang="en-US" altLang="zh-TW" sz="2000" dirty="0"/>
              <a:t>&lt;p id="foo"&gt;hello world&lt;/p&gt;</a:t>
            </a:r>
          </a:p>
          <a:p>
            <a:pPr marL="0" indent="0">
              <a:buNone/>
            </a:pPr>
            <a:r>
              <a:rPr lang="en-US" altLang="zh-TW" sz="2000" dirty="0"/>
              <a:t>&lt;script&gt;</a:t>
            </a:r>
          </a:p>
          <a:p>
            <a:pPr marL="0" indent="0">
              <a:buNone/>
            </a:pPr>
            <a:r>
              <a:rPr lang="en-US" altLang="zh-TW" sz="2000" dirty="0"/>
              <a:t>    var foo = </a:t>
            </a:r>
            <a:r>
              <a:rPr lang="en-US" altLang="zh-TW" sz="2000" dirty="0" err="1"/>
              <a:t>document.getElementById</a:t>
            </a:r>
            <a:r>
              <a:rPr lang="en-US" altLang="zh-TW" sz="2000" dirty="0"/>
              <a:t>('foo');</a:t>
            </a:r>
          </a:p>
          <a:p>
            <a:pPr marL="0" indent="0">
              <a:buNone/>
            </a:pPr>
            <a:r>
              <a:rPr lang="en-US" altLang="zh-TW" sz="2000" dirty="0"/>
              <a:t>    // </a:t>
            </a:r>
            <a:r>
              <a:rPr lang="zh-TW" altLang="en-US" sz="2000" dirty="0"/>
              <a:t>輸出 </a:t>
            </a:r>
            <a:r>
              <a:rPr lang="en-US" altLang="zh-TW" sz="2000" dirty="0"/>
              <a:t>"" </a:t>
            </a:r>
            <a:r>
              <a:rPr lang="zh-TW" altLang="en-US" sz="2000" dirty="0"/>
              <a:t>空字串，因為 </a:t>
            </a:r>
            <a:r>
              <a:rPr lang="en-US" altLang="zh-TW" sz="2000" dirty="0"/>
              <a:t>foo </a:t>
            </a:r>
            <a:r>
              <a:rPr lang="zh-TW" altLang="en-US" sz="2000" dirty="0"/>
              <a:t>上沒有設定 </a:t>
            </a:r>
            <a:r>
              <a:rPr lang="en-US" altLang="zh-TW" sz="2000" dirty="0"/>
              <a:t>style </a:t>
            </a:r>
            <a:r>
              <a:rPr lang="zh-TW" altLang="en-US" sz="2000" dirty="0"/>
              <a:t>屬性</a:t>
            </a:r>
          </a:p>
          <a:p>
            <a:pPr marL="0" indent="0">
              <a:buNone/>
            </a:pPr>
            <a:r>
              <a:rPr lang="zh-TW" altLang="en-US" sz="2000" dirty="0"/>
              <a:t>    </a:t>
            </a:r>
            <a:r>
              <a:rPr lang="en-US" altLang="zh-TW" sz="2000" dirty="0"/>
              <a:t>alert(</a:t>
            </a:r>
            <a:r>
              <a:rPr lang="en-US" altLang="zh-TW" sz="2000" dirty="0" err="1"/>
              <a:t>foo.style.</a:t>
            </a:r>
            <a:r>
              <a:rPr lang="en-US" altLang="zh-TW" sz="2000" dirty="0" err="1">
                <a:solidFill>
                  <a:srgbClr val="C00000"/>
                </a:solidFill>
              </a:rPr>
              <a:t>cssText</a:t>
            </a:r>
            <a:r>
              <a:rPr lang="en-US" altLang="zh-TW" sz="2000" dirty="0"/>
              <a:t>);</a:t>
            </a:r>
          </a:p>
          <a:p>
            <a:pPr marL="0" indent="0">
              <a:buNone/>
            </a:pPr>
            <a:endParaRPr lang="en-US" altLang="zh-TW" sz="2000" dirty="0"/>
          </a:p>
          <a:p>
            <a:pPr marL="0" indent="0">
              <a:buNone/>
            </a:pPr>
            <a:r>
              <a:rPr lang="en-US" altLang="zh-TW" sz="2000" dirty="0"/>
              <a:t>    // </a:t>
            </a:r>
            <a:r>
              <a:rPr lang="zh-TW" altLang="en-US" sz="2000" dirty="0"/>
              <a:t>將 </a:t>
            </a:r>
            <a:r>
              <a:rPr lang="en-US" altLang="zh-TW" sz="2000" dirty="0"/>
              <a:t>foo </a:t>
            </a:r>
            <a:r>
              <a:rPr lang="zh-TW" altLang="en-US" sz="2000" dirty="0"/>
              <a:t>的字體大小設為 </a:t>
            </a:r>
            <a:r>
              <a:rPr lang="en-US" altLang="zh-TW" sz="2000" dirty="0"/>
              <a:t>20px</a:t>
            </a:r>
            <a:r>
              <a:rPr lang="zh-TW" altLang="en-US" sz="2000" dirty="0"/>
              <a:t>、字體顏色設為紫色</a:t>
            </a:r>
          </a:p>
          <a:p>
            <a:pPr marL="0" indent="0">
              <a:buNone/>
            </a:pPr>
            <a:r>
              <a:rPr lang="zh-TW" altLang="en-US" sz="2000" dirty="0"/>
              <a:t>    </a:t>
            </a:r>
            <a:r>
              <a:rPr lang="en-US" altLang="zh-TW" sz="2000" dirty="0" err="1"/>
              <a:t>foo.style.</a:t>
            </a:r>
            <a:r>
              <a:rPr lang="en-US" altLang="zh-TW" sz="2000" dirty="0" err="1">
                <a:solidFill>
                  <a:srgbClr val="C00000"/>
                </a:solidFill>
              </a:rPr>
              <a:t>cssText</a:t>
            </a:r>
            <a:r>
              <a:rPr lang="en-US" altLang="zh-TW" sz="2000" dirty="0"/>
              <a:t> = 'font-size: 20px; color: purple;';</a:t>
            </a:r>
          </a:p>
          <a:p>
            <a:pPr marL="0" indent="0">
              <a:buNone/>
            </a:pPr>
            <a:endParaRPr lang="en-US" altLang="zh-TW" sz="2000" dirty="0"/>
          </a:p>
          <a:p>
            <a:pPr marL="0" indent="0">
              <a:buNone/>
            </a:pPr>
            <a:r>
              <a:rPr lang="en-US" altLang="zh-TW" sz="2000" dirty="0"/>
              <a:t>    // </a:t>
            </a:r>
            <a:r>
              <a:rPr lang="zh-TW" altLang="en-US" sz="2000" dirty="0"/>
              <a:t>輸出 </a:t>
            </a:r>
            <a:r>
              <a:rPr lang="en-US" altLang="zh-TW" sz="2000" dirty="0"/>
              <a:t>font-size: 20px; color: purple;</a:t>
            </a:r>
          </a:p>
          <a:p>
            <a:pPr marL="0" indent="0">
              <a:buNone/>
            </a:pPr>
            <a:r>
              <a:rPr lang="en-US" altLang="zh-TW" sz="2000" dirty="0"/>
              <a:t>    alert(</a:t>
            </a:r>
            <a:r>
              <a:rPr lang="en-US" altLang="zh-TW" sz="2000" dirty="0" err="1"/>
              <a:t>foo.style.</a:t>
            </a:r>
            <a:r>
              <a:rPr lang="en-US" altLang="zh-TW" sz="2000" dirty="0" err="1">
                <a:solidFill>
                  <a:srgbClr val="C00000"/>
                </a:solidFill>
              </a:rPr>
              <a:t>cssText</a:t>
            </a:r>
            <a:r>
              <a:rPr lang="en-US" altLang="zh-TW" sz="2000" dirty="0"/>
              <a:t>);</a:t>
            </a:r>
          </a:p>
          <a:p>
            <a:pPr marL="0" indent="0">
              <a:buNone/>
            </a:pPr>
            <a:r>
              <a:rPr lang="en-US" altLang="zh-TW" sz="2000" dirty="0"/>
              <a:t>&lt;/script&gt;</a:t>
            </a:r>
            <a:endParaRPr lang="zh-TW" altLang="en-US" sz="2000" dirty="0"/>
          </a:p>
        </p:txBody>
      </p:sp>
    </p:spTree>
    <p:extLst>
      <p:ext uri="{BB962C8B-B14F-4D97-AF65-F5344CB8AC3E}">
        <p14:creationId xmlns:p14="http://schemas.microsoft.com/office/powerpoint/2010/main" val="188623561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953D7B5-6F75-493B-9C54-6A0911299ABA}"/>
              </a:ext>
            </a:extLst>
          </p:cNvPr>
          <p:cNvSpPr>
            <a:spLocks noGrp="1"/>
          </p:cNvSpPr>
          <p:nvPr>
            <p:ph type="title"/>
          </p:nvPr>
        </p:nvSpPr>
        <p:spPr>
          <a:xfrm>
            <a:off x="539552" y="548680"/>
            <a:ext cx="8229600" cy="792162"/>
          </a:xfrm>
        </p:spPr>
        <p:txBody>
          <a:bodyPr/>
          <a:lstStyle/>
          <a:p>
            <a:r>
              <a:rPr lang="en-US" altLang="zh-TW" dirty="0"/>
              <a:t>DOM-</a:t>
            </a:r>
            <a:r>
              <a:rPr lang="en-US" altLang="zh-TW" dirty="0" err="1"/>
              <a:t>cssProperty</a:t>
            </a:r>
            <a:endParaRPr lang="zh-TW" altLang="en-US" dirty="0"/>
          </a:p>
        </p:txBody>
      </p:sp>
      <p:sp>
        <p:nvSpPr>
          <p:cNvPr id="3" name="內容版面配置區 2">
            <a:extLst>
              <a:ext uri="{FF2B5EF4-FFF2-40B4-BE49-F238E27FC236}">
                <a16:creationId xmlns:a16="http://schemas.microsoft.com/office/drawing/2014/main" id="{6D25D65C-1E81-43BE-AF2B-88F41CD73731}"/>
              </a:ext>
            </a:extLst>
          </p:cNvPr>
          <p:cNvSpPr>
            <a:spLocks noGrp="1"/>
          </p:cNvSpPr>
          <p:nvPr>
            <p:ph idx="1"/>
          </p:nvPr>
        </p:nvSpPr>
        <p:spPr>
          <a:xfrm>
            <a:off x="539485" y="1288256"/>
            <a:ext cx="7560907" cy="5453112"/>
          </a:xfrm>
        </p:spPr>
        <p:txBody>
          <a:bodyPr/>
          <a:lstStyle/>
          <a:p>
            <a:pPr marL="0" indent="0">
              <a:buNone/>
            </a:pPr>
            <a:r>
              <a:rPr lang="en-US" altLang="zh-TW" sz="1800" dirty="0"/>
              <a:t>&lt;style&gt;</a:t>
            </a:r>
          </a:p>
          <a:p>
            <a:pPr marL="0" indent="0">
              <a:buNone/>
            </a:pPr>
            <a:r>
              <a:rPr lang="en-US" altLang="zh-TW" sz="1800" dirty="0"/>
              <a:t>#elem {</a:t>
            </a:r>
          </a:p>
          <a:p>
            <a:pPr marL="0" indent="0">
              <a:buNone/>
            </a:pPr>
            <a:r>
              <a:rPr lang="en-US" altLang="zh-TW" sz="1800" dirty="0"/>
              <a:t>    position: absolute;</a:t>
            </a:r>
          </a:p>
          <a:p>
            <a:pPr marL="0" indent="0">
              <a:buNone/>
            </a:pPr>
            <a:r>
              <a:rPr lang="en-US" altLang="zh-TW" sz="1800" dirty="0"/>
              <a:t>    left: 100px;</a:t>
            </a:r>
          </a:p>
          <a:p>
            <a:pPr marL="0" indent="0">
              <a:buNone/>
            </a:pPr>
            <a:r>
              <a:rPr lang="en-US" altLang="zh-TW" sz="1800" dirty="0"/>
              <a:t>    top: 200px;</a:t>
            </a:r>
          </a:p>
          <a:p>
            <a:pPr marL="0" indent="0">
              <a:buNone/>
            </a:pPr>
            <a:r>
              <a:rPr lang="en-US" altLang="zh-TW" sz="1800" dirty="0"/>
              <a:t>    height: 100px;</a:t>
            </a:r>
          </a:p>
          <a:p>
            <a:pPr marL="0" indent="0">
              <a:buNone/>
            </a:pPr>
            <a:r>
              <a:rPr lang="en-US" altLang="zh-TW" sz="1800" dirty="0"/>
              <a:t>}</a:t>
            </a:r>
          </a:p>
          <a:p>
            <a:pPr marL="0" indent="0">
              <a:buNone/>
            </a:pPr>
            <a:r>
              <a:rPr lang="en-US" altLang="zh-TW" sz="1800" dirty="0"/>
              <a:t>&lt;/style&gt;</a:t>
            </a:r>
          </a:p>
          <a:p>
            <a:pPr marL="0" indent="0">
              <a:buNone/>
            </a:pPr>
            <a:r>
              <a:rPr lang="en-US" altLang="zh-TW" sz="1800" dirty="0"/>
              <a:t>&lt;div id="</a:t>
            </a:r>
            <a:r>
              <a:rPr lang="en-US" altLang="zh-TW" sz="1800" dirty="0" err="1"/>
              <a:t>elem</a:t>
            </a:r>
            <a:r>
              <a:rPr lang="en-US" altLang="zh-TW" sz="1800" dirty="0"/>
              <a:t>" style="top:50px;"&gt;CSS Property Test&lt;/div&gt;</a:t>
            </a:r>
          </a:p>
          <a:p>
            <a:pPr marL="0" indent="0">
              <a:buNone/>
            </a:pPr>
            <a:r>
              <a:rPr lang="en-US" altLang="zh-TW" sz="1800" dirty="0"/>
              <a:t>&lt;script&gt;</a:t>
            </a:r>
          </a:p>
          <a:p>
            <a:pPr marL="0" indent="0">
              <a:buNone/>
            </a:pPr>
            <a:r>
              <a:rPr lang="en-US" altLang="zh-TW" sz="1800" dirty="0"/>
              <a:t>    var </a:t>
            </a:r>
            <a:r>
              <a:rPr lang="en-US" altLang="zh-TW" sz="1800" dirty="0" err="1"/>
              <a:t>elem</a:t>
            </a:r>
            <a:r>
              <a:rPr lang="en-US" altLang="zh-TW" sz="1800" dirty="0"/>
              <a:t> = </a:t>
            </a:r>
            <a:r>
              <a:rPr lang="en-US" altLang="zh-TW" sz="1800" dirty="0" err="1"/>
              <a:t>document.getElementById</a:t>
            </a:r>
            <a:r>
              <a:rPr lang="en-US" altLang="zh-TW" sz="1800" dirty="0"/>
              <a:t>('</a:t>
            </a:r>
            <a:r>
              <a:rPr lang="en-US" altLang="zh-TW" sz="1800" dirty="0" err="1"/>
              <a:t>elem</a:t>
            </a:r>
            <a:r>
              <a:rPr lang="en-US" altLang="zh-TW" sz="1800" dirty="0"/>
              <a:t>');</a:t>
            </a:r>
          </a:p>
          <a:p>
            <a:pPr marL="0" indent="0">
              <a:buNone/>
            </a:pPr>
            <a:r>
              <a:rPr lang="en-US" altLang="zh-TW" sz="1800" dirty="0"/>
              <a:t>    // </a:t>
            </a:r>
            <a:r>
              <a:rPr lang="zh-TW" altLang="en-US" sz="1800" dirty="0"/>
              <a:t>顯示 </a:t>
            </a:r>
            <a:r>
              <a:rPr lang="en-US" altLang="zh-TW" sz="1800" dirty="0"/>
              <a:t>100px</a:t>
            </a:r>
          </a:p>
          <a:p>
            <a:pPr marL="0" indent="0">
              <a:buNone/>
            </a:pPr>
            <a:r>
              <a:rPr lang="en-US" altLang="zh-TW" sz="1800" dirty="0"/>
              <a:t>    alert(</a:t>
            </a:r>
            <a:r>
              <a:rPr lang="en-US" altLang="zh-TW" sz="1800" dirty="0" err="1"/>
              <a:t>elem.currentStyle.height</a:t>
            </a:r>
            <a:r>
              <a:rPr lang="en-US" altLang="zh-TW" sz="1800" dirty="0"/>
              <a:t>);</a:t>
            </a:r>
          </a:p>
          <a:p>
            <a:pPr marL="0" indent="0">
              <a:buNone/>
            </a:pPr>
            <a:r>
              <a:rPr lang="en-US" altLang="zh-TW" sz="1800" dirty="0"/>
              <a:t>    // </a:t>
            </a:r>
            <a:r>
              <a:rPr lang="zh-TW" altLang="en-US" sz="1800" dirty="0"/>
              <a:t>顯示 </a:t>
            </a:r>
            <a:r>
              <a:rPr lang="en-US" altLang="zh-TW" sz="1800" dirty="0"/>
              <a:t>50px</a:t>
            </a:r>
          </a:p>
          <a:p>
            <a:pPr marL="0" indent="0">
              <a:buNone/>
            </a:pPr>
            <a:r>
              <a:rPr lang="en-US" altLang="zh-TW" sz="1800" dirty="0"/>
              <a:t>    alert(</a:t>
            </a:r>
            <a:r>
              <a:rPr lang="en-US" altLang="zh-TW" sz="1800" dirty="0" err="1"/>
              <a:t>elem.currentStyle.top</a:t>
            </a:r>
            <a:r>
              <a:rPr lang="en-US" altLang="zh-TW" sz="1800" dirty="0"/>
              <a:t>);</a:t>
            </a:r>
          </a:p>
          <a:p>
            <a:pPr marL="0" indent="0">
              <a:buNone/>
            </a:pPr>
            <a:r>
              <a:rPr lang="en-US" altLang="zh-TW" sz="1800" dirty="0"/>
              <a:t>&lt;/script&gt;</a:t>
            </a:r>
            <a:endParaRPr lang="zh-TW" altLang="en-US" sz="1800" dirty="0"/>
          </a:p>
        </p:txBody>
      </p:sp>
    </p:spTree>
    <p:extLst>
      <p:ext uri="{BB962C8B-B14F-4D97-AF65-F5344CB8AC3E}">
        <p14:creationId xmlns:p14="http://schemas.microsoft.com/office/powerpoint/2010/main" val="52630746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EB80E65-98E4-43C4-8AE7-71D116B7A5C6}"/>
              </a:ext>
            </a:extLst>
          </p:cNvPr>
          <p:cNvSpPr>
            <a:spLocks noGrp="1"/>
          </p:cNvSpPr>
          <p:nvPr>
            <p:ph type="title"/>
          </p:nvPr>
        </p:nvSpPr>
        <p:spPr>
          <a:xfrm>
            <a:off x="683568" y="548680"/>
            <a:ext cx="8229600" cy="792162"/>
          </a:xfrm>
        </p:spPr>
        <p:txBody>
          <a:bodyPr/>
          <a:lstStyle/>
          <a:p>
            <a:r>
              <a:rPr lang="en-US" altLang="zh-TW" dirty="0"/>
              <a:t>DOM </a:t>
            </a:r>
            <a:r>
              <a:rPr lang="en-US" altLang="zh-TW" dirty="0" err="1"/>
              <a:t>getAttribute</a:t>
            </a:r>
            <a:r>
              <a:rPr lang="en-US" altLang="zh-TW" dirty="0"/>
              <a:t> </a:t>
            </a:r>
            <a:r>
              <a:rPr lang="zh-TW" altLang="en-US" dirty="0"/>
              <a:t>屬性</a:t>
            </a:r>
          </a:p>
        </p:txBody>
      </p:sp>
      <p:sp>
        <p:nvSpPr>
          <p:cNvPr id="3" name="內容版面配置區 2">
            <a:extLst>
              <a:ext uri="{FF2B5EF4-FFF2-40B4-BE49-F238E27FC236}">
                <a16:creationId xmlns:a16="http://schemas.microsoft.com/office/drawing/2014/main" id="{EDF3DE03-A807-432B-8A54-73E4C3F344C0}"/>
              </a:ext>
            </a:extLst>
          </p:cNvPr>
          <p:cNvSpPr>
            <a:spLocks noGrp="1"/>
          </p:cNvSpPr>
          <p:nvPr>
            <p:ph idx="1"/>
          </p:nvPr>
        </p:nvSpPr>
        <p:spPr>
          <a:xfrm>
            <a:off x="230832" y="1268760"/>
            <a:ext cx="8913168" cy="5544616"/>
          </a:xfrm>
        </p:spPr>
        <p:txBody>
          <a:bodyPr/>
          <a:lstStyle/>
          <a:p>
            <a:pPr marL="0" indent="0">
              <a:buNone/>
            </a:pPr>
            <a:r>
              <a:rPr lang="en-US" altLang="zh-TW" sz="1600" dirty="0"/>
              <a:t>&lt;a id="foo" </a:t>
            </a:r>
            <a:r>
              <a:rPr lang="en-US" altLang="zh-TW" sz="1600" dirty="0" err="1"/>
              <a:t>href</a:t>
            </a:r>
            <a:r>
              <a:rPr lang="en-US" altLang="zh-TW" sz="1600" dirty="0"/>
              <a:t>="http://www.gjun.com/" target="_blank" data-foo&gt; www.gjun.com&lt;/a&gt;</a:t>
            </a:r>
          </a:p>
          <a:p>
            <a:pPr marL="0" indent="0">
              <a:buNone/>
            </a:pPr>
            <a:r>
              <a:rPr lang="en-US" altLang="zh-TW" sz="1600" dirty="0"/>
              <a:t>&lt;script&gt;</a:t>
            </a:r>
          </a:p>
          <a:p>
            <a:pPr marL="0" indent="0">
              <a:buNone/>
            </a:pPr>
            <a:r>
              <a:rPr lang="en-US" altLang="zh-TW" sz="1600" dirty="0"/>
              <a:t>    // </a:t>
            </a:r>
            <a:r>
              <a:rPr lang="zh-TW" altLang="en-US" sz="1600" dirty="0"/>
              <a:t>取得目前頁面上的 </a:t>
            </a:r>
            <a:r>
              <a:rPr lang="en-US" altLang="zh-TW" sz="1600" dirty="0"/>
              <a:t>foo </a:t>
            </a:r>
            <a:r>
              <a:rPr lang="zh-TW" altLang="en-US" sz="1600" dirty="0"/>
              <a:t>元素</a:t>
            </a:r>
          </a:p>
          <a:p>
            <a:pPr marL="0" indent="0">
              <a:buNone/>
            </a:pPr>
            <a:r>
              <a:rPr lang="zh-TW" altLang="en-US" sz="1600" dirty="0"/>
              <a:t>    </a:t>
            </a:r>
            <a:r>
              <a:rPr lang="en-US" altLang="zh-TW" sz="1600" dirty="0"/>
              <a:t>var foo = </a:t>
            </a:r>
            <a:r>
              <a:rPr lang="en-US" altLang="zh-TW" sz="1600" dirty="0" err="1"/>
              <a:t>document.getElementById</a:t>
            </a:r>
            <a:r>
              <a:rPr lang="en-US" altLang="zh-TW" sz="1600" dirty="0"/>
              <a:t>('foo');</a:t>
            </a:r>
          </a:p>
          <a:p>
            <a:pPr marL="0" indent="0">
              <a:buNone/>
            </a:pPr>
            <a:endParaRPr lang="en-US" altLang="zh-TW" sz="1600" dirty="0"/>
          </a:p>
          <a:p>
            <a:pPr marL="0" indent="0">
              <a:buNone/>
            </a:pPr>
            <a:r>
              <a:rPr lang="en-US" altLang="zh-TW" sz="1600" dirty="0"/>
              <a:t>    // </a:t>
            </a:r>
            <a:r>
              <a:rPr lang="zh-TW" altLang="en-US" sz="1600" dirty="0"/>
              <a:t>顯示 </a:t>
            </a:r>
            <a:r>
              <a:rPr lang="en-US" altLang="zh-TW" sz="1600" dirty="0"/>
              <a:t>null</a:t>
            </a:r>
          </a:p>
          <a:p>
            <a:pPr marL="0" indent="0">
              <a:buNone/>
            </a:pPr>
            <a:r>
              <a:rPr lang="en-US" altLang="zh-TW" sz="1600" dirty="0"/>
              <a:t>    alert(</a:t>
            </a:r>
            <a:r>
              <a:rPr lang="en-US" altLang="zh-TW" sz="1600" dirty="0" err="1"/>
              <a:t>foo.getAttribute</a:t>
            </a:r>
            <a:r>
              <a:rPr lang="en-US" altLang="zh-TW" sz="1600" dirty="0"/>
              <a:t>('</a:t>
            </a:r>
            <a:r>
              <a:rPr lang="en-US" altLang="zh-TW" sz="1600" dirty="0" err="1"/>
              <a:t>xyz</a:t>
            </a:r>
            <a:r>
              <a:rPr lang="en-US" altLang="zh-TW" sz="1600" dirty="0"/>
              <a:t>'));</a:t>
            </a:r>
          </a:p>
          <a:p>
            <a:pPr marL="0" indent="0">
              <a:buNone/>
            </a:pPr>
            <a:endParaRPr lang="en-US" altLang="zh-TW" sz="1600" dirty="0"/>
          </a:p>
          <a:p>
            <a:pPr marL="0" indent="0">
              <a:buNone/>
            </a:pPr>
            <a:r>
              <a:rPr lang="en-US" altLang="zh-TW" sz="1600" dirty="0"/>
              <a:t>    // </a:t>
            </a:r>
            <a:r>
              <a:rPr lang="zh-TW" altLang="en-US" sz="1600" dirty="0"/>
              <a:t>顯示 </a:t>
            </a:r>
            <a:r>
              <a:rPr lang="en-US" altLang="zh-TW" sz="1600" dirty="0"/>
              <a:t>http://www.gjun.com/</a:t>
            </a:r>
          </a:p>
          <a:p>
            <a:pPr marL="0" indent="0">
              <a:buNone/>
            </a:pPr>
            <a:r>
              <a:rPr lang="en-US" altLang="zh-TW" sz="1600" dirty="0"/>
              <a:t>    alert(</a:t>
            </a:r>
            <a:r>
              <a:rPr lang="en-US" altLang="zh-TW" sz="1600" dirty="0" err="1"/>
              <a:t>foo.getAttribute</a:t>
            </a:r>
            <a:r>
              <a:rPr lang="en-US" altLang="zh-TW" sz="1600" dirty="0"/>
              <a:t>('</a:t>
            </a:r>
            <a:r>
              <a:rPr lang="en-US" altLang="zh-TW" sz="1600" dirty="0" err="1"/>
              <a:t>href</a:t>
            </a:r>
            <a:r>
              <a:rPr lang="en-US" altLang="zh-TW" sz="1600" dirty="0"/>
              <a:t>'));</a:t>
            </a:r>
          </a:p>
          <a:p>
            <a:pPr marL="0" indent="0">
              <a:buNone/>
            </a:pPr>
            <a:endParaRPr lang="en-US" altLang="zh-TW" sz="1600" dirty="0"/>
          </a:p>
          <a:p>
            <a:pPr marL="0" indent="0">
              <a:buNone/>
            </a:pPr>
            <a:r>
              <a:rPr lang="en-US" altLang="zh-TW" sz="1600" dirty="0"/>
              <a:t>    // </a:t>
            </a:r>
            <a:r>
              <a:rPr lang="zh-TW" altLang="en-US" sz="1600" dirty="0"/>
              <a:t>顯示 </a:t>
            </a:r>
            <a:r>
              <a:rPr lang="en-US" altLang="zh-TW" sz="1600" dirty="0"/>
              <a:t>_blank</a:t>
            </a:r>
          </a:p>
          <a:p>
            <a:pPr marL="0" indent="0">
              <a:buNone/>
            </a:pPr>
            <a:r>
              <a:rPr lang="en-US" altLang="zh-TW" sz="1600" dirty="0"/>
              <a:t>    alert(</a:t>
            </a:r>
            <a:r>
              <a:rPr lang="en-US" altLang="zh-TW" sz="1600" dirty="0" err="1"/>
              <a:t>foo.getAttribute</a:t>
            </a:r>
            <a:r>
              <a:rPr lang="en-US" altLang="zh-TW" sz="1600" dirty="0"/>
              <a:t>('target'));</a:t>
            </a:r>
          </a:p>
          <a:p>
            <a:pPr marL="0" indent="0">
              <a:buNone/>
            </a:pPr>
            <a:endParaRPr lang="en-US" altLang="zh-TW" sz="1600" dirty="0"/>
          </a:p>
          <a:p>
            <a:pPr marL="0" indent="0">
              <a:buNone/>
            </a:pPr>
            <a:r>
              <a:rPr lang="en-US" altLang="zh-TW" sz="1600" dirty="0"/>
              <a:t>    // </a:t>
            </a:r>
            <a:r>
              <a:rPr lang="zh-TW" altLang="en-US" sz="1600" dirty="0"/>
              <a:t>顯示 </a:t>
            </a:r>
            <a:r>
              <a:rPr lang="en-US" altLang="zh-TW" sz="1600" dirty="0"/>
              <a:t>"" </a:t>
            </a:r>
            <a:r>
              <a:rPr lang="zh-TW" altLang="en-US" sz="1600" dirty="0"/>
              <a:t>空字串</a:t>
            </a:r>
          </a:p>
          <a:p>
            <a:pPr marL="0" indent="0">
              <a:buNone/>
            </a:pPr>
            <a:r>
              <a:rPr lang="zh-TW" altLang="en-US" sz="1600" dirty="0"/>
              <a:t>    </a:t>
            </a:r>
            <a:r>
              <a:rPr lang="en-US" altLang="zh-TW" sz="1600" dirty="0"/>
              <a:t>alert(</a:t>
            </a:r>
            <a:r>
              <a:rPr lang="en-US" altLang="zh-TW" sz="1600" dirty="0" err="1"/>
              <a:t>foo.getAttribute</a:t>
            </a:r>
            <a:r>
              <a:rPr lang="en-US" altLang="zh-TW" sz="1600" dirty="0"/>
              <a:t>('data-foo'));</a:t>
            </a:r>
          </a:p>
          <a:p>
            <a:pPr marL="0" indent="0">
              <a:buNone/>
            </a:pPr>
            <a:r>
              <a:rPr lang="en-US" altLang="zh-TW" sz="1600" dirty="0"/>
              <a:t>&lt;/script&gt;</a:t>
            </a:r>
            <a:endParaRPr lang="zh-TW" altLang="en-US" sz="1600" dirty="0"/>
          </a:p>
        </p:txBody>
      </p:sp>
    </p:spTree>
    <p:extLst>
      <p:ext uri="{BB962C8B-B14F-4D97-AF65-F5344CB8AC3E}">
        <p14:creationId xmlns:p14="http://schemas.microsoft.com/office/powerpoint/2010/main" val="135640469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C744CB6-EB33-40BA-B101-DA5EE28F4445}"/>
              </a:ext>
            </a:extLst>
          </p:cNvPr>
          <p:cNvSpPr>
            <a:spLocks noGrp="1"/>
          </p:cNvSpPr>
          <p:nvPr>
            <p:ph type="title"/>
          </p:nvPr>
        </p:nvSpPr>
        <p:spPr>
          <a:xfrm>
            <a:off x="755576" y="422446"/>
            <a:ext cx="6192936" cy="792162"/>
          </a:xfrm>
        </p:spPr>
        <p:txBody>
          <a:bodyPr/>
          <a:lstStyle/>
          <a:p>
            <a:r>
              <a:rPr lang="en-US" altLang="zh-TW" dirty="0"/>
              <a:t>DOM </a:t>
            </a:r>
            <a:r>
              <a:rPr lang="en-US" altLang="zh-TW" dirty="0" err="1"/>
              <a:t>setAttribute</a:t>
            </a:r>
            <a:r>
              <a:rPr lang="en-US" altLang="zh-TW" dirty="0"/>
              <a:t> </a:t>
            </a:r>
            <a:r>
              <a:rPr lang="zh-TW" altLang="en-US" dirty="0"/>
              <a:t>屬性</a:t>
            </a:r>
          </a:p>
        </p:txBody>
      </p:sp>
      <p:sp>
        <p:nvSpPr>
          <p:cNvPr id="3" name="內容版面配置區 2">
            <a:extLst>
              <a:ext uri="{FF2B5EF4-FFF2-40B4-BE49-F238E27FC236}">
                <a16:creationId xmlns:a16="http://schemas.microsoft.com/office/drawing/2014/main" id="{0C3A7CDE-6582-4966-A0CB-1262BA968135}"/>
              </a:ext>
            </a:extLst>
          </p:cNvPr>
          <p:cNvSpPr>
            <a:spLocks noGrp="1"/>
          </p:cNvSpPr>
          <p:nvPr>
            <p:ph idx="1"/>
          </p:nvPr>
        </p:nvSpPr>
        <p:spPr>
          <a:xfrm>
            <a:off x="457200" y="1268760"/>
            <a:ext cx="8229600" cy="5184576"/>
          </a:xfrm>
        </p:spPr>
        <p:txBody>
          <a:bodyPr/>
          <a:lstStyle/>
          <a:p>
            <a:pPr marL="0" indent="0">
              <a:buNone/>
            </a:pPr>
            <a:r>
              <a:rPr lang="en-US" altLang="zh-TW" sz="1800" dirty="0"/>
              <a:t>&lt;a id="foo" </a:t>
            </a:r>
            <a:r>
              <a:rPr lang="en-US" altLang="zh-TW" sz="1800" dirty="0" err="1"/>
              <a:t>href</a:t>
            </a:r>
            <a:r>
              <a:rPr lang="en-US" altLang="zh-TW" sz="1800" dirty="0"/>
              <a:t>="http://www.gjun.com/"&gt;www.gjun.com&lt;/a&gt;</a:t>
            </a:r>
          </a:p>
          <a:p>
            <a:pPr marL="0" indent="0">
              <a:buNone/>
            </a:pPr>
            <a:endParaRPr lang="en-US" altLang="zh-TW" sz="1800" dirty="0"/>
          </a:p>
          <a:p>
            <a:pPr marL="0" indent="0">
              <a:buNone/>
            </a:pPr>
            <a:r>
              <a:rPr lang="en-US" altLang="zh-TW" sz="1800" dirty="0"/>
              <a:t>&lt;script&gt;</a:t>
            </a:r>
          </a:p>
          <a:p>
            <a:pPr marL="0" indent="0">
              <a:buNone/>
            </a:pPr>
            <a:r>
              <a:rPr lang="en-US" altLang="zh-TW" sz="1800" dirty="0"/>
              <a:t>    // </a:t>
            </a:r>
            <a:r>
              <a:rPr lang="zh-TW" altLang="en-US" sz="1800" dirty="0"/>
              <a:t>取得目前頁面上的 </a:t>
            </a:r>
            <a:r>
              <a:rPr lang="en-US" altLang="zh-TW" sz="1800" dirty="0"/>
              <a:t>foo </a:t>
            </a:r>
            <a:r>
              <a:rPr lang="zh-TW" altLang="en-US" sz="1800" dirty="0"/>
              <a:t>元素</a:t>
            </a:r>
          </a:p>
          <a:p>
            <a:pPr marL="0" indent="0">
              <a:buNone/>
            </a:pPr>
            <a:r>
              <a:rPr lang="zh-TW" altLang="en-US" sz="1800" dirty="0"/>
              <a:t>    </a:t>
            </a:r>
            <a:r>
              <a:rPr lang="en-US" altLang="zh-TW" sz="1800" dirty="0"/>
              <a:t>var foo = </a:t>
            </a:r>
            <a:r>
              <a:rPr lang="en-US" altLang="zh-TW" sz="1800" dirty="0" err="1"/>
              <a:t>document.getElementById</a:t>
            </a:r>
            <a:r>
              <a:rPr lang="en-US" altLang="zh-TW" sz="1800" dirty="0"/>
              <a:t>('foo');</a:t>
            </a:r>
          </a:p>
          <a:p>
            <a:pPr marL="0" indent="0">
              <a:buNone/>
            </a:pPr>
            <a:endParaRPr lang="en-US" altLang="zh-TW" sz="1800" dirty="0"/>
          </a:p>
          <a:p>
            <a:pPr marL="0" indent="0">
              <a:buNone/>
            </a:pPr>
            <a:r>
              <a:rPr lang="en-US" altLang="zh-TW" sz="1800" dirty="0"/>
              <a:t>    // </a:t>
            </a:r>
            <a:r>
              <a:rPr lang="zh-TW" altLang="en-US" sz="1800" dirty="0"/>
              <a:t>顯示 </a:t>
            </a:r>
            <a:r>
              <a:rPr lang="en-US" altLang="zh-TW" sz="1800" dirty="0"/>
              <a:t>null</a:t>
            </a:r>
          </a:p>
          <a:p>
            <a:pPr marL="0" indent="0">
              <a:buNone/>
            </a:pPr>
            <a:r>
              <a:rPr lang="en-US" altLang="zh-TW" sz="1800" dirty="0"/>
              <a:t>    alert(</a:t>
            </a:r>
            <a:r>
              <a:rPr lang="en-US" altLang="zh-TW" sz="1800" dirty="0" err="1"/>
              <a:t>foo.getAttribute</a:t>
            </a:r>
            <a:r>
              <a:rPr lang="en-US" altLang="zh-TW" sz="1800" dirty="0"/>
              <a:t>('target'));</a:t>
            </a:r>
          </a:p>
          <a:p>
            <a:pPr marL="0" indent="0">
              <a:buNone/>
            </a:pPr>
            <a:endParaRPr lang="en-US" altLang="zh-TW" sz="1800" dirty="0"/>
          </a:p>
          <a:p>
            <a:pPr marL="0" indent="0">
              <a:buNone/>
            </a:pPr>
            <a:r>
              <a:rPr lang="en-US" altLang="zh-TW" sz="1800" dirty="0"/>
              <a:t>    // </a:t>
            </a:r>
            <a:r>
              <a:rPr lang="zh-TW" altLang="en-US" sz="1800" dirty="0"/>
              <a:t>將 </a:t>
            </a:r>
            <a:r>
              <a:rPr lang="en-US" altLang="zh-TW" sz="1800" dirty="0"/>
              <a:t>target </a:t>
            </a:r>
            <a:r>
              <a:rPr lang="zh-TW" altLang="en-US" sz="1800" dirty="0"/>
              <a:t>屬性設定為  </a:t>
            </a:r>
            <a:r>
              <a:rPr lang="en-US" altLang="zh-TW" sz="1800" dirty="0"/>
              <a:t>_blank</a:t>
            </a:r>
          </a:p>
          <a:p>
            <a:pPr marL="0" indent="0">
              <a:buNone/>
            </a:pPr>
            <a:r>
              <a:rPr lang="en-US" altLang="zh-TW" sz="1800" dirty="0"/>
              <a:t>    </a:t>
            </a:r>
            <a:r>
              <a:rPr lang="en-US" altLang="zh-TW" sz="1800" dirty="0" err="1"/>
              <a:t>foo.setAttribute</a:t>
            </a:r>
            <a:r>
              <a:rPr lang="en-US" altLang="zh-TW" sz="1800" dirty="0"/>
              <a:t>('target', '_blank');</a:t>
            </a:r>
          </a:p>
          <a:p>
            <a:pPr marL="0" indent="0">
              <a:buNone/>
            </a:pPr>
            <a:endParaRPr lang="en-US" altLang="zh-TW" sz="1800" dirty="0"/>
          </a:p>
          <a:p>
            <a:pPr marL="0" indent="0">
              <a:buNone/>
            </a:pPr>
            <a:r>
              <a:rPr lang="en-US" altLang="zh-TW" sz="1800" dirty="0"/>
              <a:t>    // </a:t>
            </a:r>
            <a:r>
              <a:rPr lang="zh-TW" altLang="en-US" sz="1800" dirty="0"/>
              <a:t>顯示 </a:t>
            </a:r>
            <a:r>
              <a:rPr lang="en-US" altLang="zh-TW" sz="1800" dirty="0"/>
              <a:t>_blank</a:t>
            </a:r>
          </a:p>
          <a:p>
            <a:pPr marL="0" indent="0">
              <a:buNone/>
            </a:pPr>
            <a:r>
              <a:rPr lang="en-US" altLang="zh-TW" sz="1800" dirty="0"/>
              <a:t>    alert(</a:t>
            </a:r>
            <a:r>
              <a:rPr lang="en-US" altLang="zh-TW" sz="1800" dirty="0" err="1"/>
              <a:t>foo.getAttribute</a:t>
            </a:r>
            <a:r>
              <a:rPr lang="en-US" altLang="zh-TW" sz="1800" dirty="0"/>
              <a:t>('target'));</a:t>
            </a:r>
          </a:p>
          <a:p>
            <a:pPr marL="0" indent="0">
              <a:buNone/>
            </a:pPr>
            <a:r>
              <a:rPr lang="en-US" altLang="zh-TW" sz="1800" dirty="0"/>
              <a:t>&lt;/script&gt;</a:t>
            </a:r>
            <a:endParaRPr lang="zh-TW" altLang="en-US" sz="1800" dirty="0"/>
          </a:p>
        </p:txBody>
      </p:sp>
    </p:spTree>
    <p:extLst>
      <p:ext uri="{BB962C8B-B14F-4D97-AF65-F5344CB8AC3E}">
        <p14:creationId xmlns:p14="http://schemas.microsoft.com/office/powerpoint/2010/main" val="305783727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AA766BA-A3EF-4073-8DF9-3855476BE467}"/>
              </a:ext>
            </a:extLst>
          </p:cNvPr>
          <p:cNvSpPr>
            <a:spLocks noGrp="1"/>
          </p:cNvSpPr>
          <p:nvPr>
            <p:ph type="title"/>
          </p:nvPr>
        </p:nvSpPr>
        <p:spPr>
          <a:xfrm>
            <a:off x="755576" y="620688"/>
            <a:ext cx="8229600" cy="792162"/>
          </a:xfrm>
        </p:spPr>
        <p:txBody>
          <a:bodyPr/>
          <a:lstStyle/>
          <a:p>
            <a:r>
              <a:rPr lang="en-US" altLang="zh-TW" dirty="0"/>
              <a:t>DOM onclick </a:t>
            </a:r>
            <a:r>
              <a:rPr lang="zh-TW" altLang="en-US" dirty="0"/>
              <a:t>事件</a:t>
            </a:r>
          </a:p>
        </p:txBody>
      </p:sp>
      <p:sp>
        <p:nvSpPr>
          <p:cNvPr id="3" name="內容版面配置區 2">
            <a:extLst>
              <a:ext uri="{FF2B5EF4-FFF2-40B4-BE49-F238E27FC236}">
                <a16:creationId xmlns:a16="http://schemas.microsoft.com/office/drawing/2014/main" id="{357A1694-2AF6-4769-BE5A-DF190E5679C3}"/>
              </a:ext>
            </a:extLst>
          </p:cNvPr>
          <p:cNvSpPr>
            <a:spLocks noGrp="1"/>
          </p:cNvSpPr>
          <p:nvPr>
            <p:ph idx="1"/>
          </p:nvPr>
        </p:nvSpPr>
        <p:spPr>
          <a:xfrm>
            <a:off x="323528" y="1412850"/>
            <a:ext cx="8712968" cy="4713313"/>
          </a:xfrm>
        </p:spPr>
        <p:txBody>
          <a:bodyPr/>
          <a:lstStyle/>
          <a:p>
            <a:pPr marL="0" indent="0">
              <a:buNone/>
            </a:pPr>
            <a:r>
              <a:rPr lang="en-US" altLang="zh-TW" sz="1800" dirty="0"/>
              <a:t>&lt;html&gt;</a:t>
            </a:r>
          </a:p>
          <a:p>
            <a:pPr marL="0" indent="0">
              <a:buNone/>
            </a:pPr>
            <a:r>
              <a:rPr lang="en-US" altLang="zh-TW" sz="1800" dirty="0"/>
              <a:t>&lt;head&gt;</a:t>
            </a:r>
          </a:p>
          <a:p>
            <a:pPr marL="0" indent="0">
              <a:buNone/>
            </a:pPr>
            <a:r>
              <a:rPr lang="en-US" altLang="zh-TW" sz="1800" dirty="0"/>
              <a:t>  &lt;title&gt;inline event handling example&lt;/title&gt;</a:t>
            </a:r>
          </a:p>
          <a:p>
            <a:pPr marL="0" indent="0">
              <a:buNone/>
            </a:pPr>
            <a:r>
              <a:rPr lang="en-US" altLang="zh-TW" sz="1800" dirty="0"/>
              <a:t>&lt;/head&gt;</a:t>
            </a:r>
          </a:p>
          <a:p>
            <a:pPr marL="0" indent="0">
              <a:buNone/>
            </a:pPr>
            <a:r>
              <a:rPr lang="en-US" altLang="zh-TW" sz="1800" dirty="0"/>
              <a:t>&lt;body&gt;</a:t>
            </a:r>
          </a:p>
          <a:p>
            <a:pPr marL="0" indent="0">
              <a:buNone/>
            </a:pPr>
            <a:r>
              <a:rPr lang="en-US" altLang="zh-TW" sz="1800" dirty="0"/>
              <a:t>  &lt;button onclick="</a:t>
            </a:r>
            <a:r>
              <a:rPr lang="en-US" altLang="zh-TW" sz="1800" dirty="0" err="1"/>
              <a:t>triggerAlert</a:t>
            </a:r>
            <a:r>
              <a:rPr lang="en-US" altLang="zh-TW" sz="1800" dirty="0"/>
              <a:t>(this);" data-name="Mike"&gt;click me&lt;/button&gt;</a:t>
            </a:r>
          </a:p>
          <a:p>
            <a:pPr marL="0" indent="0">
              <a:buNone/>
            </a:pPr>
            <a:r>
              <a:rPr lang="en-US" altLang="zh-TW" sz="1800" dirty="0"/>
              <a:t>  &lt;script&gt;</a:t>
            </a:r>
          </a:p>
          <a:p>
            <a:pPr marL="0" indent="0">
              <a:buNone/>
            </a:pPr>
            <a:r>
              <a:rPr lang="en-US" altLang="zh-TW" sz="1800" dirty="0"/>
              <a:t>    function </a:t>
            </a:r>
            <a:r>
              <a:rPr lang="en-US" altLang="zh-TW" sz="1800" dirty="0" err="1"/>
              <a:t>triggerAlert</a:t>
            </a:r>
            <a:r>
              <a:rPr lang="en-US" altLang="zh-TW" sz="1800" dirty="0"/>
              <a:t>(</a:t>
            </a:r>
            <a:r>
              <a:rPr lang="en-US" altLang="zh-TW" sz="1800" dirty="0" err="1"/>
              <a:t>em</a:t>
            </a:r>
            <a:r>
              <a:rPr lang="en-US" altLang="zh-TW" sz="1800" dirty="0"/>
              <a:t>) {</a:t>
            </a:r>
          </a:p>
          <a:p>
            <a:pPr marL="0" indent="0">
              <a:buNone/>
            </a:pPr>
            <a:r>
              <a:rPr lang="en-US" altLang="zh-TW" sz="1800" dirty="0"/>
              <a:t>      alert('Hey ' + </a:t>
            </a:r>
            <a:r>
              <a:rPr lang="en-US" altLang="zh-TW" sz="1800" dirty="0" err="1"/>
              <a:t>em.getAttribute</a:t>
            </a:r>
            <a:r>
              <a:rPr lang="en-US" altLang="zh-TW" sz="1800" dirty="0"/>
              <a:t>('data-name'));</a:t>
            </a:r>
          </a:p>
          <a:p>
            <a:pPr marL="0" indent="0">
              <a:buNone/>
            </a:pPr>
            <a:r>
              <a:rPr lang="en-US" altLang="zh-TW" sz="1800" dirty="0"/>
              <a:t>    }</a:t>
            </a:r>
          </a:p>
          <a:p>
            <a:pPr marL="0" indent="0">
              <a:buNone/>
            </a:pPr>
            <a:r>
              <a:rPr lang="en-US" altLang="zh-TW" sz="1800" dirty="0"/>
              <a:t>  &lt;/script&gt;</a:t>
            </a:r>
          </a:p>
          <a:p>
            <a:pPr marL="0" indent="0">
              <a:buNone/>
            </a:pPr>
            <a:r>
              <a:rPr lang="en-US" altLang="zh-TW" sz="1800" dirty="0"/>
              <a:t>&lt;/body&gt;</a:t>
            </a:r>
          </a:p>
          <a:p>
            <a:pPr marL="0" indent="0">
              <a:buNone/>
            </a:pPr>
            <a:r>
              <a:rPr lang="en-US" altLang="zh-TW" sz="1800" dirty="0"/>
              <a:t>&lt;/html&gt;</a:t>
            </a:r>
            <a:endParaRPr lang="zh-TW" altLang="en-US" sz="1800" dirty="0"/>
          </a:p>
        </p:txBody>
      </p:sp>
    </p:spTree>
    <p:extLst>
      <p:ext uri="{BB962C8B-B14F-4D97-AF65-F5344CB8AC3E}">
        <p14:creationId xmlns:p14="http://schemas.microsoft.com/office/powerpoint/2010/main" val="212445970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8193E4B-4B87-4C6E-B59E-3B51AE3D283F}"/>
              </a:ext>
            </a:extLst>
          </p:cNvPr>
          <p:cNvSpPr>
            <a:spLocks noGrp="1"/>
          </p:cNvSpPr>
          <p:nvPr>
            <p:ph type="title"/>
          </p:nvPr>
        </p:nvSpPr>
        <p:spPr/>
        <p:txBody>
          <a:bodyPr/>
          <a:lstStyle/>
          <a:p>
            <a:r>
              <a:rPr lang="en-US" altLang="zh-TW" dirty="0"/>
              <a:t>DOM onclick </a:t>
            </a:r>
            <a:r>
              <a:rPr lang="zh-TW" altLang="en-US" dirty="0"/>
              <a:t>事件</a:t>
            </a:r>
          </a:p>
        </p:txBody>
      </p:sp>
      <p:sp>
        <p:nvSpPr>
          <p:cNvPr id="3" name="內容版面配置區 2">
            <a:extLst>
              <a:ext uri="{FF2B5EF4-FFF2-40B4-BE49-F238E27FC236}">
                <a16:creationId xmlns:a16="http://schemas.microsoft.com/office/drawing/2014/main" id="{26D664F5-20CB-45CD-BB97-7460D945C374}"/>
              </a:ext>
            </a:extLst>
          </p:cNvPr>
          <p:cNvSpPr>
            <a:spLocks noGrp="1"/>
          </p:cNvSpPr>
          <p:nvPr>
            <p:ph idx="1"/>
          </p:nvPr>
        </p:nvSpPr>
        <p:spPr/>
        <p:txBody>
          <a:bodyPr/>
          <a:lstStyle/>
          <a:p>
            <a:pPr marL="0" indent="0">
              <a:buNone/>
            </a:pPr>
            <a:r>
              <a:rPr lang="en-US" altLang="zh-TW" sz="2000" dirty="0"/>
              <a:t>// </a:t>
            </a:r>
            <a:r>
              <a:rPr lang="zh-TW" altLang="en-US" sz="2000" dirty="0"/>
              <a:t>當使用者用滑鼠點擊螢幕 </a:t>
            </a:r>
            <a:r>
              <a:rPr lang="en-US" altLang="zh-TW" sz="2000" dirty="0"/>
              <a:t>(</a:t>
            </a:r>
            <a:r>
              <a:rPr lang="zh-TW" altLang="en-US" sz="2000" dirty="0"/>
              <a:t>或用手點擊觸控螢幕</a:t>
            </a:r>
            <a:r>
              <a:rPr lang="en-US" altLang="zh-TW" sz="2000" dirty="0"/>
              <a:t>) </a:t>
            </a:r>
            <a:r>
              <a:rPr lang="zh-TW" altLang="en-US" sz="2000" dirty="0"/>
              <a:t>時</a:t>
            </a:r>
          </a:p>
          <a:p>
            <a:pPr marL="0" indent="0">
              <a:buNone/>
            </a:pPr>
            <a:r>
              <a:rPr lang="en-US" altLang="zh-TW" sz="2000" dirty="0" err="1"/>
              <a:t>document.body.addEventListener</a:t>
            </a:r>
            <a:r>
              <a:rPr lang="en-US" altLang="zh-TW" sz="2000" dirty="0"/>
              <a:t>('click', function(</a:t>
            </a:r>
            <a:r>
              <a:rPr lang="en-US" altLang="zh-TW" sz="2000" dirty="0">
                <a:solidFill>
                  <a:srgbClr val="C00000"/>
                </a:solidFill>
              </a:rPr>
              <a:t>event</a:t>
            </a:r>
            <a:r>
              <a:rPr lang="en-US" altLang="zh-TW" sz="2000" dirty="0"/>
              <a:t>) {</a:t>
            </a:r>
          </a:p>
          <a:p>
            <a:pPr marL="0" indent="0">
              <a:buNone/>
            </a:pPr>
            <a:r>
              <a:rPr lang="en-US" altLang="zh-TW" sz="2000" dirty="0"/>
              <a:t>    // </a:t>
            </a:r>
            <a:r>
              <a:rPr lang="zh-TW" altLang="en-US" sz="2000" dirty="0"/>
              <a:t>把字體改成黃色</a:t>
            </a:r>
          </a:p>
          <a:p>
            <a:pPr marL="0" indent="0">
              <a:buNone/>
            </a:pPr>
            <a:r>
              <a:rPr lang="zh-TW" altLang="en-US" sz="2000" dirty="0"/>
              <a:t>    </a:t>
            </a:r>
            <a:r>
              <a:rPr lang="en-US" altLang="zh-TW" sz="2000" dirty="0" err="1">
                <a:solidFill>
                  <a:srgbClr val="C00000"/>
                </a:solidFill>
              </a:rPr>
              <a:t>event</a:t>
            </a:r>
            <a:r>
              <a:rPr lang="en-US" altLang="zh-TW" sz="2000" dirty="0" err="1"/>
              <a:t>.target.style.color</a:t>
            </a:r>
            <a:r>
              <a:rPr lang="en-US" altLang="zh-TW" sz="2000" dirty="0"/>
              <a:t> = 'yellow';</a:t>
            </a:r>
          </a:p>
          <a:p>
            <a:pPr marL="0" indent="0">
              <a:buNone/>
            </a:pPr>
            <a:r>
              <a:rPr lang="en-US" altLang="zh-TW" sz="2000" dirty="0"/>
              <a:t>});</a:t>
            </a:r>
            <a:endParaRPr lang="zh-TW" altLang="en-US" sz="2000" dirty="0"/>
          </a:p>
        </p:txBody>
      </p:sp>
    </p:spTree>
    <p:extLst>
      <p:ext uri="{BB962C8B-B14F-4D97-AF65-F5344CB8AC3E}">
        <p14:creationId xmlns:p14="http://schemas.microsoft.com/office/powerpoint/2010/main" val="349248235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96F2D82-9F9B-48D7-842F-C9BD4D65E17C}"/>
              </a:ext>
            </a:extLst>
          </p:cNvPr>
          <p:cNvSpPr>
            <a:spLocks noGrp="1"/>
          </p:cNvSpPr>
          <p:nvPr>
            <p:ph type="title"/>
          </p:nvPr>
        </p:nvSpPr>
        <p:spPr>
          <a:xfrm>
            <a:off x="827584" y="548680"/>
            <a:ext cx="8229600" cy="792162"/>
          </a:xfrm>
        </p:spPr>
        <p:txBody>
          <a:bodyPr/>
          <a:lstStyle/>
          <a:p>
            <a:r>
              <a:rPr lang="en-US" altLang="zh-TW" dirty="0"/>
              <a:t>DOM </a:t>
            </a:r>
            <a:r>
              <a:rPr lang="en-US" altLang="zh-TW" dirty="0" err="1"/>
              <a:t>addEventListener</a:t>
            </a:r>
            <a:r>
              <a:rPr lang="zh-TW" altLang="en-US" dirty="0"/>
              <a:t>事件</a:t>
            </a:r>
          </a:p>
        </p:txBody>
      </p:sp>
      <p:sp>
        <p:nvSpPr>
          <p:cNvPr id="3" name="內容版面配置區 2">
            <a:extLst>
              <a:ext uri="{FF2B5EF4-FFF2-40B4-BE49-F238E27FC236}">
                <a16:creationId xmlns:a16="http://schemas.microsoft.com/office/drawing/2014/main" id="{47CFB7C6-4D1B-47C3-82B5-AA7DBF6930A9}"/>
              </a:ext>
            </a:extLst>
          </p:cNvPr>
          <p:cNvSpPr>
            <a:spLocks noGrp="1"/>
          </p:cNvSpPr>
          <p:nvPr>
            <p:ph idx="1"/>
          </p:nvPr>
        </p:nvSpPr>
        <p:spPr>
          <a:xfrm>
            <a:off x="395536" y="1484784"/>
            <a:ext cx="8445624" cy="5040560"/>
          </a:xfrm>
        </p:spPr>
        <p:txBody>
          <a:bodyPr/>
          <a:lstStyle/>
          <a:p>
            <a:pPr marL="0" indent="0">
              <a:buNone/>
            </a:pPr>
            <a:r>
              <a:rPr lang="en-US" altLang="zh-TW" sz="2000" dirty="0"/>
              <a:t>&lt;script&gt;</a:t>
            </a:r>
          </a:p>
          <a:p>
            <a:pPr marL="0" indent="0">
              <a:buNone/>
            </a:pPr>
            <a:r>
              <a:rPr lang="en-US" altLang="zh-TW" sz="2000" dirty="0"/>
              <a:t>    function </a:t>
            </a:r>
            <a:r>
              <a:rPr lang="en-US" altLang="zh-TW" sz="2000" dirty="0" err="1"/>
              <a:t>myAlert</a:t>
            </a:r>
            <a:r>
              <a:rPr lang="en-US" altLang="zh-TW" sz="2000" dirty="0"/>
              <a:t>() {</a:t>
            </a:r>
          </a:p>
          <a:p>
            <a:pPr marL="0" indent="0">
              <a:buNone/>
            </a:pPr>
            <a:r>
              <a:rPr lang="en-US" altLang="zh-TW" sz="2000" dirty="0"/>
              <a:t>      alert('Hey!');</a:t>
            </a:r>
          </a:p>
          <a:p>
            <a:pPr marL="0" indent="0">
              <a:buNone/>
            </a:pPr>
            <a:r>
              <a:rPr lang="en-US" altLang="zh-TW" sz="2000" dirty="0"/>
              <a:t>    }</a:t>
            </a:r>
          </a:p>
          <a:p>
            <a:pPr marL="0" indent="0">
              <a:buNone/>
            </a:pPr>
            <a:endParaRPr lang="en-US" altLang="zh-TW" sz="2000" dirty="0"/>
          </a:p>
          <a:p>
            <a:pPr marL="0" indent="0">
              <a:buNone/>
            </a:pPr>
            <a:r>
              <a:rPr lang="en-US" altLang="zh-TW" sz="2000" dirty="0"/>
              <a:t>    // </a:t>
            </a:r>
            <a:r>
              <a:rPr lang="zh-TW" altLang="en-US" sz="2000" dirty="0"/>
              <a:t>當使用者用滑鼠點擊頁面時，執行 </a:t>
            </a:r>
            <a:r>
              <a:rPr lang="en-US" altLang="zh-TW" sz="2000" dirty="0" err="1"/>
              <a:t>myAlert</a:t>
            </a:r>
            <a:r>
              <a:rPr lang="en-US" altLang="zh-TW" sz="2000" dirty="0"/>
              <a:t> </a:t>
            </a:r>
            <a:r>
              <a:rPr lang="zh-TW" altLang="en-US" sz="2000" dirty="0"/>
              <a:t>函數</a:t>
            </a:r>
          </a:p>
          <a:p>
            <a:pPr marL="0" indent="0">
              <a:buNone/>
            </a:pPr>
            <a:r>
              <a:rPr lang="zh-TW" altLang="en-US" sz="2000" dirty="0"/>
              <a:t>    </a:t>
            </a:r>
            <a:r>
              <a:rPr lang="en-US" altLang="zh-TW" sz="2000" dirty="0" err="1"/>
              <a:t>document.addEventListener</a:t>
            </a:r>
            <a:r>
              <a:rPr lang="en-US" altLang="zh-TW" sz="2000" dirty="0"/>
              <a:t>('click', </a:t>
            </a:r>
            <a:r>
              <a:rPr lang="en-US" altLang="zh-TW" sz="2000" dirty="0" err="1"/>
              <a:t>myAlert</a:t>
            </a:r>
            <a:r>
              <a:rPr lang="en-US" altLang="zh-TW" sz="2000" dirty="0"/>
              <a:t>);</a:t>
            </a:r>
          </a:p>
          <a:p>
            <a:pPr marL="0" indent="0">
              <a:buNone/>
            </a:pPr>
            <a:endParaRPr lang="en-US" altLang="zh-TW" sz="2000" dirty="0"/>
          </a:p>
          <a:p>
            <a:pPr marL="0" indent="0">
              <a:buNone/>
            </a:pPr>
            <a:r>
              <a:rPr lang="en-US" altLang="zh-TW" sz="2000" dirty="0"/>
              <a:t>    // </a:t>
            </a:r>
            <a:r>
              <a:rPr lang="zh-TW" altLang="en-US" sz="2000" dirty="0"/>
              <a:t>當網頁載入時，執行這個 </a:t>
            </a:r>
            <a:r>
              <a:rPr lang="en-US" altLang="zh-TW" sz="2000" dirty="0"/>
              <a:t>callback </a:t>
            </a:r>
            <a:r>
              <a:rPr lang="zh-TW" altLang="en-US" sz="2000" dirty="0"/>
              <a:t>函數</a:t>
            </a:r>
          </a:p>
          <a:p>
            <a:pPr marL="0" indent="0">
              <a:buNone/>
            </a:pPr>
            <a:r>
              <a:rPr lang="zh-TW" altLang="en-US" sz="2000" dirty="0"/>
              <a:t>    </a:t>
            </a:r>
            <a:r>
              <a:rPr lang="en-US" altLang="zh-TW" sz="2000" dirty="0" err="1"/>
              <a:t>window.</a:t>
            </a:r>
            <a:r>
              <a:rPr lang="en-US" altLang="zh-TW" sz="2000" dirty="0" err="1">
                <a:solidFill>
                  <a:srgbClr val="C00000"/>
                </a:solidFill>
              </a:rPr>
              <a:t>addEventListener</a:t>
            </a:r>
            <a:r>
              <a:rPr lang="en-US" altLang="zh-TW" sz="2000" dirty="0"/>
              <a:t>('</a:t>
            </a:r>
            <a:r>
              <a:rPr lang="en-US" altLang="zh-TW" sz="2000" dirty="0">
                <a:solidFill>
                  <a:srgbClr val="C00000"/>
                </a:solidFill>
              </a:rPr>
              <a:t>load</a:t>
            </a:r>
            <a:r>
              <a:rPr lang="en-US" altLang="zh-TW" sz="2000" dirty="0"/>
              <a:t>', function() {</a:t>
            </a:r>
          </a:p>
          <a:p>
            <a:pPr marL="0" indent="0">
              <a:buNone/>
            </a:pPr>
            <a:r>
              <a:rPr lang="en-US" altLang="zh-TW" sz="2000" dirty="0"/>
              <a:t>      alert('</a:t>
            </a:r>
            <a:r>
              <a:rPr lang="zh-TW" altLang="en-US" sz="2000" dirty="0"/>
              <a:t>頁面已載入！</a:t>
            </a:r>
            <a:r>
              <a:rPr lang="en-US" altLang="zh-TW" sz="2000" dirty="0"/>
              <a:t>');</a:t>
            </a:r>
          </a:p>
          <a:p>
            <a:pPr marL="0" indent="0">
              <a:buNone/>
            </a:pPr>
            <a:r>
              <a:rPr lang="en-US" altLang="zh-TW" sz="2000" dirty="0"/>
              <a:t>    });</a:t>
            </a:r>
          </a:p>
          <a:p>
            <a:pPr marL="0" indent="0">
              <a:buNone/>
            </a:pPr>
            <a:r>
              <a:rPr lang="en-US" altLang="zh-TW" sz="2000" dirty="0"/>
              <a:t>  &lt;/script&gt;</a:t>
            </a:r>
            <a:endParaRPr lang="zh-TW" altLang="en-US" sz="2000" dirty="0"/>
          </a:p>
        </p:txBody>
      </p:sp>
    </p:spTree>
    <p:extLst>
      <p:ext uri="{BB962C8B-B14F-4D97-AF65-F5344CB8AC3E}">
        <p14:creationId xmlns:p14="http://schemas.microsoft.com/office/powerpoint/2010/main" val="37801565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936CACC-F100-4D9F-B6C8-BFB2FC87CCC6}"/>
              </a:ext>
            </a:extLst>
          </p:cNvPr>
          <p:cNvSpPr>
            <a:spLocks noGrp="1"/>
          </p:cNvSpPr>
          <p:nvPr>
            <p:ph type="title"/>
          </p:nvPr>
        </p:nvSpPr>
        <p:spPr/>
        <p:txBody>
          <a:bodyPr/>
          <a:lstStyle/>
          <a:p>
            <a:r>
              <a:rPr lang="en-US" altLang="zh-TW" dirty="0"/>
              <a:t>DOM</a:t>
            </a:r>
            <a:r>
              <a:rPr lang="zh-TW" altLang="en-US" dirty="0"/>
              <a:t> </a:t>
            </a:r>
            <a:r>
              <a:rPr lang="en-US" altLang="zh-TW" dirty="0"/>
              <a:t>Key </a:t>
            </a:r>
            <a:r>
              <a:rPr lang="zh-TW" altLang="en-US" dirty="0"/>
              <a:t>事件</a:t>
            </a:r>
          </a:p>
        </p:txBody>
      </p:sp>
      <p:sp>
        <p:nvSpPr>
          <p:cNvPr id="3" name="內容版面配置區 2">
            <a:extLst>
              <a:ext uri="{FF2B5EF4-FFF2-40B4-BE49-F238E27FC236}">
                <a16:creationId xmlns:a16="http://schemas.microsoft.com/office/drawing/2014/main" id="{83C68797-1EB3-4494-B848-9BBFC5FF2C94}"/>
              </a:ext>
            </a:extLst>
          </p:cNvPr>
          <p:cNvSpPr>
            <a:spLocks noGrp="1"/>
          </p:cNvSpPr>
          <p:nvPr>
            <p:ph idx="1"/>
          </p:nvPr>
        </p:nvSpPr>
        <p:spPr>
          <a:xfrm>
            <a:off x="323528" y="1844675"/>
            <a:ext cx="8712968" cy="4281488"/>
          </a:xfrm>
        </p:spPr>
        <p:txBody>
          <a:bodyPr/>
          <a:lstStyle/>
          <a:p>
            <a:pPr marL="0" indent="0">
              <a:buNone/>
            </a:pPr>
            <a:r>
              <a:rPr lang="en-US" altLang="zh-TW" sz="2000" dirty="0"/>
              <a:t>// </a:t>
            </a:r>
            <a:r>
              <a:rPr lang="zh-TW" altLang="en-US" sz="2000" dirty="0"/>
              <a:t>當使用者在網頁中按下鍵盤按鍵時</a:t>
            </a:r>
          </a:p>
          <a:p>
            <a:pPr marL="0" indent="0">
              <a:buNone/>
            </a:pPr>
            <a:r>
              <a:rPr lang="en-US" altLang="zh-TW" sz="2000" dirty="0" err="1"/>
              <a:t>document.onkeydown</a:t>
            </a:r>
            <a:r>
              <a:rPr lang="en-US" altLang="zh-TW" sz="2000" dirty="0"/>
              <a:t> = function(event) {</a:t>
            </a:r>
          </a:p>
          <a:p>
            <a:pPr marL="0" indent="0">
              <a:buNone/>
            </a:pPr>
            <a:r>
              <a:rPr lang="en-US" altLang="zh-TW" sz="2000" dirty="0"/>
              <a:t>   if (</a:t>
            </a:r>
            <a:r>
              <a:rPr lang="en-US" altLang="zh-TW" sz="2000" dirty="0" err="1"/>
              <a:t>event.keyCode</a:t>
            </a:r>
            <a:r>
              <a:rPr lang="en-US" altLang="zh-TW" sz="2000" dirty="0"/>
              <a:t> === 89 &amp;&amp; </a:t>
            </a:r>
            <a:r>
              <a:rPr lang="en-US" altLang="zh-TW" sz="2000" dirty="0" err="1"/>
              <a:t>event.ctrlKey</a:t>
            </a:r>
            <a:r>
              <a:rPr lang="en-US" altLang="zh-TW" sz="2000" dirty="0"/>
              <a:t>) {</a:t>
            </a:r>
          </a:p>
          <a:p>
            <a:pPr marL="0" indent="0">
              <a:buNone/>
            </a:pPr>
            <a:r>
              <a:rPr lang="en-US" altLang="zh-TW" sz="2000" dirty="0"/>
              <a:t>        alert('</a:t>
            </a:r>
            <a:r>
              <a:rPr lang="zh-TW" altLang="en-US" sz="2000" dirty="0"/>
              <a:t>你同時按下 </a:t>
            </a:r>
            <a:r>
              <a:rPr lang="en-US" altLang="zh-TW" sz="2000" dirty="0"/>
              <a:t>"control + y"');  </a:t>
            </a:r>
          </a:p>
          <a:p>
            <a:pPr marL="0" indent="0">
              <a:buNone/>
            </a:pPr>
            <a:r>
              <a:rPr lang="en-US" altLang="zh-TW" sz="2000" dirty="0"/>
              <a:t>    } else if (</a:t>
            </a:r>
            <a:r>
              <a:rPr lang="en-US" altLang="zh-TW" sz="2000" dirty="0" err="1"/>
              <a:t>event.which</a:t>
            </a:r>
            <a:r>
              <a:rPr lang="en-US" altLang="zh-TW" sz="2000" dirty="0"/>
              <a:t> === 90 &amp;&amp; </a:t>
            </a:r>
            <a:r>
              <a:rPr lang="en-US" altLang="zh-TW" sz="2000" dirty="0" err="1"/>
              <a:t>event.ctrlKey</a:t>
            </a:r>
            <a:r>
              <a:rPr lang="en-US" altLang="zh-TW" sz="2000" dirty="0"/>
              <a:t> ){</a:t>
            </a:r>
          </a:p>
          <a:p>
            <a:pPr marL="0" indent="0">
              <a:buNone/>
            </a:pPr>
            <a:r>
              <a:rPr lang="en-US" altLang="zh-TW" sz="2000" dirty="0"/>
              <a:t>        alert('</a:t>
            </a:r>
            <a:r>
              <a:rPr lang="zh-TW" altLang="en-US" sz="2000" dirty="0"/>
              <a:t>你同時按下 </a:t>
            </a:r>
            <a:r>
              <a:rPr lang="en-US" altLang="zh-TW" sz="2000" dirty="0"/>
              <a:t>"control + z"'); </a:t>
            </a:r>
          </a:p>
          <a:p>
            <a:pPr marL="0" indent="0">
              <a:buNone/>
            </a:pPr>
            <a:r>
              <a:rPr lang="en-US" altLang="zh-TW" sz="2000" dirty="0"/>
              <a:t>    }</a:t>
            </a:r>
          </a:p>
          <a:p>
            <a:pPr marL="0" indent="0">
              <a:buNone/>
            </a:pPr>
            <a:r>
              <a:rPr lang="en-US" altLang="zh-TW" sz="2000" dirty="0"/>
              <a:t>};</a:t>
            </a:r>
            <a:endParaRPr lang="zh-TW" altLang="en-US" sz="2000" dirty="0"/>
          </a:p>
        </p:txBody>
      </p:sp>
    </p:spTree>
    <p:extLst>
      <p:ext uri="{BB962C8B-B14F-4D97-AF65-F5344CB8AC3E}">
        <p14:creationId xmlns:p14="http://schemas.microsoft.com/office/powerpoint/2010/main" val="154393771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7" name="標題 1"/>
          <p:cNvSpPr>
            <a:spLocks noGrp="1"/>
          </p:cNvSpPr>
          <p:nvPr>
            <p:ph type="title"/>
          </p:nvPr>
        </p:nvSpPr>
        <p:spPr>
          <a:xfrm>
            <a:off x="539552" y="548680"/>
            <a:ext cx="8229600" cy="792162"/>
          </a:xfrm>
        </p:spPr>
        <p:txBody>
          <a:bodyPr/>
          <a:lstStyle/>
          <a:p>
            <a:r>
              <a:rPr lang="en-US" altLang="zh-TW" sz="3200" dirty="0">
                <a:latin typeface="Arial" charset="0"/>
                <a:ea typeface="微軟正黑體" pitchFamily="34" charset="-120"/>
                <a:cs typeface="Arial" charset="0"/>
              </a:rPr>
              <a:t>DOM </a:t>
            </a:r>
            <a:r>
              <a:rPr lang="zh-TW" altLang="en-US" sz="3200" dirty="0">
                <a:latin typeface="Arial" charset="0"/>
                <a:ea typeface="微軟正黑體" pitchFamily="34" charset="-120"/>
                <a:cs typeface="Arial" charset="0"/>
              </a:rPr>
              <a:t>滑鼠事件</a:t>
            </a:r>
            <a:endParaRPr lang="zh-TW" altLang="en-US" sz="3200" dirty="0">
              <a:latin typeface="Arial" charset="0"/>
              <a:ea typeface="新細明體" charset="-120"/>
              <a:cs typeface="Arial" charset="0"/>
            </a:endParaRPr>
          </a:p>
        </p:txBody>
      </p:sp>
      <p:sp>
        <p:nvSpPr>
          <p:cNvPr id="3" name="文字版面配置區 2"/>
          <p:cNvSpPr>
            <a:spLocks noGrp="1"/>
          </p:cNvSpPr>
          <p:nvPr>
            <p:ph type="body" idx="1"/>
          </p:nvPr>
        </p:nvSpPr>
        <p:spPr>
          <a:xfrm>
            <a:off x="323528" y="1412776"/>
            <a:ext cx="8118475" cy="5220270"/>
          </a:xfrm>
        </p:spPr>
        <p:txBody>
          <a:bodyPr/>
          <a:lstStyle/>
          <a:p>
            <a:pPr>
              <a:spcAft>
                <a:spcPts val="1200"/>
              </a:spcAft>
            </a:pPr>
            <a:r>
              <a:rPr lang="en-US" altLang="zh-TW" sz="3000" dirty="0">
                <a:latin typeface="Arial" charset="0"/>
                <a:ea typeface="微軟正黑體" pitchFamily="34" charset="-120"/>
                <a:cs typeface="Arial" charset="0"/>
              </a:rPr>
              <a:t> </a:t>
            </a:r>
            <a:r>
              <a:rPr lang="en-US" altLang="zh-TW" sz="2400" dirty="0">
                <a:latin typeface="Arial" charset="0"/>
                <a:ea typeface="微軟正黑體" pitchFamily="34" charset="-120"/>
                <a:cs typeface="Arial" charset="0"/>
              </a:rPr>
              <a:t>DOM</a:t>
            </a:r>
            <a:r>
              <a:rPr lang="zh-TW" altLang="en-US" sz="2400" dirty="0">
                <a:latin typeface="Arial" charset="0"/>
                <a:ea typeface="微軟正黑體" pitchFamily="34" charset="-120"/>
                <a:cs typeface="Arial" charset="0"/>
              </a:rPr>
              <a:t>定義了事件程序可以透過使用者來觸發</a:t>
            </a:r>
            <a:endParaRPr lang="en-US" altLang="zh-TW" sz="2400" dirty="0">
              <a:latin typeface="Arial" charset="0"/>
              <a:ea typeface="微軟正黑體" pitchFamily="34" charset="-120"/>
              <a:cs typeface="Arial" charset="0"/>
            </a:endParaRPr>
          </a:p>
          <a:p>
            <a:r>
              <a:rPr lang="zh-TW" altLang="en-US" sz="2400" dirty="0">
                <a:solidFill>
                  <a:schemeClr val="accent6"/>
                </a:solidFill>
                <a:latin typeface="Arial" charset="0"/>
                <a:ea typeface="微軟正黑體" pitchFamily="34" charset="-120"/>
                <a:cs typeface="Arial" charset="0"/>
              </a:rPr>
              <a:t>可以動態加入標籤事件程序</a:t>
            </a:r>
            <a:endParaRPr lang="en-US" altLang="zh-TW" sz="2400" dirty="0">
              <a:solidFill>
                <a:schemeClr val="accent6"/>
              </a:solidFill>
              <a:latin typeface="Arial" charset="0"/>
              <a:ea typeface="微軟正黑體" pitchFamily="34" charset="-120"/>
              <a:cs typeface="Arial" charset="0"/>
            </a:endParaRPr>
          </a:p>
          <a:p>
            <a:pPr>
              <a:buFont typeface="Arial" charset="0"/>
              <a:buNone/>
            </a:pPr>
            <a:r>
              <a:rPr lang="zh-TW" altLang="en-US" sz="2400" dirty="0">
                <a:solidFill>
                  <a:schemeClr val="accent6"/>
                </a:solidFill>
                <a:latin typeface="Arial" charset="0"/>
                <a:ea typeface="微軟正黑體" pitchFamily="34" charset="-120"/>
                <a:cs typeface="Arial" charset="0"/>
              </a:rPr>
              <a:t> </a:t>
            </a:r>
            <a:r>
              <a:rPr lang="en-US" altLang="zh-TW" sz="2400" dirty="0" err="1">
                <a:solidFill>
                  <a:schemeClr val="accent6"/>
                </a:solidFill>
                <a:latin typeface="Arial" charset="0"/>
                <a:ea typeface="微軟正黑體" pitchFamily="34" charset="-120"/>
                <a:cs typeface="Arial" charset="0"/>
              </a:rPr>
              <a:t>scene.addEventListener</a:t>
            </a:r>
            <a:r>
              <a:rPr lang="en-US" altLang="zh-TW" sz="2400" dirty="0">
                <a:solidFill>
                  <a:schemeClr val="accent6"/>
                </a:solidFill>
                <a:latin typeface="Arial" charset="0"/>
                <a:ea typeface="微軟正黑體" pitchFamily="34" charset="-120"/>
                <a:cs typeface="Arial" charset="0"/>
              </a:rPr>
              <a:t>("mouseover", </a:t>
            </a:r>
            <a:endParaRPr lang="en-GB" altLang="zh-TW" sz="2400" dirty="0">
              <a:solidFill>
                <a:schemeClr val="accent6"/>
              </a:solidFill>
              <a:latin typeface="Arial" charset="0"/>
              <a:ea typeface="微軟正黑體" pitchFamily="34" charset="-120"/>
              <a:cs typeface="Arial" charset="0"/>
            </a:endParaRPr>
          </a:p>
          <a:p>
            <a:pPr>
              <a:buFont typeface="Arial" charset="0"/>
              <a:buNone/>
            </a:pPr>
            <a:r>
              <a:rPr lang="en-US" altLang="zh-TW" sz="2400" dirty="0">
                <a:solidFill>
                  <a:schemeClr val="accent6"/>
                </a:solidFill>
                <a:latin typeface="Arial" charset="0"/>
                <a:ea typeface="微軟正黑體" pitchFamily="34" charset="-120"/>
                <a:cs typeface="Arial" charset="0"/>
              </a:rPr>
              <a:t>        function( ) { </a:t>
            </a:r>
            <a:r>
              <a:rPr lang="en-US" altLang="zh-TW" sz="2400" dirty="0" err="1">
                <a:solidFill>
                  <a:schemeClr val="accent6"/>
                </a:solidFill>
                <a:latin typeface="Arial" charset="0"/>
                <a:ea typeface="微軟正黑體" pitchFamily="34" charset="-120"/>
                <a:cs typeface="Arial" charset="0"/>
              </a:rPr>
              <a:t>window.alert</a:t>
            </a:r>
            <a:r>
              <a:rPr lang="en-US" altLang="zh-TW" sz="2400" dirty="0">
                <a:solidFill>
                  <a:schemeClr val="accent6"/>
                </a:solidFill>
                <a:latin typeface="Arial" charset="0"/>
                <a:ea typeface="微軟正黑體" pitchFamily="34" charset="-120"/>
                <a:cs typeface="Arial" charset="0"/>
              </a:rPr>
              <a:t>('Some help text'); }, false);</a:t>
            </a:r>
          </a:p>
          <a:p>
            <a:r>
              <a:rPr lang="en-US" altLang="zh-TW" sz="2400" dirty="0">
                <a:solidFill>
                  <a:schemeClr val="accent6"/>
                </a:solidFill>
                <a:latin typeface="Arial" charset="0"/>
                <a:ea typeface="微軟正黑體" pitchFamily="34" charset="-120"/>
                <a:cs typeface="Arial" charset="0"/>
              </a:rPr>
              <a:t> HTML</a:t>
            </a:r>
            <a:r>
              <a:rPr lang="zh-TW" altLang="en-US" sz="2400" dirty="0">
                <a:solidFill>
                  <a:schemeClr val="accent6"/>
                </a:solidFill>
                <a:latin typeface="Arial" charset="0"/>
                <a:ea typeface="微軟正黑體" pitchFamily="34" charset="-120"/>
                <a:cs typeface="Arial" charset="0"/>
              </a:rPr>
              <a:t>標籤可以定義回呼函式</a:t>
            </a:r>
            <a:endParaRPr lang="en-US" altLang="zh-TW" sz="2400" dirty="0">
              <a:solidFill>
                <a:schemeClr val="accent6"/>
              </a:solidFill>
              <a:latin typeface="Arial" charset="0"/>
              <a:ea typeface="微軟正黑體" pitchFamily="34" charset="-120"/>
              <a:cs typeface="Arial" charset="0"/>
            </a:endParaRPr>
          </a:p>
          <a:p>
            <a:pPr>
              <a:buFont typeface="Arial" charset="0"/>
              <a:buNone/>
            </a:pPr>
            <a:r>
              <a:rPr lang="zh-TW" altLang="en-US" sz="2400" dirty="0">
                <a:solidFill>
                  <a:schemeClr val="accent6"/>
                </a:solidFill>
                <a:latin typeface="Arial" charset="0"/>
                <a:ea typeface="微軟正黑體" pitchFamily="34" charset="-120"/>
                <a:cs typeface="Arial" charset="0"/>
              </a:rPr>
              <a:t>   </a:t>
            </a:r>
            <a:r>
              <a:rPr lang="en-US" altLang="zh-TW" sz="2400" dirty="0">
                <a:solidFill>
                  <a:schemeClr val="accent6"/>
                </a:solidFill>
                <a:latin typeface="Arial" charset="0"/>
                <a:ea typeface="微軟正黑體" pitchFamily="34" charset="-120"/>
                <a:cs typeface="Arial" charset="0"/>
              </a:rPr>
              <a:t>var scene=</a:t>
            </a:r>
            <a:r>
              <a:rPr lang="en-US" altLang="zh-TW" sz="2400" dirty="0" err="1">
                <a:solidFill>
                  <a:schemeClr val="accent6"/>
                </a:solidFill>
                <a:latin typeface="Arial" charset="0"/>
                <a:ea typeface="微軟正黑體" pitchFamily="34" charset="-120"/>
                <a:cs typeface="Arial" charset="0"/>
              </a:rPr>
              <a:t>document.getElementById</a:t>
            </a:r>
            <a:r>
              <a:rPr lang="en-US" altLang="zh-TW" sz="2400" dirty="0">
                <a:solidFill>
                  <a:schemeClr val="accent6"/>
                </a:solidFill>
                <a:latin typeface="Arial" charset="0"/>
                <a:ea typeface="微軟正黑體" pitchFamily="34" charset="-120"/>
                <a:cs typeface="Arial" charset="0"/>
              </a:rPr>
              <a:t>("scene");</a:t>
            </a:r>
            <a:endParaRPr lang="en-GB" altLang="zh-TW" sz="2400" dirty="0">
              <a:solidFill>
                <a:schemeClr val="accent6"/>
              </a:solidFill>
              <a:latin typeface="Arial" charset="0"/>
              <a:ea typeface="微軟正黑體" pitchFamily="34" charset="-120"/>
              <a:cs typeface="Arial" charset="0"/>
            </a:endParaRPr>
          </a:p>
          <a:p>
            <a:pPr>
              <a:buFont typeface="Arial" charset="0"/>
              <a:buNone/>
            </a:pPr>
            <a:r>
              <a:rPr lang="zh-TW" altLang="en-US" sz="2400" dirty="0">
                <a:solidFill>
                  <a:schemeClr val="accent6"/>
                </a:solidFill>
                <a:latin typeface="Arial" charset="0"/>
                <a:ea typeface="微軟正黑體" pitchFamily="34" charset="-120"/>
                <a:cs typeface="Arial" charset="0"/>
              </a:rPr>
              <a:t>   </a:t>
            </a:r>
            <a:r>
              <a:rPr lang="en-US" altLang="zh-TW" sz="2400" dirty="0" err="1">
                <a:solidFill>
                  <a:schemeClr val="accent6"/>
                </a:solidFill>
                <a:latin typeface="Arial" charset="0"/>
                <a:ea typeface="微軟正黑體" pitchFamily="34" charset="-120"/>
                <a:cs typeface="Arial" charset="0"/>
              </a:rPr>
              <a:t>document.images.scene.onmouseover</a:t>
            </a:r>
            <a:r>
              <a:rPr lang="en-US" altLang="zh-TW" sz="2400" dirty="0">
                <a:solidFill>
                  <a:schemeClr val="accent6"/>
                </a:solidFill>
                <a:latin typeface="Arial" charset="0"/>
                <a:ea typeface="微軟正黑體" pitchFamily="34" charset="-120"/>
                <a:cs typeface="Arial" charset="0"/>
              </a:rPr>
              <a:t>= </a:t>
            </a:r>
          </a:p>
          <a:p>
            <a:pPr>
              <a:spcAft>
                <a:spcPts val="1200"/>
              </a:spcAft>
              <a:buFont typeface="Arial" charset="0"/>
              <a:buNone/>
            </a:pPr>
            <a:r>
              <a:rPr lang="en-US" altLang="zh-TW" sz="2400" dirty="0">
                <a:solidFill>
                  <a:schemeClr val="accent6"/>
                </a:solidFill>
                <a:latin typeface="Arial" charset="0"/>
                <a:ea typeface="微軟正黑體" pitchFamily="34" charset="-120"/>
                <a:cs typeface="Arial" charset="0"/>
              </a:rPr>
              <a:t>          function( ) { </a:t>
            </a:r>
            <a:r>
              <a:rPr lang="en-US" altLang="zh-TW" sz="2400" dirty="0" err="1">
                <a:solidFill>
                  <a:schemeClr val="accent6"/>
                </a:solidFill>
                <a:latin typeface="Arial" charset="0"/>
                <a:ea typeface="微軟正黑體" pitchFamily="34" charset="-120"/>
                <a:cs typeface="Arial" charset="0"/>
              </a:rPr>
              <a:t>window.alert</a:t>
            </a:r>
            <a:r>
              <a:rPr lang="en-US" altLang="zh-TW" sz="2400" dirty="0">
                <a:solidFill>
                  <a:schemeClr val="accent6"/>
                </a:solidFill>
                <a:latin typeface="Arial" charset="0"/>
                <a:ea typeface="微軟正黑體" pitchFamily="34" charset="-120"/>
                <a:cs typeface="Arial" charset="0"/>
              </a:rPr>
              <a:t>('Scene text'); };</a:t>
            </a:r>
            <a:endParaRPr lang="zh-TW" altLang="en-US" sz="2400" dirty="0">
              <a:solidFill>
                <a:schemeClr val="accent6"/>
              </a:solidFill>
              <a:latin typeface="Arial" charset="0"/>
              <a:ea typeface="新細明體" charset="-120"/>
              <a:cs typeface="Arial" charset="0"/>
            </a:endParaRPr>
          </a:p>
        </p:txBody>
      </p:sp>
    </p:spTree>
    <p:extLst>
      <p:ext uri="{BB962C8B-B14F-4D97-AF65-F5344CB8AC3E}">
        <p14:creationId xmlns:p14="http://schemas.microsoft.com/office/powerpoint/2010/main" val="112148101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Title 1"/>
          <p:cNvSpPr>
            <a:spLocks noGrp="1"/>
          </p:cNvSpPr>
          <p:nvPr>
            <p:ph type="title"/>
          </p:nvPr>
        </p:nvSpPr>
        <p:spPr/>
        <p:txBody>
          <a:bodyPr/>
          <a:lstStyle/>
          <a:p>
            <a:pPr eaLnBrk="1" hangingPunct="1"/>
            <a:r>
              <a:rPr lang="en-US" altLang="zh-TW" sz="3200">
                <a:latin typeface="Arial" charset="0"/>
                <a:ea typeface="微軟正黑體" pitchFamily="34" charset="-120"/>
                <a:cs typeface="Arial" charset="0"/>
              </a:rPr>
              <a:t>HTML5</a:t>
            </a:r>
            <a:r>
              <a:rPr lang="zh-TW" altLang="en-US" sz="3200">
                <a:latin typeface="Arial" charset="0"/>
                <a:ea typeface="微軟正黑體" pitchFamily="34" charset="-120"/>
                <a:cs typeface="Arial" charset="0"/>
              </a:rPr>
              <a:t>表單清單資料元件</a:t>
            </a:r>
            <a:endParaRPr lang="en-GB" altLang="zh-TW" sz="3200">
              <a:latin typeface="Arial" charset="0"/>
              <a:ea typeface="微軟正黑體" pitchFamily="34" charset="-120"/>
              <a:cs typeface="Arial" charset="0"/>
            </a:endParaRPr>
          </a:p>
        </p:txBody>
      </p:sp>
      <p:sp>
        <p:nvSpPr>
          <p:cNvPr id="4" name="Content Placeholder 2"/>
          <p:cNvSpPr>
            <a:spLocks noGrp="1"/>
          </p:cNvSpPr>
          <p:nvPr/>
        </p:nvSpPr>
        <p:spPr bwMode="auto">
          <a:xfrm>
            <a:off x="395288" y="1556792"/>
            <a:ext cx="8118475" cy="5148262"/>
          </a:xfrm>
          <a:prstGeom prst="rect">
            <a:avLst/>
          </a:prstGeom>
          <a:noFill/>
          <a:ln w="9525">
            <a:noFill/>
            <a:miter lim="800000"/>
            <a:headEnd/>
            <a:tailEnd/>
          </a:ln>
        </p:spPr>
        <p:txBody>
          <a:bodyPr lIns="0" tIns="0" rIns="0" bIns="0"/>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a:defRPr/>
            </a:pPr>
            <a:r>
              <a:rPr kumimoji="0" lang="zh-TW" altLang="en-US" sz="2600" dirty="0">
                <a:latin typeface="Arial" pitchFamily="34" charset="0"/>
                <a:ea typeface="微軟正黑體" pitchFamily="34" charset="-120"/>
                <a:cs typeface="Arial" pitchFamily="34" charset="0"/>
              </a:rPr>
              <a:t> </a:t>
            </a:r>
            <a:r>
              <a:rPr lang="en-US" altLang="zh-TW" sz="2600" dirty="0" err="1">
                <a:latin typeface="Arial" pitchFamily="34" charset="0"/>
                <a:ea typeface="微軟正黑體" pitchFamily="34" charset="-120"/>
                <a:cs typeface="Arial" pitchFamily="34" charset="0"/>
              </a:rPr>
              <a:t>optgroup</a:t>
            </a:r>
            <a:endParaRPr lang="en-US" altLang="zh-TW" sz="2600" dirty="0">
              <a:latin typeface="Arial" pitchFamily="34" charset="0"/>
              <a:ea typeface="微軟正黑體" pitchFamily="34" charset="-120"/>
              <a:cs typeface="Arial" pitchFamily="34" charset="0"/>
            </a:endParaRPr>
          </a:p>
          <a:p>
            <a:pPr marL="273050" indent="0">
              <a:buFont typeface="Arial" pitchFamily="34" charset="0"/>
              <a:buNone/>
              <a:defRPr/>
            </a:pPr>
            <a:r>
              <a:rPr lang="en-US" altLang="zh-TW" sz="2000" dirty="0">
                <a:solidFill>
                  <a:srgbClr val="0000FF"/>
                </a:solidFill>
                <a:latin typeface="Arial" pitchFamily="34" charset="0"/>
                <a:ea typeface="微軟正黑體" pitchFamily="34" charset="-120"/>
                <a:cs typeface="Arial" pitchFamily="34" charset="0"/>
              </a:rPr>
              <a:t>&lt;select id="</a:t>
            </a:r>
            <a:r>
              <a:rPr lang="en-US" altLang="zh-TW" sz="2000" dirty="0" err="1">
                <a:solidFill>
                  <a:srgbClr val="0000FF"/>
                </a:solidFill>
                <a:latin typeface="Arial" pitchFamily="34" charset="0"/>
                <a:ea typeface="微軟正黑體" pitchFamily="34" charset="-120"/>
                <a:cs typeface="Arial" pitchFamily="34" charset="0"/>
              </a:rPr>
              <a:t>carManufacturer</a:t>
            </a:r>
            <a:r>
              <a:rPr lang="en-US" altLang="zh-TW" sz="2000" dirty="0">
                <a:solidFill>
                  <a:srgbClr val="0000FF"/>
                </a:solidFill>
                <a:latin typeface="Arial" pitchFamily="34" charset="0"/>
                <a:ea typeface="微軟正黑體" pitchFamily="34" charset="-120"/>
                <a:cs typeface="Arial" pitchFamily="34" charset="0"/>
              </a:rPr>
              <a:t>" name="</a:t>
            </a:r>
            <a:r>
              <a:rPr lang="en-US" altLang="zh-TW" sz="2000" dirty="0" err="1">
                <a:solidFill>
                  <a:srgbClr val="0000FF"/>
                </a:solidFill>
                <a:latin typeface="Arial" pitchFamily="34" charset="0"/>
                <a:ea typeface="微軟正黑體" pitchFamily="34" charset="-120"/>
                <a:cs typeface="Arial" pitchFamily="34" charset="0"/>
              </a:rPr>
              <a:t>carManufacturer</a:t>
            </a:r>
            <a:r>
              <a:rPr lang="en-US" altLang="zh-TW" sz="2000" dirty="0">
                <a:solidFill>
                  <a:srgbClr val="0000FF"/>
                </a:solidFill>
                <a:latin typeface="Arial" pitchFamily="34" charset="0"/>
                <a:ea typeface="微軟正黑體" pitchFamily="34" charset="-120"/>
                <a:cs typeface="Arial" pitchFamily="34" charset="0"/>
              </a:rPr>
              <a:t>"&gt;</a:t>
            </a:r>
            <a:endParaRPr lang="en-GB" altLang="zh-TW" sz="2000" dirty="0">
              <a:solidFill>
                <a:srgbClr val="0000FF"/>
              </a:solidFill>
              <a:latin typeface="Arial" pitchFamily="34" charset="0"/>
              <a:ea typeface="微軟正黑體" pitchFamily="34" charset="-120"/>
              <a:cs typeface="Arial" pitchFamily="34" charset="0"/>
            </a:endParaRPr>
          </a:p>
          <a:p>
            <a:pPr marL="273050" indent="0">
              <a:buFont typeface="Arial" pitchFamily="34" charset="0"/>
              <a:buNone/>
              <a:defRPr/>
            </a:pPr>
            <a:r>
              <a:rPr lang="en-US" altLang="zh-TW" sz="2000" dirty="0">
                <a:solidFill>
                  <a:srgbClr val="0000FF"/>
                </a:solidFill>
                <a:latin typeface="Arial" pitchFamily="34" charset="0"/>
                <a:ea typeface="微軟正黑體" pitchFamily="34" charset="-120"/>
                <a:cs typeface="Arial" pitchFamily="34" charset="0"/>
              </a:rPr>
              <a:t>  &lt;</a:t>
            </a:r>
            <a:r>
              <a:rPr lang="en-US" altLang="zh-TW" sz="2000" dirty="0" err="1">
                <a:solidFill>
                  <a:srgbClr val="FF0000"/>
                </a:solidFill>
                <a:latin typeface="Arial" pitchFamily="34" charset="0"/>
                <a:ea typeface="微軟正黑體" pitchFamily="34" charset="-120"/>
                <a:cs typeface="Arial" pitchFamily="34" charset="0"/>
              </a:rPr>
              <a:t>optgroup</a:t>
            </a:r>
            <a:r>
              <a:rPr lang="en-US" altLang="zh-TW" sz="2000" dirty="0">
                <a:solidFill>
                  <a:srgbClr val="0000FF"/>
                </a:solidFill>
                <a:latin typeface="Arial" pitchFamily="34" charset="0"/>
                <a:ea typeface="微軟正黑體" pitchFamily="34" charset="-120"/>
                <a:cs typeface="Arial" pitchFamily="34" charset="0"/>
              </a:rPr>
              <a:t> label="</a:t>
            </a:r>
            <a:r>
              <a:rPr lang="zh-TW" altLang="en-US" sz="2000" dirty="0">
                <a:solidFill>
                  <a:srgbClr val="0000FF"/>
                </a:solidFill>
                <a:latin typeface="Arial" pitchFamily="34" charset="0"/>
                <a:ea typeface="微軟正黑體" pitchFamily="34" charset="-120"/>
                <a:cs typeface="Arial" pitchFamily="34" charset="0"/>
              </a:rPr>
              <a:t>歐洲車</a:t>
            </a:r>
            <a:r>
              <a:rPr lang="en-US" altLang="zh-TW" sz="2000" dirty="0">
                <a:solidFill>
                  <a:srgbClr val="0000FF"/>
                </a:solidFill>
                <a:latin typeface="Arial" pitchFamily="34" charset="0"/>
                <a:ea typeface="微軟正黑體" pitchFamily="34" charset="-120"/>
                <a:cs typeface="Arial" pitchFamily="34" charset="0"/>
              </a:rPr>
              <a:t>"&gt;</a:t>
            </a:r>
            <a:endParaRPr lang="en-GB" altLang="zh-TW" sz="2000" dirty="0">
              <a:solidFill>
                <a:srgbClr val="0000FF"/>
              </a:solidFill>
              <a:latin typeface="Arial" pitchFamily="34" charset="0"/>
              <a:ea typeface="微軟正黑體" pitchFamily="34" charset="-120"/>
              <a:cs typeface="Arial" pitchFamily="34" charset="0"/>
            </a:endParaRPr>
          </a:p>
          <a:p>
            <a:pPr marL="273050" indent="0">
              <a:buFont typeface="Arial" pitchFamily="34" charset="0"/>
              <a:buNone/>
              <a:defRPr/>
            </a:pPr>
            <a:r>
              <a:rPr lang="en-US" altLang="zh-TW" sz="2000" dirty="0">
                <a:solidFill>
                  <a:srgbClr val="0000FF"/>
                </a:solidFill>
                <a:latin typeface="Arial" pitchFamily="34" charset="0"/>
                <a:ea typeface="微軟正黑體" pitchFamily="34" charset="-120"/>
                <a:cs typeface="Arial" pitchFamily="34" charset="0"/>
              </a:rPr>
              <a:t>    &lt;</a:t>
            </a:r>
            <a:r>
              <a:rPr lang="en-US" altLang="zh-TW" sz="2000" dirty="0">
                <a:solidFill>
                  <a:srgbClr val="FF33CC"/>
                </a:solidFill>
                <a:latin typeface="Arial" pitchFamily="34" charset="0"/>
                <a:ea typeface="微軟正黑體" pitchFamily="34" charset="-120"/>
                <a:cs typeface="Arial" pitchFamily="34" charset="0"/>
              </a:rPr>
              <a:t>option</a:t>
            </a:r>
            <a:r>
              <a:rPr lang="en-US" altLang="zh-TW" sz="2000" dirty="0">
                <a:solidFill>
                  <a:srgbClr val="0000FF"/>
                </a:solidFill>
                <a:latin typeface="Arial" pitchFamily="34" charset="0"/>
                <a:ea typeface="微軟正黑體" pitchFamily="34" charset="-120"/>
                <a:cs typeface="Arial" pitchFamily="34" charset="0"/>
              </a:rPr>
              <a:t> value="</a:t>
            </a:r>
            <a:r>
              <a:rPr lang="en-US" altLang="zh-TW" sz="2000" dirty="0" err="1">
                <a:solidFill>
                  <a:srgbClr val="0000FF"/>
                </a:solidFill>
                <a:latin typeface="Arial" pitchFamily="34" charset="0"/>
                <a:ea typeface="微軟正黑體" pitchFamily="34" charset="-120"/>
                <a:cs typeface="Arial" pitchFamily="34" charset="0"/>
              </a:rPr>
              <a:t>volvo</a:t>
            </a:r>
            <a:r>
              <a:rPr lang="en-US" altLang="zh-TW" sz="2000" dirty="0">
                <a:solidFill>
                  <a:srgbClr val="0000FF"/>
                </a:solidFill>
                <a:latin typeface="Arial" pitchFamily="34" charset="0"/>
                <a:ea typeface="微軟正黑體" pitchFamily="34" charset="-120"/>
                <a:cs typeface="Arial" pitchFamily="34" charset="0"/>
              </a:rPr>
              <a:t>"&gt;Volvo&lt;/option&gt;</a:t>
            </a:r>
            <a:endParaRPr lang="en-GB" altLang="zh-TW" sz="2000" dirty="0">
              <a:solidFill>
                <a:srgbClr val="0000FF"/>
              </a:solidFill>
              <a:latin typeface="Arial" pitchFamily="34" charset="0"/>
              <a:ea typeface="微軟正黑體" pitchFamily="34" charset="-120"/>
              <a:cs typeface="Arial" pitchFamily="34" charset="0"/>
            </a:endParaRPr>
          </a:p>
          <a:p>
            <a:pPr marL="273050" indent="0">
              <a:buFont typeface="Arial" pitchFamily="34" charset="0"/>
              <a:buNone/>
              <a:defRPr/>
            </a:pPr>
            <a:r>
              <a:rPr lang="en-US" altLang="zh-TW" sz="2000" dirty="0">
                <a:solidFill>
                  <a:srgbClr val="0000FF"/>
                </a:solidFill>
                <a:latin typeface="Arial" pitchFamily="34" charset="0"/>
                <a:ea typeface="微軟正黑體" pitchFamily="34" charset="-120"/>
                <a:cs typeface="Arial" pitchFamily="34" charset="0"/>
              </a:rPr>
              <a:t>    &lt;</a:t>
            </a:r>
            <a:r>
              <a:rPr lang="en-US" altLang="zh-TW" sz="2000" dirty="0">
                <a:solidFill>
                  <a:srgbClr val="FF33CC"/>
                </a:solidFill>
                <a:latin typeface="Arial" pitchFamily="34" charset="0"/>
                <a:ea typeface="微軟正黑體" pitchFamily="34" charset="-120"/>
                <a:cs typeface="Arial" pitchFamily="34" charset="0"/>
              </a:rPr>
              <a:t>option</a:t>
            </a:r>
            <a:r>
              <a:rPr lang="en-US" altLang="zh-TW" sz="2000" dirty="0">
                <a:solidFill>
                  <a:srgbClr val="0000FF"/>
                </a:solidFill>
                <a:latin typeface="Arial" pitchFamily="34" charset="0"/>
                <a:ea typeface="微軟正黑體" pitchFamily="34" charset="-120"/>
                <a:cs typeface="Arial" pitchFamily="34" charset="0"/>
              </a:rPr>
              <a:t> value="</a:t>
            </a:r>
            <a:r>
              <a:rPr lang="en-US" altLang="zh-TW" sz="2000" dirty="0" err="1">
                <a:solidFill>
                  <a:srgbClr val="0000FF"/>
                </a:solidFill>
                <a:latin typeface="Arial" pitchFamily="34" charset="0"/>
                <a:ea typeface="微軟正黑體" pitchFamily="34" charset="-120"/>
                <a:cs typeface="Arial" pitchFamily="34" charset="0"/>
              </a:rPr>
              <a:t>audi</a:t>
            </a:r>
            <a:r>
              <a:rPr lang="en-US" altLang="zh-TW" sz="2000" dirty="0">
                <a:solidFill>
                  <a:srgbClr val="0000FF"/>
                </a:solidFill>
                <a:latin typeface="Arial" pitchFamily="34" charset="0"/>
                <a:ea typeface="微軟正黑體" pitchFamily="34" charset="-120"/>
                <a:cs typeface="Arial" pitchFamily="34" charset="0"/>
              </a:rPr>
              <a:t>"&gt;Audi&lt;/option&gt;</a:t>
            </a:r>
            <a:endParaRPr lang="en-GB" altLang="zh-TW" sz="2000" dirty="0">
              <a:solidFill>
                <a:srgbClr val="0000FF"/>
              </a:solidFill>
              <a:latin typeface="Arial" pitchFamily="34" charset="0"/>
              <a:ea typeface="微軟正黑體" pitchFamily="34" charset="-120"/>
              <a:cs typeface="Arial" pitchFamily="34" charset="0"/>
            </a:endParaRPr>
          </a:p>
          <a:p>
            <a:pPr marL="273050" indent="0">
              <a:buFont typeface="Arial" pitchFamily="34" charset="0"/>
              <a:buNone/>
              <a:defRPr/>
            </a:pPr>
            <a:r>
              <a:rPr lang="en-US" altLang="zh-TW" sz="2000" dirty="0">
                <a:solidFill>
                  <a:srgbClr val="0000FF"/>
                </a:solidFill>
                <a:latin typeface="Arial" pitchFamily="34" charset="0"/>
                <a:ea typeface="微軟正黑體" pitchFamily="34" charset="-120"/>
                <a:cs typeface="Arial" pitchFamily="34" charset="0"/>
              </a:rPr>
              <a:t>  &lt;/</a:t>
            </a:r>
            <a:r>
              <a:rPr lang="en-US" altLang="zh-TW" sz="2000" dirty="0" err="1">
                <a:solidFill>
                  <a:srgbClr val="FF0000"/>
                </a:solidFill>
                <a:latin typeface="Arial" pitchFamily="34" charset="0"/>
                <a:ea typeface="微軟正黑體" pitchFamily="34" charset="-120"/>
                <a:cs typeface="Arial" pitchFamily="34" charset="0"/>
              </a:rPr>
              <a:t>optgroup</a:t>
            </a:r>
            <a:r>
              <a:rPr lang="en-US" altLang="zh-TW" sz="2000" dirty="0">
                <a:solidFill>
                  <a:srgbClr val="0000FF"/>
                </a:solidFill>
                <a:latin typeface="Arial" pitchFamily="34" charset="0"/>
                <a:ea typeface="微軟正黑體" pitchFamily="34" charset="-120"/>
                <a:cs typeface="Arial" pitchFamily="34" charset="0"/>
              </a:rPr>
              <a:t>&gt;</a:t>
            </a:r>
            <a:endParaRPr lang="en-GB" altLang="zh-TW" sz="2000" dirty="0">
              <a:solidFill>
                <a:srgbClr val="0000FF"/>
              </a:solidFill>
              <a:latin typeface="Arial" pitchFamily="34" charset="0"/>
              <a:ea typeface="微軟正黑體" pitchFamily="34" charset="-120"/>
              <a:cs typeface="Arial" pitchFamily="34" charset="0"/>
            </a:endParaRPr>
          </a:p>
          <a:p>
            <a:pPr marL="273050" indent="0">
              <a:buFont typeface="Arial" pitchFamily="34" charset="0"/>
              <a:buNone/>
              <a:defRPr/>
            </a:pPr>
            <a:r>
              <a:rPr lang="en-US" altLang="zh-TW" sz="2000" dirty="0">
                <a:solidFill>
                  <a:srgbClr val="0000FF"/>
                </a:solidFill>
                <a:latin typeface="Arial" pitchFamily="34" charset="0"/>
                <a:ea typeface="微軟正黑體" pitchFamily="34" charset="-120"/>
                <a:cs typeface="Arial" pitchFamily="34" charset="0"/>
              </a:rPr>
              <a:t>  &lt;</a:t>
            </a:r>
            <a:r>
              <a:rPr lang="en-US" altLang="zh-TW" sz="2000" dirty="0" err="1">
                <a:solidFill>
                  <a:srgbClr val="FF0000"/>
                </a:solidFill>
                <a:latin typeface="Arial" pitchFamily="34" charset="0"/>
                <a:ea typeface="微軟正黑體" pitchFamily="34" charset="-120"/>
                <a:cs typeface="Arial" pitchFamily="34" charset="0"/>
              </a:rPr>
              <a:t>optgroup</a:t>
            </a:r>
            <a:r>
              <a:rPr lang="en-US" altLang="zh-TW" sz="2000" dirty="0">
                <a:solidFill>
                  <a:srgbClr val="0000FF"/>
                </a:solidFill>
                <a:latin typeface="Arial" pitchFamily="34" charset="0"/>
                <a:ea typeface="微軟正黑體" pitchFamily="34" charset="-120"/>
                <a:cs typeface="Arial" pitchFamily="34" charset="0"/>
              </a:rPr>
              <a:t> label="</a:t>
            </a:r>
            <a:r>
              <a:rPr lang="zh-TW" altLang="en-US" sz="2000" dirty="0">
                <a:solidFill>
                  <a:srgbClr val="0000FF"/>
                </a:solidFill>
                <a:latin typeface="Arial" pitchFamily="34" charset="0"/>
                <a:ea typeface="微軟正黑體" pitchFamily="34" charset="-120"/>
                <a:cs typeface="Arial" pitchFamily="34" charset="0"/>
              </a:rPr>
              <a:t>美國車</a:t>
            </a:r>
            <a:r>
              <a:rPr lang="en-US" altLang="zh-TW" sz="2000" dirty="0">
                <a:solidFill>
                  <a:srgbClr val="0000FF"/>
                </a:solidFill>
                <a:latin typeface="Arial" pitchFamily="34" charset="0"/>
                <a:ea typeface="微軟正黑體" pitchFamily="34" charset="-120"/>
                <a:cs typeface="Arial" pitchFamily="34" charset="0"/>
              </a:rPr>
              <a:t>"&gt;</a:t>
            </a:r>
            <a:endParaRPr lang="en-GB" altLang="zh-TW" sz="2000" dirty="0">
              <a:solidFill>
                <a:srgbClr val="0000FF"/>
              </a:solidFill>
              <a:latin typeface="Arial" pitchFamily="34" charset="0"/>
              <a:ea typeface="微軟正黑體" pitchFamily="34" charset="-120"/>
              <a:cs typeface="Arial" pitchFamily="34" charset="0"/>
            </a:endParaRPr>
          </a:p>
          <a:p>
            <a:pPr marL="273050" indent="0">
              <a:buFont typeface="Arial" pitchFamily="34" charset="0"/>
              <a:buNone/>
              <a:defRPr/>
            </a:pPr>
            <a:r>
              <a:rPr lang="en-US" altLang="zh-TW" sz="2000" dirty="0">
                <a:solidFill>
                  <a:srgbClr val="0000FF"/>
                </a:solidFill>
                <a:latin typeface="Arial" pitchFamily="34" charset="0"/>
                <a:ea typeface="微軟正黑體" pitchFamily="34" charset="-120"/>
                <a:cs typeface="Arial" pitchFamily="34" charset="0"/>
              </a:rPr>
              <a:t>    &lt;</a:t>
            </a:r>
            <a:r>
              <a:rPr lang="en-US" altLang="zh-TW" sz="2000" dirty="0">
                <a:solidFill>
                  <a:srgbClr val="FF33CC"/>
                </a:solidFill>
                <a:latin typeface="Arial" pitchFamily="34" charset="0"/>
                <a:ea typeface="微軟正黑體" pitchFamily="34" charset="-120"/>
                <a:cs typeface="Arial" pitchFamily="34" charset="0"/>
              </a:rPr>
              <a:t>option</a:t>
            </a:r>
            <a:r>
              <a:rPr lang="en-US" altLang="zh-TW" sz="2000" dirty="0">
                <a:solidFill>
                  <a:srgbClr val="0000FF"/>
                </a:solidFill>
                <a:latin typeface="Arial" pitchFamily="34" charset="0"/>
                <a:ea typeface="微軟正黑體" pitchFamily="34" charset="-120"/>
                <a:cs typeface="Arial" pitchFamily="34" charset="0"/>
              </a:rPr>
              <a:t> value="</a:t>
            </a:r>
            <a:r>
              <a:rPr lang="en-US" altLang="zh-TW" sz="2000" dirty="0" err="1">
                <a:solidFill>
                  <a:srgbClr val="0000FF"/>
                </a:solidFill>
                <a:latin typeface="Arial" pitchFamily="34" charset="0"/>
                <a:ea typeface="微軟正黑體" pitchFamily="34" charset="-120"/>
                <a:cs typeface="Arial" pitchFamily="34" charset="0"/>
              </a:rPr>
              <a:t>chrysler</a:t>
            </a:r>
            <a:r>
              <a:rPr lang="en-US" altLang="zh-TW" sz="2000" dirty="0">
                <a:solidFill>
                  <a:srgbClr val="0000FF"/>
                </a:solidFill>
                <a:latin typeface="Arial" pitchFamily="34" charset="0"/>
                <a:ea typeface="微軟正黑體" pitchFamily="34" charset="-120"/>
                <a:cs typeface="Arial" pitchFamily="34" charset="0"/>
              </a:rPr>
              <a:t>"&gt;</a:t>
            </a:r>
          </a:p>
          <a:p>
            <a:pPr marL="273050" indent="0">
              <a:buFont typeface="Arial" pitchFamily="34" charset="0"/>
              <a:buNone/>
              <a:defRPr/>
            </a:pPr>
            <a:r>
              <a:rPr lang="en-US" altLang="zh-TW" sz="2000" dirty="0">
                <a:solidFill>
                  <a:srgbClr val="0000FF"/>
                </a:solidFill>
                <a:latin typeface="Arial" pitchFamily="34" charset="0"/>
                <a:ea typeface="微軟正黑體" pitchFamily="34" charset="-120"/>
                <a:cs typeface="Arial" pitchFamily="34" charset="0"/>
              </a:rPr>
              <a:t>        Chrysler&lt;/option&gt;</a:t>
            </a:r>
            <a:endParaRPr lang="en-GB" altLang="zh-TW" sz="2000" dirty="0">
              <a:solidFill>
                <a:srgbClr val="0000FF"/>
              </a:solidFill>
              <a:latin typeface="Arial" pitchFamily="34" charset="0"/>
              <a:ea typeface="微軟正黑體" pitchFamily="34" charset="-120"/>
              <a:cs typeface="Arial" pitchFamily="34" charset="0"/>
            </a:endParaRPr>
          </a:p>
          <a:p>
            <a:pPr marL="273050" indent="0">
              <a:buFont typeface="Arial" pitchFamily="34" charset="0"/>
              <a:buNone/>
              <a:defRPr/>
            </a:pPr>
            <a:r>
              <a:rPr lang="en-US" altLang="zh-TW" sz="2000" dirty="0">
                <a:solidFill>
                  <a:srgbClr val="0000FF"/>
                </a:solidFill>
                <a:latin typeface="Arial" pitchFamily="34" charset="0"/>
                <a:ea typeface="微軟正黑體" pitchFamily="34" charset="-120"/>
                <a:cs typeface="Arial" pitchFamily="34" charset="0"/>
              </a:rPr>
              <a:t>    &lt;</a:t>
            </a:r>
            <a:r>
              <a:rPr lang="en-US" altLang="zh-TW" sz="2000" dirty="0">
                <a:solidFill>
                  <a:srgbClr val="FF33CC"/>
                </a:solidFill>
                <a:latin typeface="Arial" pitchFamily="34" charset="0"/>
                <a:ea typeface="微軟正黑體" pitchFamily="34" charset="-120"/>
                <a:cs typeface="Arial" pitchFamily="34" charset="0"/>
              </a:rPr>
              <a:t>option</a:t>
            </a:r>
            <a:r>
              <a:rPr lang="en-US" altLang="zh-TW" sz="2000" dirty="0">
                <a:solidFill>
                  <a:srgbClr val="0000FF"/>
                </a:solidFill>
                <a:latin typeface="Arial" pitchFamily="34" charset="0"/>
                <a:ea typeface="微軟正黑體" pitchFamily="34" charset="-120"/>
                <a:cs typeface="Arial" pitchFamily="34" charset="0"/>
              </a:rPr>
              <a:t> value="ford"&gt;</a:t>
            </a:r>
          </a:p>
          <a:p>
            <a:pPr marL="273050" indent="0">
              <a:buFont typeface="Arial" pitchFamily="34" charset="0"/>
              <a:buNone/>
              <a:defRPr/>
            </a:pPr>
            <a:r>
              <a:rPr lang="en-US" altLang="zh-TW" sz="2000" dirty="0">
                <a:solidFill>
                  <a:srgbClr val="0000FF"/>
                </a:solidFill>
                <a:latin typeface="Arial" pitchFamily="34" charset="0"/>
                <a:ea typeface="微軟正黑體" pitchFamily="34" charset="-120"/>
                <a:cs typeface="Arial" pitchFamily="34" charset="0"/>
              </a:rPr>
              <a:t>        Ford&lt;/option&gt;</a:t>
            </a:r>
            <a:endParaRPr lang="en-GB" altLang="zh-TW" sz="2000" dirty="0">
              <a:solidFill>
                <a:srgbClr val="0000FF"/>
              </a:solidFill>
              <a:latin typeface="Arial" pitchFamily="34" charset="0"/>
              <a:ea typeface="微軟正黑體" pitchFamily="34" charset="-120"/>
              <a:cs typeface="Arial" pitchFamily="34" charset="0"/>
            </a:endParaRPr>
          </a:p>
          <a:p>
            <a:pPr marL="273050" indent="0">
              <a:buFont typeface="Arial" pitchFamily="34" charset="0"/>
              <a:buNone/>
              <a:defRPr/>
            </a:pPr>
            <a:r>
              <a:rPr lang="en-US" altLang="zh-TW" sz="2000" dirty="0">
                <a:solidFill>
                  <a:srgbClr val="0000FF"/>
                </a:solidFill>
                <a:latin typeface="Arial" pitchFamily="34" charset="0"/>
                <a:ea typeface="微軟正黑體" pitchFamily="34" charset="-120"/>
                <a:cs typeface="Arial" pitchFamily="34" charset="0"/>
              </a:rPr>
              <a:t>  &lt;/</a:t>
            </a:r>
            <a:r>
              <a:rPr lang="en-US" altLang="zh-TW" sz="2000" dirty="0" err="1">
                <a:solidFill>
                  <a:srgbClr val="FF0000"/>
                </a:solidFill>
                <a:latin typeface="Arial" pitchFamily="34" charset="0"/>
                <a:ea typeface="微軟正黑體" pitchFamily="34" charset="-120"/>
                <a:cs typeface="Arial" pitchFamily="34" charset="0"/>
              </a:rPr>
              <a:t>optgroup</a:t>
            </a:r>
            <a:r>
              <a:rPr lang="en-US" altLang="zh-TW" sz="2000" dirty="0">
                <a:solidFill>
                  <a:srgbClr val="0000FF"/>
                </a:solidFill>
                <a:latin typeface="Arial" pitchFamily="34" charset="0"/>
                <a:ea typeface="微軟正黑體" pitchFamily="34" charset="-120"/>
                <a:cs typeface="Arial" pitchFamily="34" charset="0"/>
              </a:rPr>
              <a:t>&gt;</a:t>
            </a:r>
            <a:endParaRPr lang="en-GB" altLang="zh-TW" sz="2000" dirty="0">
              <a:solidFill>
                <a:srgbClr val="0000FF"/>
              </a:solidFill>
              <a:latin typeface="Arial" pitchFamily="34" charset="0"/>
              <a:ea typeface="微軟正黑體" pitchFamily="34" charset="-120"/>
              <a:cs typeface="Arial" pitchFamily="34" charset="0"/>
            </a:endParaRPr>
          </a:p>
          <a:p>
            <a:pPr marL="273050" indent="0">
              <a:buFont typeface="Arial" pitchFamily="34" charset="0"/>
              <a:buNone/>
              <a:defRPr/>
            </a:pPr>
            <a:r>
              <a:rPr lang="en-US" altLang="zh-TW" sz="2000" dirty="0">
                <a:solidFill>
                  <a:srgbClr val="0000FF"/>
                </a:solidFill>
                <a:latin typeface="Arial" pitchFamily="34" charset="0"/>
                <a:ea typeface="微軟正黑體" pitchFamily="34" charset="-120"/>
                <a:cs typeface="Arial" pitchFamily="34" charset="0"/>
              </a:rPr>
              <a:t>&lt;/select&gt;</a:t>
            </a:r>
            <a:endParaRPr lang="en-GB" altLang="zh-TW" sz="2000" dirty="0">
              <a:solidFill>
                <a:srgbClr val="0000FF"/>
              </a:solidFill>
              <a:latin typeface="Arial" pitchFamily="34" charset="0"/>
              <a:ea typeface="微軟正黑體" pitchFamily="34" charset="-120"/>
              <a:cs typeface="Arial" pitchFamily="34" charset="0"/>
            </a:endParaRPr>
          </a:p>
          <a:p>
            <a:pPr lvl="1">
              <a:defRPr/>
            </a:pPr>
            <a:endParaRPr kumimoji="0" lang="en-US" dirty="0">
              <a:latin typeface="Arial" pitchFamily="34" charset="0"/>
              <a:ea typeface="微軟正黑體" pitchFamily="34" charset="-120"/>
              <a:cs typeface="Arial" pitchFamily="34" charset="0"/>
            </a:endParaRPr>
          </a:p>
        </p:txBody>
      </p:sp>
      <p:pic>
        <p:nvPicPr>
          <p:cNvPr id="22531" name="圖片 4" descr="01.jpg"/>
          <p:cNvPicPr>
            <a:picLocks noChangeAspect="1"/>
          </p:cNvPicPr>
          <p:nvPr/>
        </p:nvPicPr>
        <p:blipFill>
          <a:blip r:embed="rId3"/>
          <a:srcRect/>
          <a:stretch>
            <a:fillRect/>
          </a:stretch>
        </p:blipFill>
        <p:spPr bwMode="auto">
          <a:xfrm>
            <a:off x="6228184" y="2599375"/>
            <a:ext cx="1457325" cy="1552575"/>
          </a:xfrm>
          <a:prstGeom prst="rect">
            <a:avLst/>
          </a:prstGeom>
          <a:noFill/>
          <a:ln w="9525">
            <a:noFill/>
            <a:miter lim="800000"/>
            <a:headEnd/>
            <a:tailEnd/>
          </a:ln>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Title 1"/>
          <p:cNvSpPr>
            <a:spLocks noGrp="1"/>
          </p:cNvSpPr>
          <p:nvPr>
            <p:ph type="title"/>
          </p:nvPr>
        </p:nvSpPr>
        <p:spPr/>
        <p:txBody>
          <a:bodyPr/>
          <a:lstStyle/>
          <a:p>
            <a:pPr eaLnBrk="1" hangingPunct="1"/>
            <a:r>
              <a:rPr lang="en-US" altLang="zh-TW" sz="3200">
                <a:latin typeface="Arial" charset="0"/>
                <a:ea typeface="微軟正黑體" pitchFamily="34" charset="-120"/>
                <a:cs typeface="Arial" charset="0"/>
              </a:rPr>
              <a:t>HTML5</a:t>
            </a:r>
            <a:r>
              <a:rPr lang="zh-TW" altLang="en-US" sz="3200">
                <a:latin typeface="Arial" charset="0"/>
                <a:ea typeface="微軟正黑體" pitchFamily="34" charset="-120"/>
                <a:cs typeface="Arial" charset="0"/>
              </a:rPr>
              <a:t>表單清單資料元件</a:t>
            </a:r>
            <a:endParaRPr lang="en-GB" altLang="zh-TW" sz="3200">
              <a:latin typeface="Arial" charset="0"/>
              <a:ea typeface="微軟正黑體" pitchFamily="34" charset="-120"/>
              <a:cs typeface="Arial" charset="0"/>
            </a:endParaRPr>
          </a:p>
        </p:txBody>
      </p:sp>
      <p:sp>
        <p:nvSpPr>
          <p:cNvPr id="26626" name="Content Placeholder 2"/>
          <p:cNvSpPr>
            <a:spLocks noGrp="1"/>
          </p:cNvSpPr>
          <p:nvPr/>
        </p:nvSpPr>
        <p:spPr bwMode="auto">
          <a:xfrm>
            <a:off x="179512" y="1628775"/>
            <a:ext cx="8118475" cy="5148263"/>
          </a:xfrm>
          <a:prstGeom prst="rect">
            <a:avLst/>
          </a:prstGeom>
          <a:noFill/>
          <a:ln w="9525">
            <a:noFill/>
            <a:miter lim="800000"/>
            <a:headEnd/>
            <a:tailEnd/>
          </a:ln>
        </p:spPr>
        <p:txBody>
          <a:bodyPr lIns="0" tIns="0" rIns="0" bIns="0"/>
          <a:lstStyle/>
          <a:p>
            <a:pPr marL="631825" lvl="1" indent="-342900">
              <a:spcBef>
                <a:spcPts val="600"/>
              </a:spcBef>
              <a:buClr>
                <a:srgbClr val="0070C0"/>
              </a:buClr>
              <a:buSzPct val="80000"/>
              <a:buFont typeface="Arial" panose="020B0604020202020204" pitchFamily="34" charset="0"/>
              <a:buChar char="•"/>
              <a:defRPr/>
            </a:pPr>
            <a:r>
              <a:rPr lang="en-US" altLang="zh-TW" sz="2600" dirty="0">
                <a:latin typeface="Arial" pitchFamily="34" charset="0"/>
                <a:ea typeface="微軟正黑體" pitchFamily="34" charset="-120"/>
                <a:cs typeface="Arial" pitchFamily="34" charset="0"/>
              </a:rPr>
              <a:t>&lt;</a:t>
            </a:r>
            <a:r>
              <a:rPr lang="en-US" altLang="zh-TW" sz="2600" dirty="0" err="1">
                <a:latin typeface="Arial" pitchFamily="34" charset="0"/>
                <a:ea typeface="微軟正黑體" pitchFamily="34" charset="-120"/>
                <a:cs typeface="Arial" pitchFamily="34" charset="0"/>
              </a:rPr>
              <a:t>datalist</a:t>
            </a:r>
            <a:r>
              <a:rPr lang="en-US" altLang="zh-TW" sz="2600" dirty="0">
                <a:latin typeface="Arial" pitchFamily="34" charset="0"/>
                <a:ea typeface="微軟正黑體" pitchFamily="34" charset="-120"/>
                <a:cs typeface="Arial" pitchFamily="34" charset="0"/>
              </a:rPr>
              <a:t>&gt;</a:t>
            </a:r>
          </a:p>
          <a:p>
            <a:pPr marL="631825" lvl="1">
              <a:spcBef>
                <a:spcPts val="600"/>
              </a:spcBef>
              <a:buClr>
                <a:srgbClr val="0070C0"/>
              </a:buClr>
              <a:buSzPct val="80000"/>
              <a:defRPr/>
            </a:pPr>
            <a:r>
              <a:rPr kumimoji="0" lang="en-US" altLang="zh-TW" sz="2200" dirty="0">
                <a:solidFill>
                  <a:srgbClr val="0000FF"/>
                </a:solidFill>
                <a:latin typeface="Arial" pitchFamily="34" charset="0"/>
                <a:ea typeface="微軟正黑體" pitchFamily="34" charset="-120"/>
                <a:cs typeface="Arial" pitchFamily="34" charset="0"/>
              </a:rPr>
              <a:t>&lt;input id="</a:t>
            </a:r>
            <a:r>
              <a:rPr kumimoji="0" lang="en-US" altLang="zh-TW" sz="2200" dirty="0" err="1">
                <a:solidFill>
                  <a:srgbClr val="0000FF"/>
                </a:solidFill>
                <a:latin typeface="Arial" pitchFamily="34" charset="0"/>
                <a:ea typeface="微軟正黑體" pitchFamily="34" charset="-120"/>
                <a:cs typeface="Arial" pitchFamily="34" charset="0"/>
              </a:rPr>
              <a:t>ageCategory</a:t>
            </a:r>
            <a:r>
              <a:rPr kumimoji="0" lang="en-US" altLang="zh-TW" sz="2200" dirty="0">
                <a:solidFill>
                  <a:srgbClr val="0000FF"/>
                </a:solidFill>
                <a:latin typeface="Arial" pitchFamily="34" charset="0"/>
                <a:ea typeface="微軟正黑體" pitchFamily="34" charset="-120"/>
                <a:cs typeface="Arial" pitchFamily="34" charset="0"/>
              </a:rPr>
              <a:t>" name="</a:t>
            </a:r>
            <a:r>
              <a:rPr kumimoji="0" lang="en-US" altLang="zh-TW" sz="2200" dirty="0" err="1">
                <a:solidFill>
                  <a:srgbClr val="0000FF"/>
                </a:solidFill>
                <a:latin typeface="Arial" pitchFamily="34" charset="0"/>
                <a:ea typeface="微軟正黑體" pitchFamily="34" charset="-120"/>
                <a:cs typeface="Arial" pitchFamily="34" charset="0"/>
              </a:rPr>
              <a:t>ageCategory</a:t>
            </a:r>
            <a:r>
              <a:rPr kumimoji="0" lang="en-US" altLang="zh-TW" sz="2200" dirty="0">
                <a:solidFill>
                  <a:srgbClr val="0000FF"/>
                </a:solidFill>
                <a:latin typeface="Arial" pitchFamily="34" charset="0"/>
                <a:ea typeface="微軟正黑體" pitchFamily="34" charset="-120"/>
                <a:cs typeface="Arial" pitchFamily="34" charset="0"/>
              </a:rPr>
              <a:t>" list="</a:t>
            </a:r>
            <a:r>
              <a:rPr kumimoji="0" lang="en-US" altLang="zh-TW" sz="2200" dirty="0" err="1">
                <a:solidFill>
                  <a:srgbClr val="0000FF"/>
                </a:solidFill>
                <a:latin typeface="Arial" pitchFamily="34" charset="0"/>
                <a:ea typeface="微軟正黑體" pitchFamily="34" charset="-120"/>
                <a:cs typeface="Arial" pitchFamily="34" charset="0"/>
              </a:rPr>
              <a:t>ageRanges</a:t>
            </a:r>
            <a:r>
              <a:rPr kumimoji="0" lang="en-US" altLang="zh-TW" sz="2200" dirty="0">
                <a:solidFill>
                  <a:srgbClr val="0000FF"/>
                </a:solidFill>
                <a:latin typeface="Arial" pitchFamily="34" charset="0"/>
                <a:ea typeface="微軟正黑體" pitchFamily="34" charset="-120"/>
                <a:cs typeface="Arial" pitchFamily="34" charset="0"/>
              </a:rPr>
              <a:t>" /&gt;</a:t>
            </a:r>
          </a:p>
          <a:p>
            <a:pPr marL="631825" lvl="1">
              <a:spcBef>
                <a:spcPts val="600"/>
              </a:spcBef>
              <a:buClr>
                <a:srgbClr val="0070C0"/>
              </a:buClr>
              <a:buSzPct val="80000"/>
              <a:defRPr/>
            </a:pPr>
            <a:r>
              <a:rPr kumimoji="0" lang="en-US" altLang="zh-TW" sz="2200" dirty="0">
                <a:solidFill>
                  <a:srgbClr val="0000FF"/>
                </a:solidFill>
                <a:latin typeface="Arial" pitchFamily="34" charset="0"/>
                <a:ea typeface="微軟正黑體" pitchFamily="34" charset="-120"/>
                <a:cs typeface="Arial" pitchFamily="34" charset="0"/>
              </a:rPr>
              <a:t>&lt;</a:t>
            </a:r>
            <a:r>
              <a:rPr kumimoji="0" lang="en-US" altLang="zh-TW" sz="2200" dirty="0" err="1">
                <a:solidFill>
                  <a:srgbClr val="FF0000"/>
                </a:solidFill>
                <a:latin typeface="Arial" pitchFamily="34" charset="0"/>
                <a:ea typeface="微軟正黑體" pitchFamily="34" charset="-120"/>
                <a:cs typeface="Arial" pitchFamily="34" charset="0"/>
              </a:rPr>
              <a:t>datalist</a:t>
            </a:r>
            <a:r>
              <a:rPr kumimoji="0" lang="en-US" altLang="zh-TW" sz="2200" dirty="0">
                <a:solidFill>
                  <a:srgbClr val="0000FF"/>
                </a:solidFill>
                <a:latin typeface="Arial" pitchFamily="34" charset="0"/>
                <a:ea typeface="微軟正黑體" pitchFamily="34" charset="-120"/>
                <a:cs typeface="Arial" pitchFamily="34" charset="0"/>
              </a:rPr>
              <a:t> id="</a:t>
            </a:r>
            <a:r>
              <a:rPr kumimoji="0" lang="en-US" altLang="zh-TW" sz="2200" dirty="0" err="1">
                <a:solidFill>
                  <a:srgbClr val="0000FF"/>
                </a:solidFill>
                <a:latin typeface="Arial" pitchFamily="34" charset="0"/>
                <a:ea typeface="微軟正黑體" pitchFamily="34" charset="-120"/>
                <a:cs typeface="Arial" pitchFamily="34" charset="0"/>
              </a:rPr>
              <a:t>ageRanges</a:t>
            </a:r>
            <a:r>
              <a:rPr kumimoji="0" lang="en-US" altLang="zh-TW" sz="2200" dirty="0">
                <a:solidFill>
                  <a:srgbClr val="0000FF"/>
                </a:solidFill>
                <a:latin typeface="Arial" pitchFamily="34" charset="0"/>
                <a:ea typeface="微軟正黑體" pitchFamily="34" charset="-120"/>
                <a:cs typeface="Arial" pitchFamily="34" charset="0"/>
              </a:rPr>
              <a:t>"&gt;</a:t>
            </a:r>
          </a:p>
          <a:p>
            <a:pPr marL="631825" lvl="1">
              <a:spcBef>
                <a:spcPts val="600"/>
              </a:spcBef>
              <a:buClr>
                <a:srgbClr val="0070C0"/>
              </a:buClr>
              <a:buSzPct val="80000"/>
              <a:defRPr/>
            </a:pPr>
            <a:r>
              <a:rPr kumimoji="0" lang="en-US" altLang="zh-TW" sz="2200" dirty="0">
                <a:solidFill>
                  <a:srgbClr val="0000FF"/>
                </a:solidFill>
                <a:latin typeface="Arial" pitchFamily="34" charset="0"/>
                <a:ea typeface="微軟正黑體" pitchFamily="34" charset="-120"/>
                <a:cs typeface="Arial" pitchFamily="34" charset="0"/>
              </a:rPr>
              <a:t>&lt;option value="</a:t>
            </a:r>
            <a:r>
              <a:rPr kumimoji="0" lang="zh-TW" altLang="en-US" sz="2200" dirty="0">
                <a:solidFill>
                  <a:srgbClr val="0000FF"/>
                </a:solidFill>
                <a:latin typeface="Arial" pitchFamily="34" charset="0"/>
                <a:ea typeface="微軟正黑體" pitchFamily="34" charset="-120"/>
                <a:cs typeface="Arial" pitchFamily="34" charset="0"/>
              </a:rPr>
              <a:t>低於</a:t>
            </a:r>
            <a:r>
              <a:rPr kumimoji="0" lang="en-US" altLang="zh-TW" sz="2200" dirty="0">
                <a:solidFill>
                  <a:srgbClr val="0000FF"/>
                </a:solidFill>
                <a:latin typeface="Arial" pitchFamily="34" charset="0"/>
                <a:ea typeface="微軟正黑體" pitchFamily="34" charset="-120"/>
                <a:cs typeface="Arial" pitchFamily="34" charset="0"/>
              </a:rPr>
              <a:t>2</a:t>
            </a:r>
            <a:r>
              <a:rPr kumimoji="0" lang="zh-TW" altLang="en-US" sz="2200" dirty="0">
                <a:solidFill>
                  <a:srgbClr val="0000FF"/>
                </a:solidFill>
                <a:latin typeface="Arial" pitchFamily="34" charset="0"/>
                <a:ea typeface="微軟正黑體" pitchFamily="34" charset="-120"/>
                <a:cs typeface="Arial" pitchFamily="34" charset="0"/>
              </a:rPr>
              <a:t>歲</a:t>
            </a:r>
            <a:r>
              <a:rPr kumimoji="0" lang="en-US" altLang="zh-TW" sz="2200" dirty="0">
                <a:solidFill>
                  <a:srgbClr val="0000FF"/>
                </a:solidFill>
                <a:latin typeface="Arial" pitchFamily="34" charset="0"/>
                <a:ea typeface="微軟正黑體" pitchFamily="34" charset="-120"/>
                <a:cs typeface="Arial" pitchFamily="34" charset="0"/>
              </a:rPr>
              <a:t>"&gt;&lt;/option&gt;</a:t>
            </a:r>
          </a:p>
          <a:p>
            <a:pPr marL="631825" lvl="1">
              <a:spcBef>
                <a:spcPts val="600"/>
              </a:spcBef>
              <a:buClr>
                <a:srgbClr val="0070C0"/>
              </a:buClr>
              <a:buSzPct val="80000"/>
              <a:defRPr/>
            </a:pPr>
            <a:r>
              <a:rPr kumimoji="0" lang="en-US" altLang="zh-TW" sz="2200" dirty="0">
                <a:solidFill>
                  <a:srgbClr val="0000FF"/>
                </a:solidFill>
                <a:latin typeface="Arial" pitchFamily="34" charset="0"/>
                <a:ea typeface="微軟正黑體" pitchFamily="34" charset="-120"/>
                <a:cs typeface="Arial" pitchFamily="34" charset="0"/>
              </a:rPr>
              <a:t>&lt;option value="2 - 7"&gt;&lt;/option&gt;</a:t>
            </a:r>
          </a:p>
          <a:p>
            <a:pPr marL="631825" lvl="1">
              <a:spcBef>
                <a:spcPts val="600"/>
              </a:spcBef>
              <a:buClr>
                <a:srgbClr val="0070C0"/>
              </a:buClr>
              <a:buSzPct val="80000"/>
              <a:defRPr/>
            </a:pPr>
            <a:r>
              <a:rPr kumimoji="0" lang="en-US" altLang="zh-TW" sz="2200" dirty="0">
                <a:solidFill>
                  <a:srgbClr val="0000FF"/>
                </a:solidFill>
                <a:latin typeface="Arial" pitchFamily="34" charset="0"/>
                <a:ea typeface="微軟正黑體" pitchFamily="34" charset="-120"/>
                <a:cs typeface="Arial" pitchFamily="34" charset="0"/>
              </a:rPr>
              <a:t>&lt;option value="8 - 12"&gt;&lt;/option&gt;</a:t>
            </a:r>
          </a:p>
          <a:p>
            <a:pPr marL="631825" lvl="1">
              <a:spcBef>
                <a:spcPts val="600"/>
              </a:spcBef>
              <a:buClr>
                <a:srgbClr val="0070C0"/>
              </a:buClr>
              <a:buSzPct val="80000"/>
              <a:defRPr/>
            </a:pPr>
            <a:r>
              <a:rPr kumimoji="0" lang="en-US" altLang="zh-TW" sz="2200" dirty="0">
                <a:solidFill>
                  <a:srgbClr val="0000FF"/>
                </a:solidFill>
                <a:latin typeface="Arial" pitchFamily="34" charset="0"/>
                <a:ea typeface="微軟正黑體" pitchFamily="34" charset="-120"/>
                <a:cs typeface="Arial" pitchFamily="34" charset="0"/>
              </a:rPr>
              <a:t>&lt;option value="13-18"&gt;&lt;/option&gt;</a:t>
            </a:r>
          </a:p>
          <a:p>
            <a:pPr marL="631825" lvl="1">
              <a:spcBef>
                <a:spcPts val="600"/>
              </a:spcBef>
              <a:buClr>
                <a:srgbClr val="0070C0"/>
              </a:buClr>
              <a:buSzPct val="80000"/>
              <a:defRPr/>
            </a:pPr>
            <a:r>
              <a:rPr kumimoji="0" lang="en-US" altLang="zh-TW" sz="2200" dirty="0">
                <a:solidFill>
                  <a:srgbClr val="0000FF"/>
                </a:solidFill>
                <a:latin typeface="Arial" pitchFamily="34" charset="0"/>
                <a:ea typeface="微軟正黑體" pitchFamily="34" charset="-120"/>
                <a:cs typeface="Arial" pitchFamily="34" charset="0"/>
              </a:rPr>
              <a:t>&lt;option value="</a:t>
            </a:r>
            <a:r>
              <a:rPr kumimoji="0" lang="zh-TW" altLang="en-US" sz="2200" dirty="0">
                <a:solidFill>
                  <a:srgbClr val="0000FF"/>
                </a:solidFill>
                <a:latin typeface="Arial" pitchFamily="34" charset="0"/>
                <a:ea typeface="微軟正黑體" pitchFamily="34" charset="-120"/>
                <a:cs typeface="Arial" pitchFamily="34" charset="0"/>
              </a:rPr>
              <a:t>成人</a:t>
            </a:r>
            <a:r>
              <a:rPr kumimoji="0" lang="en-US" altLang="zh-TW" sz="2200" dirty="0">
                <a:solidFill>
                  <a:srgbClr val="0000FF"/>
                </a:solidFill>
                <a:latin typeface="Arial" pitchFamily="34" charset="0"/>
                <a:ea typeface="微軟正黑體" pitchFamily="34" charset="-120"/>
                <a:cs typeface="Arial" pitchFamily="34" charset="0"/>
              </a:rPr>
              <a:t>"&gt;&lt;/option&gt;</a:t>
            </a:r>
          </a:p>
          <a:p>
            <a:pPr marL="631825" lvl="1">
              <a:spcBef>
                <a:spcPts val="600"/>
              </a:spcBef>
              <a:buClr>
                <a:srgbClr val="0070C0"/>
              </a:buClr>
              <a:buSzPct val="80000"/>
              <a:defRPr/>
            </a:pPr>
            <a:r>
              <a:rPr kumimoji="0" lang="en-US" altLang="zh-TW" sz="2200" dirty="0">
                <a:solidFill>
                  <a:srgbClr val="0000FF"/>
                </a:solidFill>
                <a:latin typeface="Arial" pitchFamily="34" charset="0"/>
                <a:ea typeface="微軟正黑體" pitchFamily="34" charset="-120"/>
                <a:cs typeface="Arial" pitchFamily="34" charset="0"/>
              </a:rPr>
              <a:t>&lt;/</a:t>
            </a:r>
            <a:r>
              <a:rPr kumimoji="0" lang="en-US" altLang="zh-TW" sz="2200" dirty="0" err="1">
                <a:solidFill>
                  <a:srgbClr val="FF0000"/>
                </a:solidFill>
                <a:latin typeface="Arial" pitchFamily="34" charset="0"/>
                <a:ea typeface="微軟正黑體" pitchFamily="34" charset="-120"/>
                <a:cs typeface="Arial" pitchFamily="34" charset="0"/>
              </a:rPr>
              <a:t>datalist</a:t>
            </a:r>
            <a:r>
              <a:rPr kumimoji="0" lang="en-US" altLang="zh-TW" sz="2200" dirty="0">
                <a:solidFill>
                  <a:srgbClr val="0000FF"/>
                </a:solidFill>
                <a:latin typeface="Arial" pitchFamily="34" charset="0"/>
                <a:ea typeface="微軟正黑體" pitchFamily="34" charset="-120"/>
                <a:cs typeface="Arial" pitchFamily="34" charset="0"/>
              </a:rPr>
              <a:t>&gt;</a:t>
            </a:r>
          </a:p>
        </p:txBody>
      </p:sp>
      <p:pic>
        <p:nvPicPr>
          <p:cNvPr id="26627" name="圖片 1"/>
          <p:cNvPicPr>
            <a:picLocks noChangeAspect="1"/>
          </p:cNvPicPr>
          <p:nvPr/>
        </p:nvPicPr>
        <p:blipFill>
          <a:blip r:embed="rId3"/>
          <a:srcRect/>
          <a:stretch>
            <a:fillRect/>
          </a:stretch>
        </p:blipFill>
        <p:spPr bwMode="auto">
          <a:xfrm>
            <a:off x="5940092" y="2708920"/>
            <a:ext cx="2362200" cy="1584325"/>
          </a:xfrm>
          <a:prstGeom prst="rect">
            <a:avLst/>
          </a:prstGeom>
          <a:noFill/>
          <a:ln w="9525">
            <a:noFill/>
            <a:miter lim="800000"/>
            <a:headEnd/>
            <a:tailEnd/>
          </a:ln>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Title 1"/>
          <p:cNvSpPr>
            <a:spLocks noGrp="1"/>
          </p:cNvSpPr>
          <p:nvPr>
            <p:ph type="title"/>
          </p:nvPr>
        </p:nvSpPr>
        <p:spPr/>
        <p:txBody>
          <a:bodyPr/>
          <a:lstStyle/>
          <a:p>
            <a:pPr eaLnBrk="1" hangingPunct="1"/>
            <a:r>
              <a:rPr lang="en-US" altLang="zh-TW" sz="3200">
                <a:latin typeface="Arial" charset="0"/>
                <a:ea typeface="微軟正黑體" pitchFamily="34" charset="-120"/>
                <a:cs typeface="Arial" charset="0"/>
              </a:rPr>
              <a:t>HTML5</a:t>
            </a:r>
            <a:r>
              <a:rPr lang="zh-TW" altLang="en-US" sz="3200">
                <a:latin typeface="Arial" charset="0"/>
                <a:ea typeface="微軟正黑體" pitchFamily="34" charset="-120"/>
                <a:cs typeface="Arial" charset="0"/>
              </a:rPr>
              <a:t>表單輸入屬性</a:t>
            </a:r>
            <a:endParaRPr lang="en-US" altLang="zh-TW" sz="3200">
              <a:latin typeface="Arial" charset="0"/>
              <a:ea typeface="微軟正黑體" pitchFamily="34" charset="-120"/>
              <a:cs typeface="Arial" charset="0"/>
            </a:endParaRPr>
          </a:p>
        </p:txBody>
      </p:sp>
      <p:sp>
        <p:nvSpPr>
          <p:cNvPr id="45058" name="Content Placeholder 2"/>
          <p:cNvSpPr>
            <a:spLocks noGrp="1"/>
          </p:cNvSpPr>
          <p:nvPr/>
        </p:nvSpPr>
        <p:spPr bwMode="auto">
          <a:xfrm>
            <a:off x="415730" y="1628775"/>
            <a:ext cx="8355012" cy="5148262"/>
          </a:xfrm>
          <a:prstGeom prst="rect">
            <a:avLst/>
          </a:prstGeom>
          <a:noFill/>
          <a:ln w="9525">
            <a:noFill/>
            <a:miter lim="800000"/>
            <a:headEnd/>
            <a:tailEnd/>
          </a:ln>
        </p:spPr>
        <p:txBody>
          <a:bodyPr lIns="0" tIns="0" rIns="0" bIns="0"/>
          <a:lstStyle/>
          <a:p>
            <a:pPr marL="174625" indent="-174625">
              <a:spcBef>
                <a:spcPts val="600"/>
              </a:spcBef>
              <a:buClr>
                <a:srgbClr val="0070C0"/>
              </a:buClr>
              <a:buSzPct val="90000"/>
              <a:buFont typeface="Arial" charset="0"/>
              <a:buChar char="•"/>
              <a:defRPr/>
            </a:pPr>
            <a:r>
              <a:rPr kumimoji="0" lang="zh-TW" altLang="en-US" sz="2400" dirty="0">
                <a:latin typeface="微軟正黑體" pitchFamily="34" charset="-120"/>
                <a:ea typeface="微軟正黑體" pitchFamily="34" charset="-120"/>
                <a:cs typeface="Arial" charset="0"/>
              </a:rPr>
              <a:t> 表單輸入屬性能夠修飾驗證輸入的資料內容</a:t>
            </a:r>
            <a:endParaRPr kumimoji="0" lang="en-US" altLang="zh-TW" sz="2400" dirty="0">
              <a:latin typeface="微軟正黑體" pitchFamily="34" charset="-120"/>
              <a:ea typeface="微軟正黑體" pitchFamily="34" charset="-120"/>
              <a:cs typeface="Arial" charset="0"/>
            </a:endParaRPr>
          </a:p>
          <a:p>
            <a:pPr>
              <a:spcBef>
                <a:spcPts val="600"/>
              </a:spcBef>
              <a:buClr>
                <a:srgbClr val="0070C0"/>
              </a:buClr>
              <a:buSzPct val="80000"/>
              <a:defRPr/>
            </a:pPr>
            <a:endParaRPr lang="en-US" altLang="zh-TW" sz="2000" dirty="0">
              <a:ea typeface="微軟正黑體" pitchFamily="34" charset="-120"/>
              <a:cs typeface="Arial" charset="0"/>
            </a:endParaRPr>
          </a:p>
          <a:p>
            <a:pPr marL="174625" indent="-174625">
              <a:spcBef>
                <a:spcPts val="600"/>
              </a:spcBef>
              <a:buClr>
                <a:srgbClr val="0070C0"/>
              </a:buClr>
              <a:buSzPct val="80000"/>
              <a:buFont typeface="Arial" charset="0"/>
              <a:buChar char="•"/>
              <a:defRPr/>
            </a:pPr>
            <a:r>
              <a:rPr lang="zh-TW" altLang="en-US" sz="2400" dirty="0">
                <a:ea typeface="微軟正黑體" pitchFamily="34" charset="-120"/>
                <a:cs typeface="Arial" charset="0"/>
              </a:rPr>
              <a:t> </a:t>
            </a:r>
            <a:r>
              <a:rPr lang="en-US" altLang="zh-TW" sz="2400" dirty="0">
                <a:solidFill>
                  <a:srgbClr val="0070C0"/>
                </a:solidFill>
                <a:ea typeface="微軟正黑體" pitchFamily="34" charset="-120"/>
                <a:cs typeface="Arial" charset="0"/>
              </a:rPr>
              <a:t>autocomplete</a:t>
            </a:r>
          </a:p>
          <a:p>
            <a:pPr marL="288925" lvl="1">
              <a:spcBef>
                <a:spcPts val="600"/>
              </a:spcBef>
              <a:buClr>
                <a:srgbClr val="0070C0"/>
              </a:buClr>
              <a:buSzPct val="80000"/>
              <a:defRPr/>
            </a:pPr>
            <a:r>
              <a:rPr lang="en-US" altLang="zh-TW" sz="2000" dirty="0">
                <a:ea typeface="微軟正黑體" pitchFamily="34" charset="-120"/>
                <a:cs typeface="Arial" charset="0"/>
              </a:rPr>
              <a:t>&lt;input name="password" type="password" autocomplete="off" /&gt;</a:t>
            </a:r>
          </a:p>
          <a:p>
            <a:pPr marL="0" lvl="1">
              <a:spcBef>
                <a:spcPts val="600"/>
              </a:spcBef>
              <a:buClr>
                <a:srgbClr val="0070C0"/>
              </a:buClr>
              <a:buSzPct val="80000"/>
              <a:buFont typeface="Arial" charset="0"/>
              <a:buChar char="•"/>
              <a:defRPr/>
            </a:pPr>
            <a:r>
              <a:rPr lang="zh-TW" altLang="en-US" sz="2400" dirty="0">
                <a:solidFill>
                  <a:srgbClr val="0070C0"/>
                </a:solidFill>
                <a:ea typeface="微軟正黑體" pitchFamily="34" charset="-120"/>
                <a:cs typeface="Arial" charset="0"/>
              </a:rPr>
              <a:t>  </a:t>
            </a:r>
            <a:r>
              <a:rPr lang="en-US" altLang="zh-TW" sz="2400" dirty="0">
                <a:solidFill>
                  <a:srgbClr val="0070C0"/>
                </a:solidFill>
                <a:ea typeface="微軟正黑體" pitchFamily="34" charset="-120"/>
                <a:cs typeface="Arial" charset="0"/>
              </a:rPr>
              <a:t>required</a:t>
            </a:r>
          </a:p>
          <a:p>
            <a:pPr marL="288925" lvl="1">
              <a:spcBef>
                <a:spcPts val="600"/>
              </a:spcBef>
              <a:buClr>
                <a:srgbClr val="0070C0"/>
              </a:buClr>
              <a:buSzPct val="80000"/>
              <a:defRPr/>
            </a:pPr>
            <a:r>
              <a:rPr lang="zh-TW" altLang="en-US" sz="2000" dirty="0">
                <a:ea typeface="微軟正黑體" pitchFamily="34" charset="-120"/>
                <a:cs typeface="Arial" charset="0"/>
              </a:rPr>
              <a:t> </a:t>
            </a:r>
            <a:r>
              <a:rPr lang="en-US" altLang="zh-TW" sz="2000" dirty="0">
                <a:ea typeface="微軟正黑體" pitchFamily="34" charset="-120"/>
                <a:cs typeface="Arial" charset="0"/>
              </a:rPr>
              <a:t>&lt;input id= "</a:t>
            </a:r>
            <a:r>
              <a:rPr lang="en-US" altLang="zh-TW" sz="2000" dirty="0" err="1">
                <a:ea typeface="微軟正黑體" pitchFamily="34" charset="-120"/>
                <a:cs typeface="Arial" charset="0"/>
              </a:rPr>
              <a:t>contactNo</a:t>
            </a:r>
            <a:r>
              <a:rPr lang="en-US" altLang="zh-TW" sz="2000" dirty="0">
                <a:ea typeface="微軟正黑體" pitchFamily="34" charset="-120"/>
                <a:cs typeface="Arial" charset="0"/>
              </a:rPr>
              <a:t>" name= "</a:t>
            </a:r>
            <a:r>
              <a:rPr lang="en-US" altLang="zh-TW" sz="2000" dirty="0" err="1">
                <a:ea typeface="微軟正黑體" pitchFamily="34" charset="-120"/>
                <a:cs typeface="Arial" charset="0"/>
              </a:rPr>
              <a:t>contactNo</a:t>
            </a:r>
            <a:r>
              <a:rPr lang="en-US" altLang="zh-TW" sz="2000" dirty="0">
                <a:ea typeface="微軟正黑體" pitchFamily="34" charset="-120"/>
                <a:cs typeface="Arial" charset="0"/>
              </a:rPr>
              <a:t>" type= "</a:t>
            </a:r>
            <a:r>
              <a:rPr lang="en-US" altLang="zh-TW" sz="2000" dirty="0" err="1">
                <a:ea typeface="微軟正黑體" pitchFamily="34" charset="-120"/>
                <a:cs typeface="Arial" charset="0"/>
              </a:rPr>
              <a:t>tel</a:t>
            </a:r>
            <a:r>
              <a:rPr lang="en-US" altLang="zh-TW" sz="2000" dirty="0">
                <a:ea typeface="微軟正黑體" pitchFamily="34" charset="-120"/>
                <a:cs typeface="Arial" charset="0"/>
              </a:rPr>
              <a:t>" placeholder</a:t>
            </a:r>
            <a:br>
              <a:rPr lang="en-US" altLang="zh-TW" sz="2000" dirty="0">
                <a:ea typeface="微軟正黑體" pitchFamily="34" charset="-120"/>
                <a:cs typeface="Arial" charset="0"/>
              </a:rPr>
            </a:br>
            <a:r>
              <a:rPr lang="en-US" altLang="zh-TW" sz="2000" dirty="0">
                <a:ea typeface="微軟正黑體" pitchFamily="34" charset="-120"/>
                <a:cs typeface="Arial" charset="0"/>
              </a:rPr>
              <a:t> ="Enter your phone number" required="required" /&gt;</a:t>
            </a:r>
          </a:p>
          <a:p>
            <a:pPr marL="269875" lvl="2" indent="-269875">
              <a:spcBef>
                <a:spcPts val="600"/>
              </a:spcBef>
              <a:buClr>
                <a:srgbClr val="0070C0"/>
              </a:buClr>
              <a:buSzPct val="80000"/>
              <a:buFont typeface="Arial" charset="0"/>
              <a:buChar char="•"/>
              <a:defRPr/>
            </a:pPr>
            <a:r>
              <a:rPr lang="en-US" altLang="zh-TW" sz="2400" dirty="0">
                <a:solidFill>
                  <a:srgbClr val="0070C0"/>
                </a:solidFill>
                <a:ea typeface="微軟正黑體" pitchFamily="34" charset="-120"/>
                <a:cs typeface="Arial" charset="0"/>
              </a:rPr>
              <a:t>pattern</a:t>
            </a:r>
          </a:p>
          <a:p>
            <a:pPr marL="288925" lvl="1">
              <a:spcBef>
                <a:spcPts val="600"/>
              </a:spcBef>
              <a:buClr>
                <a:srgbClr val="0070C0"/>
              </a:buClr>
              <a:buSzPct val="80000"/>
              <a:defRPr/>
            </a:pPr>
            <a:r>
              <a:rPr lang="en-US" altLang="zh-TW" sz="2000" dirty="0">
                <a:solidFill>
                  <a:srgbClr val="FF0000"/>
                </a:solidFill>
                <a:ea typeface="微軟正黑體" pitchFamily="34" charset="-120"/>
                <a:cs typeface="Arial" charset="0"/>
              </a:rPr>
              <a:t>  &lt;input id="</a:t>
            </a:r>
            <a:r>
              <a:rPr lang="en-US" altLang="zh-TW" sz="2000" dirty="0" err="1">
                <a:solidFill>
                  <a:srgbClr val="FF0000"/>
                </a:solidFill>
                <a:ea typeface="微軟正黑體" pitchFamily="34" charset="-120"/>
                <a:cs typeface="Arial" charset="0"/>
              </a:rPr>
              <a:t>orderRef</a:t>
            </a:r>
            <a:r>
              <a:rPr lang="en-US" altLang="zh-TW" sz="2000" dirty="0">
                <a:solidFill>
                  <a:srgbClr val="FF0000"/>
                </a:solidFill>
                <a:ea typeface="微軟正黑體" pitchFamily="34" charset="-120"/>
                <a:cs typeface="Arial" charset="0"/>
              </a:rPr>
              <a:t>" name="</a:t>
            </a:r>
            <a:r>
              <a:rPr lang="en-US" altLang="zh-TW" sz="2000" dirty="0" err="1">
                <a:solidFill>
                  <a:srgbClr val="FF0000"/>
                </a:solidFill>
                <a:ea typeface="微軟正黑體" pitchFamily="34" charset="-120"/>
                <a:cs typeface="Arial" charset="0"/>
              </a:rPr>
              <a:t>orderRef</a:t>
            </a:r>
            <a:r>
              <a:rPr lang="en-US" altLang="zh-TW" sz="2000" dirty="0">
                <a:solidFill>
                  <a:srgbClr val="FF0000"/>
                </a:solidFill>
                <a:ea typeface="微軟正黑體" pitchFamily="34" charset="-120"/>
                <a:cs typeface="Arial" charset="0"/>
              </a:rPr>
              <a:t>" type="text" </a:t>
            </a:r>
          </a:p>
          <a:p>
            <a:pPr marL="288925" lvl="1">
              <a:spcBef>
                <a:spcPts val="600"/>
              </a:spcBef>
              <a:buClr>
                <a:srgbClr val="0070C0"/>
              </a:buClr>
              <a:buSzPct val="80000"/>
              <a:defRPr/>
            </a:pPr>
            <a:r>
              <a:rPr lang="en-US" altLang="zh-TW" sz="2000" dirty="0">
                <a:solidFill>
                  <a:srgbClr val="FF0000"/>
                </a:solidFill>
                <a:ea typeface="微軟正黑體" pitchFamily="34" charset="-120"/>
                <a:cs typeface="Arial" charset="0"/>
              </a:rPr>
              <a:t>      pattern="</a:t>
            </a:r>
            <a:r>
              <a:rPr lang="en-US" altLang="zh-TW" sz="2000" dirty="0">
                <a:solidFill>
                  <a:srgbClr val="0000FF"/>
                </a:solidFill>
                <a:ea typeface="微軟正黑體" pitchFamily="34" charset="-120"/>
                <a:cs typeface="Arial" charset="0"/>
              </a:rPr>
              <a:t>[0-9]{2}[A-Z]{3}</a:t>
            </a:r>
            <a:r>
              <a:rPr lang="en-US" altLang="zh-TW" sz="2000" dirty="0">
                <a:solidFill>
                  <a:srgbClr val="FF0000"/>
                </a:solidFill>
                <a:ea typeface="微軟正黑體" pitchFamily="34" charset="-120"/>
                <a:cs typeface="Arial" charset="0"/>
              </a:rPr>
              <a:t>" title="2 digits and 3 uppercase letters" /&gt;</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標題 1"/>
          <p:cNvSpPr>
            <a:spLocks noGrp="1"/>
          </p:cNvSpPr>
          <p:nvPr>
            <p:ph type="title"/>
          </p:nvPr>
        </p:nvSpPr>
        <p:spPr/>
        <p:txBody>
          <a:bodyPr/>
          <a:lstStyle/>
          <a:p>
            <a:r>
              <a:rPr lang="zh-TW" altLang="en-US" sz="3200">
                <a:latin typeface="Arial" charset="0"/>
                <a:ea typeface="微軟正黑體" pitchFamily="34" charset="-120"/>
                <a:cs typeface="Arial" charset="0"/>
              </a:rPr>
              <a:t>利用</a:t>
            </a:r>
            <a:r>
              <a:rPr lang="en-US" altLang="zh-TW" sz="3200">
                <a:latin typeface="Arial" charset="0"/>
                <a:ea typeface="微軟正黑體" pitchFamily="34" charset="-120"/>
                <a:cs typeface="Arial" charset="0"/>
              </a:rPr>
              <a:t>JavaScript</a:t>
            </a:r>
            <a:r>
              <a:rPr lang="zh-TW" altLang="en-US" sz="3200">
                <a:latin typeface="Arial" charset="0"/>
                <a:ea typeface="微軟正黑體" pitchFamily="34" charset="-120"/>
                <a:cs typeface="Arial" charset="0"/>
              </a:rPr>
              <a:t>驗證輸入資料</a:t>
            </a:r>
            <a:endParaRPr lang="zh-TW" altLang="en-US" sz="3200">
              <a:latin typeface="Arial" charset="0"/>
              <a:ea typeface="新細明體" charset="-120"/>
              <a:cs typeface="Arial" charset="0"/>
            </a:endParaRPr>
          </a:p>
        </p:txBody>
      </p:sp>
      <p:sp>
        <p:nvSpPr>
          <p:cNvPr id="3" name="Text Placeholder 2"/>
          <p:cNvSpPr txBox="1">
            <a:spLocks/>
          </p:cNvSpPr>
          <p:nvPr/>
        </p:nvSpPr>
        <p:spPr>
          <a:xfrm>
            <a:off x="323528" y="1772816"/>
            <a:ext cx="8118475" cy="5148262"/>
          </a:xfrm>
          <a:prstGeom prst="rect">
            <a:avLst/>
          </a:prstGeom>
        </p:spPr>
        <p:txBody>
          <a:bodyPr/>
          <a:lstStyle>
            <a:lvl1pPr marL="174625" indent="-174625" algn="l" rtl="0" eaLnBrk="0" fontAlgn="base" hangingPunct="0">
              <a:spcBef>
                <a:spcPts val="600"/>
              </a:spcBef>
              <a:spcAft>
                <a:spcPct val="0"/>
              </a:spcAft>
              <a:buClr>
                <a:srgbClr val="0070C0"/>
              </a:buClr>
              <a:buSzPct val="90000"/>
              <a:buFont typeface="Arial" charset="0"/>
              <a:buChar char="•"/>
              <a:defRPr sz="2800">
                <a:solidFill>
                  <a:schemeClr val="tx1"/>
                </a:solidFill>
                <a:latin typeface="Arial" pitchFamily="34" charset="0"/>
                <a:ea typeface="Arial" pitchFamily="34" charset="0"/>
                <a:cs typeface="Arial" pitchFamily="34" charset="0"/>
              </a:defRPr>
            </a:lvl1pPr>
            <a:lvl2pPr marL="458788" indent="-169863" algn="l" rtl="0" eaLnBrk="0" fontAlgn="base" hangingPunct="0">
              <a:spcBef>
                <a:spcPts val="600"/>
              </a:spcBef>
              <a:spcAft>
                <a:spcPct val="0"/>
              </a:spcAft>
              <a:buClr>
                <a:srgbClr val="0070C0"/>
              </a:buClr>
              <a:buSzPct val="80000"/>
              <a:buFont typeface="Arial" charset="0"/>
              <a:buChar char="•"/>
              <a:defRPr sz="2400">
                <a:solidFill>
                  <a:schemeClr val="tx1"/>
                </a:solidFill>
                <a:latin typeface="Arial" pitchFamily="34" charset="0"/>
                <a:ea typeface="Arial" pitchFamily="34" charset="0"/>
                <a:cs typeface="Arial" pitchFamily="34" charset="0"/>
              </a:defRPr>
            </a:lvl2pPr>
            <a:lvl3pPr marL="854075" indent="-173038" algn="l" rtl="0" eaLnBrk="0" fontAlgn="base" hangingPunct="0">
              <a:spcBef>
                <a:spcPts val="600"/>
              </a:spcBef>
              <a:spcAft>
                <a:spcPct val="0"/>
              </a:spcAft>
              <a:buClr>
                <a:srgbClr val="0070C0"/>
              </a:buClr>
              <a:buSzPct val="80000"/>
              <a:buFont typeface="Arial" charset="0"/>
              <a:buChar char="•"/>
              <a:defRPr sz="2000">
                <a:solidFill>
                  <a:schemeClr val="tx1"/>
                </a:solidFill>
                <a:latin typeface="Arial" pitchFamily="34" charset="0"/>
                <a:ea typeface="Arial" pitchFamily="34" charset="0"/>
                <a:cs typeface="Arial" pitchFamily="34" charset="0"/>
              </a:defRPr>
            </a:lvl3pPr>
            <a:lvl4pPr marL="1254125" indent="-165100" algn="l" rtl="0" eaLnBrk="0" fontAlgn="base" hangingPunct="0">
              <a:spcBef>
                <a:spcPts val="600"/>
              </a:spcBef>
              <a:spcAft>
                <a:spcPct val="0"/>
              </a:spcAft>
              <a:buClr>
                <a:srgbClr val="0070C0"/>
              </a:buClr>
              <a:buSzPct val="90000"/>
              <a:buFont typeface="Arial" charset="0"/>
              <a:buChar char="•"/>
              <a:defRPr>
                <a:solidFill>
                  <a:schemeClr val="tx1"/>
                </a:solidFill>
                <a:latin typeface="Arial" pitchFamily="34" charset="0"/>
                <a:ea typeface="Arial" pitchFamily="34" charset="0"/>
                <a:cs typeface="Arial" pitchFamily="34" charset="0"/>
              </a:defRPr>
            </a:lvl4pPr>
            <a:lvl5pPr marL="1544638" indent="-168275" algn="l" rtl="0" eaLnBrk="0" fontAlgn="base" hangingPunct="0">
              <a:spcBef>
                <a:spcPts val="600"/>
              </a:spcBef>
              <a:spcAft>
                <a:spcPct val="0"/>
              </a:spcAft>
              <a:buClr>
                <a:srgbClr val="0070C0"/>
              </a:buClr>
              <a:buSzPct val="90000"/>
              <a:buFont typeface="Arial" charset="0"/>
              <a:buChar char="•"/>
              <a:defRPr>
                <a:solidFill>
                  <a:schemeClr val="tx1"/>
                </a:solidFill>
                <a:latin typeface="Arial" pitchFamily="34" charset="0"/>
                <a:ea typeface="Arial" pitchFamily="34" charset="0"/>
                <a:cs typeface="Arial"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eaLnBrk="1" hangingPunct="1">
              <a:spcAft>
                <a:spcPts val="1200"/>
              </a:spcAft>
              <a:defRPr/>
            </a:pPr>
            <a:r>
              <a:rPr kumimoji="0" lang="zh-TW" altLang="en-US" sz="2400" kern="0" dirty="0">
                <a:latin typeface="Arial" charset="0"/>
                <a:ea typeface="微軟正黑體" pitchFamily="34" charset="-120"/>
                <a:cs typeface="Arial" charset="0"/>
              </a:rPr>
              <a:t> 在表單</a:t>
            </a:r>
            <a:r>
              <a:rPr kumimoji="0" lang="en-US" altLang="zh-TW" sz="2400" kern="0" dirty="0">
                <a:latin typeface="Arial" charset="0"/>
                <a:ea typeface="微軟正黑體" pitchFamily="34" charset="-120"/>
                <a:cs typeface="Arial" charset="0"/>
              </a:rPr>
              <a:t>&lt;form&gt;</a:t>
            </a:r>
            <a:r>
              <a:rPr kumimoji="0" lang="zh-TW" altLang="en-US" sz="2400" kern="0" dirty="0">
                <a:latin typeface="Arial" charset="0"/>
                <a:ea typeface="微軟正黑體" pitchFamily="34" charset="-120"/>
                <a:cs typeface="Arial" charset="0"/>
              </a:rPr>
              <a:t>標籤設定攔截事件</a:t>
            </a:r>
            <a:endParaRPr kumimoji="0" lang="en-GB" altLang="zh-TW" sz="2400" kern="0" dirty="0">
              <a:solidFill>
                <a:schemeClr val="tx2"/>
              </a:solidFill>
              <a:latin typeface="Arial" charset="0"/>
              <a:ea typeface="微軟正黑體" pitchFamily="34" charset="-120"/>
              <a:cs typeface="Arial" charset="0"/>
            </a:endParaRPr>
          </a:p>
          <a:p>
            <a:pPr eaLnBrk="1" hangingPunct="1">
              <a:spcAft>
                <a:spcPts val="1200"/>
              </a:spcAft>
              <a:defRPr/>
            </a:pPr>
            <a:r>
              <a:rPr kumimoji="0" lang="zh-TW" altLang="en-US" sz="2400" kern="0" dirty="0">
                <a:latin typeface="Arial" charset="0"/>
                <a:ea typeface="微軟正黑體" pitchFamily="34" charset="-120"/>
                <a:cs typeface="Arial" charset="0"/>
              </a:rPr>
              <a:t> </a:t>
            </a:r>
            <a:r>
              <a:rPr kumimoji="0" lang="en-US" altLang="zh-TW" sz="2400" kern="0" dirty="0">
                <a:latin typeface="Arial" charset="0"/>
                <a:ea typeface="微軟正黑體" pitchFamily="34" charset="-120"/>
                <a:cs typeface="Arial" charset="0"/>
              </a:rPr>
              <a:t>&lt;form action=</a:t>
            </a:r>
            <a:r>
              <a:rPr lang="en-US" altLang="zh-TW" sz="2400" dirty="0"/>
              <a:t>"</a:t>
            </a:r>
            <a:r>
              <a:rPr kumimoji="0" lang="en-US" altLang="zh-TW" sz="2400" kern="0" dirty="0">
                <a:latin typeface="Arial" charset="0"/>
                <a:ea typeface="微軟正黑體" pitchFamily="34" charset="-120"/>
                <a:cs typeface="Arial" charset="0"/>
              </a:rPr>
              <a:t>test.aspx</a:t>
            </a:r>
            <a:r>
              <a:rPr lang="en-US" altLang="zh-TW" sz="2400" dirty="0"/>
              <a:t>"</a:t>
            </a:r>
            <a:r>
              <a:rPr kumimoji="0" lang="en-US" altLang="zh-TW" sz="2400" kern="0" dirty="0">
                <a:latin typeface="Arial" charset="0"/>
                <a:ea typeface="微軟正黑體" pitchFamily="34" charset="-120"/>
                <a:cs typeface="Arial" charset="0"/>
              </a:rPr>
              <a:t> </a:t>
            </a:r>
            <a:r>
              <a:rPr kumimoji="0" lang="en-US" altLang="zh-TW" sz="2400" kern="0" dirty="0" err="1">
                <a:latin typeface="Arial" charset="0"/>
                <a:ea typeface="微軟正黑體" pitchFamily="34" charset="-120"/>
                <a:cs typeface="Arial" charset="0"/>
              </a:rPr>
              <a:t>onsubmit</a:t>
            </a:r>
            <a:r>
              <a:rPr kumimoji="0" lang="en-US" altLang="zh-TW" sz="2400" kern="0" dirty="0">
                <a:latin typeface="Arial" charset="0"/>
                <a:ea typeface="微軟正黑體" pitchFamily="34" charset="-120"/>
                <a:cs typeface="Arial" charset="0"/>
              </a:rPr>
              <a:t>=</a:t>
            </a:r>
            <a:r>
              <a:rPr lang="en-US" altLang="zh-TW" sz="2400" dirty="0"/>
              <a:t>"</a:t>
            </a:r>
            <a:r>
              <a:rPr kumimoji="0" lang="en-US" altLang="zh-TW" sz="2400" kern="0" dirty="0">
                <a:latin typeface="Arial" charset="0"/>
                <a:ea typeface="微軟正黑體" pitchFamily="34" charset="-120"/>
                <a:cs typeface="Arial" charset="0"/>
              </a:rPr>
              <a:t>return check( )</a:t>
            </a:r>
            <a:r>
              <a:rPr lang="en-US" altLang="zh-TW" sz="2400" dirty="0"/>
              <a:t>"</a:t>
            </a:r>
            <a:r>
              <a:rPr kumimoji="0" lang="en-US" altLang="zh-TW" sz="2400" kern="0" dirty="0">
                <a:latin typeface="Arial" charset="0"/>
                <a:ea typeface="微軟正黑體" pitchFamily="34" charset="-120"/>
                <a:cs typeface="Arial" charset="0"/>
              </a:rPr>
              <a:t> /&gt;</a:t>
            </a:r>
          </a:p>
          <a:p>
            <a:pPr eaLnBrk="1" hangingPunct="1">
              <a:spcAft>
                <a:spcPts val="1200"/>
              </a:spcAft>
              <a:defRPr/>
            </a:pPr>
            <a:r>
              <a:rPr kumimoji="0" lang="zh-TW" altLang="en-US" sz="2400" kern="0" dirty="0">
                <a:solidFill>
                  <a:srgbClr val="FF0000"/>
                </a:solidFill>
                <a:latin typeface="Arial" charset="0"/>
                <a:ea typeface="微軟正黑體" pitchFamily="34" charset="-120"/>
                <a:cs typeface="Arial" charset="0"/>
              </a:rPr>
              <a:t> 在</a:t>
            </a:r>
            <a:r>
              <a:rPr kumimoji="0" lang="en-US" altLang="zh-TW" sz="2400" kern="0" dirty="0">
                <a:solidFill>
                  <a:srgbClr val="FF0000"/>
                </a:solidFill>
                <a:latin typeface="Arial" charset="0"/>
                <a:ea typeface="微軟正黑體" pitchFamily="34" charset="-120"/>
                <a:cs typeface="Arial" charset="0"/>
              </a:rPr>
              <a:t>check( ) </a:t>
            </a:r>
            <a:r>
              <a:rPr kumimoji="0" lang="en-US" altLang="zh-TW" sz="2400" kern="0" dirty="0" err="1">
                <a:solidFill>
                  <a:srgbClr val="FF0000"/>
                </a:solidFill>
                <a:latin typeface="Arial" charset="0"/>
                <a:ea typeface="微軟正黑體" pitchFamily="34" charset="-120"/>
                <a:cs typeface="Arial" charset="0"/>
              </a:rPr>
              <a:t>javascript</a:t>
            </a:r>
            <a:r>
              <a:rPr kumimoji="0" lang="zh-TW" altLang="en-US" sz="2400" kern="0" dirty="0">
                <a:solidFill>
                  <a:srgbClr val="FF0000"/>
                </a:solidFill>
                <a:latin typeface="Arial" charset="0"/>
                <a:ea typeface="微軟正黑體" pitchFamily="34" charset="-120"/>
                <a:cs typeface="Arial" charset="0"/>
              </a:rPr>
              <a:t>程序中執行資料驗證檢查，如果通過</a:t>
            </a:r>
            <a:r>
              <a:rPr kumimoji="0" lang="en-US" altLang="zh-TW" sz="2400" kern="0" dirty="0">
                <a:solidFill>
                  <a:srgbClr val="FF0000"/>
                </a:solidFill>
                <a:latin typeface="Arial" charset="0"/>
                <a:ea typeface="微軟正黑體" pitchFamily="34" charset="-120"/>
                <a:cs typeface="Arial" charset="0"/>
              </a:rPr>
              <a:t/>
            </a:r>
            <a:br>
              <a:rPr kumimoji="0" lang="en-US" altLang="zh-TW" sz="2400" kern="0" dirty="0">
                <a:solidFill>
                  <a:srgbClr val="FF0000"/>
                </a:solidFill>
                <a:latin typeface="Arial" charset="0"/>
                <a:ea typeface="微軟正黑體" pitchFamily="34" charset="-120"/>
                <a:cs typeface="Arial" charset="0"/>
              </a:rPr>
            </a:br>
            <a:r>
              <a:rPr kumimoji="0" lang="en-US" altLang="zh-TW" sz="2400" kern="0" dirty="0">
                <a:solidFill>
                  <a:srgbClr val="FF0000"/>
                </a:solidFill>
                <a:latin typeface="Arial" charset="0"/>
                <a:ea typeface="微軟正黑體" pitchFamily="34" charset="-120"/>
                <a:cs typeface="Arial" charset="0"/>
              </a:rPr>
              <a:t> </a:t>
            </a:r>
            <a:r>
              <a:rPr kumimoji="0" lang="zh-TW" altLang="en-US" sz="2400" kern="0" dirty="0">
                <a:solidFill>
                  <a:srgbClr val="FF0000"/>
                </a:solidFill>
                <a:latin typeface="Arial" charset="0"/>
                <a:ea typeface="微軟正黑體" pitchFamily="34" charset="-120"/>
                <a:cs typeface="Arial" charset="0"/>
              </a:rPr>
              <a:t>驗證就傳回</a:t>
            </a:r>
            <a:r>
              <a:rPr kumimoji="0" lang="en-US" altLang="zh-TW" sz="2400" kern="0" dirty="0">
                <a:solidFill>
                  <a:srgbClr val="FF0000"/>
                </a:solidFill>
                <a:latin typeface="Arial" charset="0"/>
                <a:ea typeface="微軟正黑體" pitchFamily="34" charset="-120"/>
                <a:cs typeface="Arial" charset="0"/>
              </a:rPr>
              <a:t>true</a:t>
            </a:r>
            <a:r>
              <a:rPr kumimoji="0" lang="zh-TW" altLang="en-US" sz="2400" kern="0" dirty="0">
                <a:solidFill>
                  <a:srgbClr val="FF0000"/>
                </a:solidFill>
                <a:latin typeface="Arial" charset="0"/>
                <a:ea typeface="微軟正黑體" pitchFamily="34" charset="-120"/>
                <a:cs typeface="Arial" charset="0"/>
              </a:rPr>
              <a:t>、不通過就傳回</a:t>
            </a:r>
            <a:r>
              <a:rPr kumimoji="0" lang="en-US" altLang="zh-TW" sz="2400" kern="0" dirty="0">
                <a:solidFill>
                  <a:srgbClr val="FF0000"/>
                </a:solidFill>
                <a:latin typeface="Arial" charset="0"/>
                <a:ea typeface="微軟正黑體" pitchFamily="34" charset="-120"/>
                <a:cs typeface="Arial" charset="0"/>
              </a:rPr>
              <a:t>false</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Title 1"/>
          <p:cNvSpPr>
            <a:spLocks noGrp="1"/>
          </p:cNvSpPr>
          <p:nvPr>
            <p:ph type="title"/>
          </p:nvPr>
        </p:nvSpPr>
        <p:spPr>
          <a:xfrm>
            <a:off x="460375" y="461962"/>
            <a:ext cx="8683625" cy="741363"/>
          </a:xfrm>
        </p:spPr>
        <p:txBody>
          <a:bodyPr/>
          <a:lstStyle/>
          <a:p>
            <a:pPr eaLnBrk="1" hangingPunct="1"/>
            <a:r>
              <a:rPr lang="en-GB" altLang="zh-TW" dirty="0" err="1">
                <a:latin typeface="Arial" charset="0"/>
                <a:ea typeface="微軟正黑體" pitchFamily="34" charset="-120"/>
                <a:cs typeface="Arial" charset="0"/>
              </a:rPr>
              <a:t>XMLHttpRequest</a:t>
            </a:r>
            <a:r>
              <a:rPr lang="zh-TW" altLang="en-US" dirty="0">
                <a:latin typeface="微軟正黑體" pitchFamily="34" charset="-120"/>
                <a:ea typeface="微軟正黑體" pitchFamily="34" charset="-120"/>
              </a:rPr>
              <a:t>物件存取遠端資料</a:t>
            </a:r>
            <a:endParaRPr lang="zh-TW" altLang="en-US" dirty="0">
              <a:latin typeface="Arial" charset="0"/>
              <a:ea typeface="新細明體" charset="-120"/>
            </a:endParaRPr>
          </a:p>
        </p:txBody>
      </p:sp>
      <p:sp>
        <p:nvSpPr>
          <p:cNvPr id="4" name="Content Placeholder 2"/>
          <p:cNvSpPr>
            <a:spLocks noGrp="1"/>
          </p:cNvSpPr>
          <p:nvPr/>
        </p:nvSpPr>
        <p:spPr bwMode="auto">
          <a:xfrm>
            <a:off x="451360" y="1302544"/>
            <a:ext cx="8118475" cy="5148262"/>
          </a:xfrm>
          <a:prstGeom prst="rect">
            <a:avLst/>
          </a:prstGeom>
          <a:noFill/>
          <a:ln w="9525">
            <a:noFill/>
            <a:miter lim="800000"/>
            <a:headEnd/>
            <a:tailEnd/>
          </a:ln>
        </p:spPr>
        <p:txBody>
          <a:bodyPr lIns="0" tIns="0" rIns="0" bIns="0"/>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a:defRPr/>
            </a:pPr>
            <a:r>
              <a:rPr kumimoji="0" lang="zh-TW" altLang="en-US" dirty="0">
                <a:latin typeface="Arial" pitchFamily="34" charset="0"/>
                <a:ea typeface="微軟正黑體" pitchFamily="34" charset="-120"/>
                <a:cs typeface="Arial" pitchFamily="34" charset="0"/>
              </a:rPr>
              <a:t> </a:t>
            </a:r>
            <a:r>
              <a:rPr kumimoji="0" lang="zh-TW" altLang="en-US" sz="2400" dirty="0">
                <a:latin typeface="Arial" pitchFamily="34" charset="0"/>
                <a:ea typeface="微軟正黑體" pitchFamily="34" charset="-120"/>
                <a:cs typeface="Arial" pitchFamily="34" charset="0"/>
              </a:rPr>
              <a:t>傳送</a:t>
            </a:r>
            <a:r>
              <a:rPr kumimoji="0" lang="en-GB" sz="2400" dirty="0">
                <a:latin typeface="Arial" pitchFamily="34" charset="0"/>
                <a:ea typeface="微軟正黑體" pitchFamily="34" charset="-120"/>
                <a:cs typeface="Arial" pitchFamily="34" charset="0"/>
              </a:rPr>
              <a:t>HTTP</a:t>
            </a:r>
            <a:r>
              <a:rPr kumimoji="0" lang="zh-TW" altLang="en-US" sz="2400" dirty="0">
                <a:latin typeface="Arial" pitchFamily="34" charset="0"/>
                <a:ea typeface="微軟正黑體" pitchFamily="34" charset="-120"/>
                <a:cs typeface="Arial" pitchFamily="34" charset="0"/>
              </a:rPr>
              <a:t>請求過程：</a:t>
            </a:r>
            <a:endParaRPr kumimoji="0" lang="en-GB" sz="2400" dirty="0">
              <a:latin typeface="Arial" pitchFamily="34" charset="0"/>
              <a:ea typeface="微軟正黑體" pitchFamily="34" charset="-120"/>
              <a:cs typeface="Arial" pitchFamily="34" charset="0"/>
            </a:endParaRPr>
          </a:p>
          <a:p>
            <a:pPr marL="631825" lvl="1" indent="-342900">
              <a:buClrTx/>
              <a:buFont typeface="+mj-lt"/>
              <a:buAutoNum type="arabicPeriod"/>
              <a:defRPr/>
            </a:pPr>
            <a:r>
              <a:rPr kumimoji="0" lang="zh-TW" altLang="en-US" sz="2200" dirty="0">
                <a:latin typeface="Arial" pitchFamily="34" charset="0"/>
                <a:ea typeface="微軟正黑體" pitchFamily="34" charset="-120"/>
                <a:cs typeface="Arial" pitchFamily="34" charset="0"/>
              </a:rPr>
              <a:t>產生</a:t>
            </a:r>
            <a:r>
              <a:rPr kumimoji="0" lang="en-GB" sz="2200" dirty="0" err="1">
                <a:solidFill>
                  <a:srgbClr val="0070C0"/>
                </a:solidFill>
                <a:latin typeface="Arial" pitchFamily="34" charset="0"/>
                <a:ea typeface="微軟正黑體" pitchFamily="34" charset="-120"/>
                <a:cs typeface="Arial" pitchFamily="34" charset="0"/>
              </a:rPr>
              <a:t>XMLHTTPRequest</a:t>
            </a:r>
            <a:r>
              <a:rPr kumimoji="0" lang="zh-TW" altLang="en-US" sz="2200" dirty="0">
                <a:latin typeface="Arial" pitchFamily="34" charset="0"/>
                <a:ea typeface="微軟正黑體" pitchFamily="34" charset="-120"/>
                <a:cs typeface="Arial" pitchFamily="34" charset="0"/>
              </a:rPr>
              <a:t>物件</a:t>
            </a:r>
            <a:endParaRPr kumimoji="0" lang="en-GB" sz="2200" dirty="0">
              <a:latin typeface="Arial" pitchFamily="34" charset="0"/>
              <a:ea typeface="微軟正黑體" pitchFamily="34" charset="-120"/>
              <a:cs typeface="Arial" pitchFamily="34" charset="0"/>
            </a:endParaRPr>
          </a:p>
          <a:p>
            <a:pPr marL="631825" lvl="1" indent="-342900">
              <a:buClrTx/>
              <a:buFont typeface="+mj-lt"/>
              <a:buAutoNum type="arabicPeriod"/>
              <a:defRPr/>
            </a:pPr>
            <a:r>
              <a:rPr kumimoji="0" lang="zh-TW" altLang="en-US" sz="2200" dirty="0">
                <a:latin typeface="Arial" pitchFamily="34" charset="0"/>
                <a:ea typeface="微軟正黑體" pitchFamily="34" charset="-120"/>
                <a:cs typeface="Arial" pitchFamily="34" charset="0"/>
              </a:rPr>
              <a:t>指定</a:t>
            </a:r>
            <a:r>
              <a:rPr kumimoji="0" lang="en-GB" sz="2200" dirty="0">
                <a:latin typeface="Arial" pitchFamily="34" charset="0"/>
                <a:ea typeface="微軟正黑體" pitchFamily="34" charset="-120"/>
                <a:cs typeface="Arial" pitchFamily="34" charset="0"/>
              </a:rPr>
              <a:t>HTTP</a:t>
            </a:r>
            <a:r>
              <a:rPr kumimoji="0" lang="zh-TW" altLang="en-US" sz="2200" dirty="0">
                <a:latin typeface="Arial" pitchFamily="34" charset="0"/>
                <a:ea typeface="微軟正黑體" pitchFamily="34" charset="-120"/>
                <a:cs typeface="Arial" pitchFamily="34" charset="0"/>
              </a:rPr>
              <a:t>方法及網址</a:t>
            </a:r>
            <a:r>
              <a:rPr kumimoji="0" lang="en-US" altLang="zh-TW" sz="2200" dirty="0">
                <a:latin typeface="Arial" pitchFamily="34" charset="0"/>
                <a:ea typeface="微軟正黑體" pitchFamily="34" charset="-120"/>
                <a:cs typeface="Arial" pitchFamily="34" charset="0"/>
              </a:rPr>
              <a:t>(</a:t>
            </a:r>
            <a:r>
              <a:rPr kumimoji="0" lang="en-GB" sz="2200" dirty="0">
                <a:latin typeface="Arial" pitchFamily="34" charset="0"/>
                <a:ea typeface="微軟正黑體" pitchFamily="34" charset="-120"/>
                <a:cs typeface="Arial" pitchFamily="34" charset="0"/>
              </a:rPr>
              <a:t>URL</a:t>
            </a:r>
            <a:r>
              <a:rPr kumimoji="0" lang="en-US" altLang="zh-TW" sz="2200" dirty="0">
                <a:latin typeface="Arial" pitchFamily="34" charset="0"/>
                <a:ea typeface="微軟正黑體" pitchFamily="34" charset="-120"/>
                <a:cs typeface="Arial" pitchFamily="34" charset="0"/>
              </a:rPr>
              <a:t>)</a:t>
            </a:r>
            <a:endParaRPr kumimoji="0" lang="en-GB" sz="2200" dirty="0">
              <a:latin typeface="Arial" pitchFamily="34" charset="0"/>
              <a:ea typeface="微軟正黑體" pitchFamily="34" charset="-120"/>
              <a:cs typeface="Arial" pitchFamily="34" charset="0"/>
            </a:endParaRPr>
          </a:p>
          <a:p>
            <a:pPr marL="631825" lvl="1" indent="-342900">
              <a:buClrTx/>
              <a:buFont typeface="+mj-lt"/>
              <a:buAutoNum type="arabicPeriod"/>
              <a:defRPr/>
            </a:pPr>
            <a:r>
              <a:rPr kumimoji="0" lang="zh-TW" altLang="en-US" sz="2200" dirty="0">
                <a:latin typeface="Arial" pitchFamily="34" charset="0"/>
                <a:ea typeface="微軟正黑體" pitchFamily="34" charset="-120"/>
                <a:cs typeface="Arial" pitchFamily="34" charset="0"/>
              </a:rPr>
              <a:t>設定請求資料表頭資料</a:t>
            </a:r>
            <a:endParaRPr kumimoji="0" lang="en-GB" sz="2200" dirty="0">
              <a:latin typeface="Arial" pitchFamily="34" charset="0"/>
              <a:ea typeface="微軟正黑體" pitchFamily="34" charset="-120"/>
              <a:cs typeface="Arial" pitchFamily="34" charset="0"/>
            </a:endParaRPr>
          </a:p>
          <a:p>
            <a:pPr marL="631825" lvl="1" indent="-342900">
              <a:buClrTx/>
              <a:buFont typeface="+mj-lt"/>
              <a:buAutoNum type="arabicPeriod"/>
              <a:defRPr/>
            </a:pPr>
            <a:r>
              <a:rPr kumimoji="0" lang="zh-TW" altLang="en-US" sz="2200" dirty="0">
                <a:latin typeface="Arial" pitchFamily="34" charset="0"/>
                <a:ea typeface="微軟正黑體" pitchFamily="34" charset="-120"/>
                <a:cs typeface="Arial" pitchFamily="34" charset="0"/>
              </a:rPr>
              <a:t>送出請求</a:t>
            </a:r>
            <a:endParaRPr kumimoji="0" lang="en-GB" sz="2200" dirty="0">
              <a:latin typeface="Arial" pitchFamily="34" charset="0"/>
              <a:ea typeface="微軟正黑體" pitchFamily="34" charset="-120"/>
              <a:cs typeface="Arial" pitchFamily="34" charset="0"/>
            </a:endParaRPr>
          </a:p>
          <a:p>
            <a:pPr marL="347662" indent="-342900">
              <a:buFont typeface="+mj-lt"/>
              <a:buAutoNum type="arabicPeriod"/>
              <a:defRPr/>
            </a:pPr>
            <a:endParaRPr kumimoji="0" lang="en-GB" sz="2000" dirty="0">
              <a:latin typeface="Arial" pitchFamily="34" charset="0"/>
              <a:cs typeface="Arial" pitchFamily="34" charset="0"/>
            </a:endParaRPr>
          </a:p>
          <a:p>
            <a:pPr marL="347662" indent="-342900">
              <a:buFont typeface="+mj-lt"/>
              <a:buAutoNum type="arabicPeriod"/>
              <a:defRPr/>
            </a:pPr>
            <a:endParaRPr kumimoji="0" lang="en-GB" sz="2000" dirty="0">
              <a:latin typeface="Arial" pitchFamily="34" charset="0"/>
              <a:cs typeface="Arial" pitchFamily="34" charset="0"/>
            </a:endParaRPr>
          </a:p>
          <a:p>
            <a:pPr marL="0" indent="0">
              <a:buFont typeface="Arial" pitchFamily="34" charset="0"/>
              <a:buNone/>
              <a:defRPr/>
            </a:pPr>
            <a:endParaRPr kumimoji="0" lang="en-GB" sz="2000" dirty="0">
              <a:latin typeface="Arial" pitchFamily="34" charset="0"/>
              <a:cs typeface="Arial" pitchFamily="34" charset="0"/>
            </a:endParaRPr>
          </a:p>
          <a:p>
            <a:pPr>
              <a:defRPr/>
            </a:pPr>
            <a:endParaRPr kumimoji="0" lang="en-US" altLang="zh-TW" dirty="0">
              <a:latin typeface="Arial" pitchFamily="34" charset="0"/>
              <a:cs typeface="Arial" pitchFamily="34" charset="0"/>
            </a:endParaRPr>
          </a:p>
          <a:p>
            <a:pPr>
              <a:defRPr/>
            </a:pPr>
            <a:r>
              <a:rPr kumimoji="0" lang="zh-TW" altLang="en-US" sz="2400" dirty="0">
                <a:latin typeface="Arial" pitchFamily="34" charset="0"/>
                <a:ea typeface="微軟正黑體" pitchFamily="34" charset="-120"/>
                <a:cs typeface="Arial" pitchFamily="34" charset="0"/>
              </a:rPr>
              <a:t> 請求會以非同步方式送出到伺服器</a:t>
            </a:r>
            <a:endParaRPr kumimoji="0" lang="en-GB" sz="2400" dirty="0">
              <a:latin typeface="Arial" pitchFamily="34" charset="0"/>
              <a:ea typeface="微軟正黑體" pitchFamily="34" charset="-120"/>
              <a:cs typeface="Arial" pitchFamily="34" charset="0"/>
            </a:endParaRPr>
          </a:p>
          <a:p>
            <a:pPr>
              <a:defRPr/>
            </a:pPr>
            <a:endParaRPr kumimoji="0" lang="en-US" dirty="0">
              <a:latin typeface="Arial" pitchFamily="34" charset="0"/>
              <a:cs typeface="Arial" pitchFamily="34" charset="0"/>
            </a:endParaRPr>
          </a:p>
        </p:txBody>
      </p:sp>
      <p:sp>
        <p:nvSpPr>
          <p:cNvPr id="5" name="TextBox 1"/>
          <p:cNvSpPr txBox="1"/>
          <p:nvPr/>
        </p:nvSpPr>
        <p:spPr>
          <a:xfrm>
            <a:off x="926022" y="3519186"/>
            <a:ext cx="7169150" cy="1323975"/>
          </a:xfrm>
          <a:prstGeom prst="rect">
            <a:avLst/>
          </a:prstGeom>
          <a:solidFill>
            <a:schemeClr val="bg1">
              <a:lumMod val="95000"/>
            </a:schemeClr>
          </a:solidFill>
          <a:ln>
            <a:noFill/>
          </a:ln>
        </p:spPr>
        <p:txBody>
          <a:bodyPr>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defRPr/>
            </a:pPr>
            <a:r>
              <a:rPr kumimoji="0" lang="en-US" sz="2000" b="0" dirty="0">
                <a:solidFill>
                  <a:srgbClr val="0070C0"/>
                </a:solidFill>
                <a:latin typeface="Arial" pitchFamily="34" charset="0"/>
                <a:cs typeface="Arial" pitchFamily="34" charset="0"/>
              </a:rPr>
              <a:t>var request = new </a:t>
            </a:r>
            <a:r>
              <a:rPr kumimoji="0" lang="en-US" sz="2000" b="0" dirty="0" err="1">
                <a:solidFill>
                  <a:srgbClr val="0070C0"/>
                </a:solidFill>
                <a:latin typeface="Arial" pitchFamily="34" charset="0"/>
                <a:cs typeface="Arial" pitchFamily="34" charset="0"/>
              </a:rPr>
              <a:t>XMLHttpRequest</a:t>
            </a:r>
            <a:r>
              <a:rPr kumimoji="0" lang="en-US" sz="2000" b="0" dirty="0">
                <a:solidFill>
                  <a:srgbClr val="0070C0"/>
                </a:solidFill>
                <a:latin typeface="Arial" pitchFamily="34" charset="0"/>
                <a:cs typeface="Arial" pitchFamily="34" charset="0"/>
              </a:rPr>
              <a:t>(</a:t>
            </a:r>
            <a:r>
              <a:rPr kumimoji="0" lang="zh-TW" altLang="en-US" sz="2000" b="0" dirty="0">
                <a:solidFill>
                  <a:srgbClr val="0070C0"/>
                </a:solidFill>
                <a:latin typeface="Arial" pitchFamily="34" charset="0"/>
                <a:cs typeface="Arial" pitchFamily="34" charset="0"/>
              </a:rPr>
              <a:t> </a:t>
            </a:r>
            <a:r>
              <a:rPr kumimoji="0" lang="en-US" sz="2000" b="0" dirty="0">
                <a:solidFill>
                  <a:srgbClr val="0070C0"/>
                </a:solidFill>
                <a:latin typeface="Arial" pitchFamily="34" charset="0"/>
                <a:cs typeface="Arial" pitchFamily="34" charset="0"/>
              </a:rPr>
              <a:t>);</a:t>
            </a:r>
          </a:p>
          <a:p>
            <a:pPr>
              <a:defRPr/>
            </a:pPr>
            <a:r>
              <a:rPr kumimoji="0" lang="en-US" sz="2000" b="0" dirty="0">
                <a:solidFill>
                  <a:srgbClr val="0070C0"/>
                </a:solidFill>
                <a:latin typeface="Arial" pitchFamily="34" charset="0"/>
                <a:cs typeface="Arial" pitchFamily="34" charset="0"/>
              </a:rPr>
              <a:t>var url = "http://server.com/resources/...";</a:t>
            </a:r>
            <a:endParaRPr kumimoji="0" lang="en-GB" sz="2000" b="0" dirty="0">
              <a:solidFill>
                <a:srgbClr val="0070C0"/>
              </a:solidFill>
              <a:latin typeface="Arial" pitchFamily="34" charset="0"/>
              <a:cs typeface="Arial" pitchFamily="34" charset="0"/>
            </a:endParaRPr>
          </a:p>
          <a:p>
            <a:pPr>
              <a:defRPr/>
            </a:pPr>
            <a:r>
              <a:rPr kumimoji="0" lang="en-US" sz="2000" b="0" dirty="0">
                <a:solidFill>
                  <a:srgbClr val="0070C0"/>
                </a:solidFill>
                <a:latin typeface="Arial" pitchFamily="34" charset="0"/>
                <a:cs typeface="Arial" pitchFamily="34" charset="0"/>
              </a:rPr>
              <a:t>request.open( "GET", url );</a:t>
            </a:r>
            <a:endParaRPr kumimoji="0" lang="en-GB" sz="2000" b="0" dirty="0">
              <a:solidFill>
                <a:srgbClr val="0070C0"/>
              </a:solidFill>
              <a:latin typeface="Arial" pitchFamily="34" charset="0"/>
              <a:cs typeface="Arial" pitchFamily="34" charset="0"/>
            </a:endParaRPr>
          </a:p>
          <a:p>
            <a:pPr>
              <a:defRPr/>
            </a:pPr>
            <a:r>
              <a:rPr kumimoji="0" lang="en-US" sz="2000" b="0" dirty="0" err="1">
                <a:solidFill>
                  <a:srgbClr val="0070C0"/>
                </a:solidFill>
                <a:latin typeface="Arial" pitchFamily="34" charset="0"/>
                <a:cs typeface="Arial" pitchFamily="34" charset="0"/>
              </a:rPr>
              <a:t>request.send</a:t>
            </a:r>
            <a:r>
              <a:rPr kumimoji="0" lang="en-US" sz="2000" b="0" dirty="0">
                <a:solidFill>
                  <a:srgbClr val="0070C0"/>
                </a:solidFill>
                <a:latin typeface="Arial" pitchFamily="34" charset="0"/>
                <a:cs typeface="Arial" pitchFamily="34" charset="0"/>
              </a:rPr>
              <a:t>(</a:t>
            </a:r>
            <a:r>
              <a:rPr kumimoji="0" lang="zh-TW" altLang="en-US" sz="2000" b="0" dirty="0">
                <a:solidFill>
                  <a:srgbClr val="0070C0"/>
                </a:solidFill>
                <a:latin typeface="Arial" pitchFamily="34" charset="0"/>
                <a:cs typeface="Arial" pitchFamily="34" charset="0"/>
              </a:rPr>
              <a:t> </a:t>
            </a:r>
            <a:r>
              <a:rPr kumimoji="0" lang="en-US" sz="2000" b="0" dirty="0">
                <a:solidFill>
                  <a:srgbClr val="0070C0"/>
                </a:solidFill>
                <a:latin typeface="Arial" pitchFamily="34" charset="0"/>
                <a:cs typeface="Arial" pitchFamily="34" charset="0"/>
              </a:rPr>
              <a:t>);</a:t>
            </a:r>
            <a:endParaRPr kumimoji="0" lang="en-GB" sz="2000" dirty="0">
              <a:solidFill>
                <a:srgbClr val="0070C0"/>
              </a:solidFill>
              <a:latin typeface="Arial" pitchFamily="34" charset="0"/>
              <a:cs typeface="Arial" pitchFamily="34" charset="0"/>
            </a:endParaRPr>
          </a:p>
        </p:txBody>
      </p:sp>
      <p:sp>
        <p:nvSpPr>
          <p:cNvPr id="6" name="TextBox 3"/>
          <p:cNvSpPr txBox="1"/>
          <p:nvPr/>
        </p:nvSpPr>
        <p:spPr>
          <a:xfrm>
            <a:off x="827584" y="5558950"/>
            <a:ext cx="7132638" cy="396875"/>
          </a:xfrm>
          <a:prstGeom prst="rect">
            <a:avLst/>
          </a:prstGeom>
          <a:solidFill>
            <a:schemeClr val="bg1">
              <a:lumMod val="95000"/>
            </a:schemeClr>
          </a:solidFill>
          <a:ln>
            <a:noFill/>
          </a:ln>
        </p:spPr>
        <p:txBody>
          <a:bodyPr>
            <a:spAutoFit/>
          </a:bodyPr>
          <a:lstStyle/>
          <a:p>
            <a:pPr>
              <a:defRPr/>
            </a:pPr>
            <a:r>
              <a:rPr kumimoji="0" lang="en-US" altLang="zh-TW" sz="2000" dirty="0" err="1">
                <a:solidFill>
                  <a:srgbClr val="0070C0"/>
                </a:solidFill>
                <a:cs typeface="Arial" charset="0"/>
              </a:rPr>
              <a:t>request.open</a:t>
            </a:r>
            <a:r>
              <a:rPr kumimoji="0" lang="en-US" altLang="zh-TW" sz="2000" dirty="0">
                <a:solidFill>
                  <a:srgbClr val="0070C0"/>
                </a:solidFill>
                <a:cs typeface="Arial" charset="0"/>
              </a:rPr>
              <a:t>( "GET", </a:t>
            </a:r>
            <a:r>
              <a:rPr kumimoji="0" lang="en-US" altLang="zh-TW" sz="2000" dirty="0" err="1">
                <a:solidFill>
                  <a:srgbClr val="0070C0"/>
                </a:solidFill>
                <a:cs typeface="Arial" charset="0"/>
              </a:rPr>
              <a:t>url</a:t>
            </a:r>
            <a:r>
              <a:rPr kumimoji="0" lang="en-US" altLang="zh-TW" sz="2000" dirty="0">
                <a:solidFill>
                  <a:srgbClr val="0070C0"/>
                </a:solidFill>
                <a:cs typeface="Arial" charset="0"/>
              </a:rPr>
              <a:t> , true);</a:t>
            </a:r>
            <a:endParaRPr kumimoji="0" lang="en-GB" altLang="zh-TW" sz="2000" dirty="0">
              <a:solidFill>
                <a:srgbClr val="0070C0"/>
              </a:solidFill>
              <a:cs typeface="Arial" charset="0"/>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標題 1"/>
          <p:cNvSpPr>
            <a:spLocks noGrp="1"/>
          </p:cNvSpPr>
          <p:nvPr>
            <p:ph type="title"/>
          </p:nvPr>
        </p:nvSpPr>
        <p:spPr>
          <a:xfrm>
            <a:off x="539552" y="908720"/>
            <a:ext cx="8326438" cy="741363"/>
          </a:xfrm>
        </p:spPr>
        <p:txBody>
          <a:bodyPr/>
          <a:lstStyle/>
          <a:p>
            <a:pPr eaLnBrk="1" hangingPunct="1"/>
            <a:r>
              <a:rPr lang="en-GB" altLang="zh-TW" sz="3600" dirty="0" err="1">
                <a:latin typeface="Arial" charset="0"/>
                <a:ea typeface="微軟正黑體" pitchFamily="34" charset="-120"/>
                <a:cs typeface="Arial" charset="0"/>
              </a:rPr>
              <a:t>XMLHttpRequest</a:t>
            </a:r>
            <a:r>
              <a:rPr lang="zh-TW" altLang="en-US" sz="3600" dirty="0">
                <a:latin typeface="Arial" charset="0"/>
                <a:ea typeface="微軟正黑體" pitchFamily="34" charset="-120"/>
                <a:cs typeface="Arial" charset="0"/>
              </a:rPr>
              <a:t>非同步存取遠端資料</a:t>
            </a:r>
          </a:p>
        </p:txBody>
      </p:sp>
      <p:sp>
        <p:nvSpPr>
          <p:cNvPr id="60418" name="Content Placeholder 2"/>
          <p:cNvSpPr>
            <a:spLocks noGrp="1"/>
          </p:cNvSpPr>
          <p:nvPr/>
        </p:nvSpPr>
        <p:spPr bwMode="auto">
          <a:xfrm>
            <a:off x="460375" y="2132856"/>
            <a:ext cx="8118475" cy="5148262"/>
          </a:xfrm>
          <a:prstGeom prst="rect">
            <a:avLst/>
          </a:prstGeom>
          <a:noFill/>
          <a:ln w="9525">
            <a:noFill/>
            <a:miter lim="800000"/>
            <a:headEnd/>
            <a:tailEnd/>
          </a:ln>
        </p:spPr>
        <p:txBody>
          <a:bodyPr lIns="0" tIns="0" rIns="0" bIns="0"/>
          <a:lstStyle/>
          <a:p>
            <a:pPr marL="346075" indent="-342900">
              <a:spcBef>
                <a:spcPts val="1200"/>
              </a:spcBef>
              <a:spcAft>
                <a:spcPts val="600"/>
              </a:spcAft>
              <a:buSzPct val="90000"/>
              <a:buFont typeface="Arial" charset="0"/>
              <a:buChar char="•"/>
            </a:pPr>
            <a:r>
              <a:rPr kumimoji="0" lang="zh-TW" altLang="en-US" sz="2400" dirty="0">
                <a:ea typeface="微軟正黑體" pitchFamily="34" charset="-120"/>
                <a:cs typeface="Arial" charset="0"/>
              </a:rPr>
              <a:t>建立</a:t>
            </a:r>
            <a:r>
              <a:rPr kumimoji="0" lang="en-US" altLang="zh-TW" sz="2400" dirty="0" err="1">
                <a:ea typeface="微軟正黑體" pitchFamily="34" charset="-120"/>
                <a:cs typeface="Arial" charset="0"/>
              </a:rPr>
              <a:t>javascript</a:t>
            </a:r>
            <a:r>
              <a:rPr kumimoji="0" lang="en-US" altLang="zh-TW" sz="2400" dirty="0">
                <a:ea typeface="微軟正黑體" pitchFamily="34" charset="-120"/>
                <a:cs typeface="Arial" charset="0"/>
              </a:rPr>
              <a:t> </a:t>
            </a:r>
            <a:r>
              <a:rPr kumimoji="0" lang="en-GB" altLang="en-US" sz="2400" dirty="0" err="1">
                <a:ea typeface="微軟正黑體" pitchFamily="34" charset="-120"/>
                <a:cs typeface="Arial" charset="0"/>
              </a:rPr>
              <a:t>XMLHTTPRequest</a:t>
            </a:r>
            <a:r>
              <a:rPr kumimoji="0" lang="zh-TW" altLang="en-US" sz="2400" dirty="0">
                <a:ea typeface="微軟正黑體" pitchFamily="34" charset="-120"/>
                <a:cs typeface="Arial" charset="0"/>
              </a:rPr>
              <a:t>物件</a:t>
            </a:r>
            <a:endParaRPr kumimoji="0" lang="en-GB" altLang="en-US" sz="2400" dirty="0">
              <a:ea typeface="微軟正黑體" pitchFamily="34" charset="-120"/>
              <a:cs typeface="Arial" charset="0"/>
            </a:endParaRPr>
          </a:p>
          <a:p>
            <a:pPr marL="346075" indent="-342900">
              <a:spcBef>
                <a:spcPts val="1200"/>
              </a:spcBef>
              <a:spcAft>
                <a:spcPts val="600"/>
              </a:spcAft>
              <a:buSzPct val="90000"/>
              <a:buFont typeface="Arial" charset="0"/>
              <a:buChar char="•"/>
            </a:pPr>
            <a:r>
              <a:rPr kumimoji="0" lang="zh-TW" altLang="en-US" sz="2400" dirty="0">
                <a:ea typeface="微軟正黑體" pitchFamily="34" charset="-120"/>
                <a:cs typeface="Arial" charset="0"/>
              </a:rPr>
              <a:t>指定伺服器端要執行程式網址</a:t>
            </a:r>
            <a:r>
              <a:rPr kumimoji="0" lang="en-US" altLang="zh-TW" sz="2400" dirty="0">
                <a:ea typeface="微軟正黑體" pitchFamily="34" charset="-120"/>
                <a:cs typeface="Arial" charset="0"/>
              </a:rPr>
              <a:t>(</a:t>
            </a:r>
            <a:r>
              <a:rPr kumimoji="0" lang="en-GB" altLang="en-US" sz="2400" dirty="0">
                <a:ea typeface="微軟正黑體" pitchFamily="34" charset="-120"/>
                <a:cs typeface="Arial" charset="0"/>
              </a:rPr>
              <a:t>URL</a:t>
            </a:r>
            <a:r>
              <a:rPr kumimoji="0" lang="en-US" altLang="zh-TW" sz="2400" dirty="0">
                <a:ea typeface="微軟正黑體" pitchFamily="34" charset="-120"/>
                <a:cs typeface="Arial" charset="0"/>
              </a:rPr>
              <a:t>)</a:t>
            </a:r>
          </a:p>
          <a:p>
            <a:pPr marL="346075" indent="-342900">
              <a:spcBef>
                <a:spcPts val="1200"/>
              </a:spcBef>
              <a:spcAft>
                <a:spcPts val="600"/>
              </a:spcAft>
              <a:buSzPct val="90000"/>
              <a:buFont typeface="Arial" charset="0"/>
              <a:buChar char="•"/>
            </a:pPr>
            <a:r>
              <a:rPr kumimoji="0" lang="zh-TW" altLang="en-US" sz="2400" dirty="0">
                <a:ea typeface="微軟正黑體" pitchFamily="34" charset="-120"/>
                <a:cs typeface="Arial" charset="0"/>
              </a:rPr>
              <a:t>建立事件處理</a:t>
            </a:r>
            <a:r>
              <a:rPr kumimoji="0" lang="en-US" altLang="zh-TW" sz="2400" dirty="0" err="1">
                <a:ea typeface="微軟正黑體" pitchFamily="34" charset="-120"/>
                <a:cs typeface="Arial" charset="0"/>
              </a:rPr>
              <a:t>readystatechange</a:t>
            </a:r>
            <a:r>
              <a:rPr kumimoji="0" lang="zh-TW" altLang="en-US" sz="2400" dirty="0">
                <a:ea typeface="微軟正黑體" pitchFamily="34" charset="-120"/>
                <a:cs typeface="Arial" charset="0"/>
              </a:rPr>
              <a:t>程序</a:t>
            </a:r>
            <a:endParaRPr kumimoji="0" lang="en-US" altLang="zh-TW" sz="2400" dirty="0">
              <a:ea typeface="微軟正黑體" pitchFamily="34" charset="-120"/>
              <a:cs typeface="Arial" charset="0"/>
            </a:endParaRPr>
          </a:p>
          <a:p>
            <a:pPr marL="346075" indent="-342900">
              <a:spcBef>
                <a:spcPts val="1200"/>
              </a:spcBef>
              <a:spcAft>
                <a:spcPts val="600"/>
              </a:spcAft>
              <a:buSzPct val="90000"/>
              <a:buFont typeface="Arial" charset="0"/>
              <a:buChar char="•"/>
            </a:pPr>
            <a:r>
              <a:rPr kumimoji="0" lang="zh-TW" altLang="en-US" sz="2400" dirty="0">
                <a:ea typeface="微軟正黑體" pitchFamily="34" charset="-120"/>
                <a:cs typeface="Arial" charset="0"/>
              </a:rPr>
              <a:t>讀取傳回物件</a:t>
            </a:r>
            <a:r>
              <a:rPr kumimoji="0" lang="en-US" altLang="zh-TW" sz="2400" dirty="0">
                <a:ea typeface="微軟正黑體" pitchFamily="34" charset="-120"/>
                <a:cs typeface="Arial" charset="0"/>
              </a:rPr>
              <a:t>response</a:t>
            </a:r>
            <a:r>
              <a:rPr kumimoji="0" lang="zh-TW" altLang="en-US" sz="2400" dirty="0">
                <a:ea typeface="微軟正黑體" pitchFamily="34" charset="-120"/>
                <a:cs typeface="Arial" charset="0"/>
              </a:rPr>
              <a:t>的屬性</a:t>
            </a:r>
            <a:r>
              <a:rPr kumimoji="0" lang="en-US" altLang="zh-TW" sz="2400" dirty="0" err="1">
                <a:ea typeface="微軟正黑體" pitchFamily="34" charset="-120"/>
                <a:cs typeface="Arial" charset="0"/>
              </a:rPr>
              <a:t>responseText</a:t>
            </a:r>
            <a:r>
              <a:rPr kumimoji="0" lang="en-US" altLang="zh-TW" sz="2400" dirty="0">
                <a:ea typeface="微軟正黑體" pitchFamily="34" charset="-120"/>
                <a:cs typeface="Arial" charset="0"/>
              </a:rPr>
              <a:t> </a:t>
            </a:r>
          </a:p>
          <a:p>
            <a:pPr marL="346075" indent="-342900">
              <a:spcBef>
                <a:spcPts val="1200"/>
              </a:spcBef>
              <a:spcAft>
                <a:spcPts val="600"/>
              </a:spcAft>
              <a:buSzPct val="90000"/>
              <a:buFont typeface="Arial" charset="0"/>
              <a:buChar char="•"/>
            </a:pPr>
            <a:r>
              <a:rPr kumimoji="0" lang="zh-TW" altLang="en-US" sz="2400" dirty="0">
                <a:ea typeface="微軟正黑體" pitchFamily="34" charset="-120"/>
                <a:cs typeface="Arial" charset="0"/>
              </a:rPr>
              <a:t>建立伺服器端程式準備傳回之資料</a:t>
            </a:r>
            <a:endParaRPr kumimoji="0" lang="en-US" altLang="zh-TW" sz="2400" dirty="0">
              <a:ea typeface="微軟正黑體" pitchFamily="34" charset="-120"/>
              <a:cs typeface="Arial" charset="0"/>
            </a:endParaRPr>
          </a:p>
          <a:p>
            <a:pPr marL="346075" indent="-342900">
              <a:spcBef>
                <a:spcPts val="1200"/>
              </a:spcBef>
              <a:spcAft>
                <a:spcPts val="600"/>
              </a:spcAft>
              <a:buSzPct val="90000"/>
              <a:buFont typeface="Arial" charset="0"/>
              <a:buChar char="•"/>
            </a:pPr>
            <a:r>
              <a:rPr kumimoji="0" lang="zh-TW" altLang="en-US" sz="2400" dirty="0">
                <a:ea typeface="微軟正黑體" pitchFamily="34" charset="-120"/>
                <a:cs typeface="Arial" charset="0"/>
              </a:rPr>
              <a:t>最後送出請求執行</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92D5A94-26D1-46D5-B9A4-0974EF427146}"/>
              </a:ext>
            </a:extLst>
          </p:cNvPr>
          <p:cNvSpPr>
            <a:spLocks noGrp="1"/>
          </p:cNvSpPr>
          <p:nvPr>
            <p:ph type="title"/>
          </p:nvPr>
        </p:nvSpPr>
        <p:spPr>
          <a:xfrm>
            <a:off x="539552" y="692607"/>
            <a:ext cx="8229600" cy="792162"/>
          </a:xfrm>
        </p:spPr>
        <p:txBody>
          <a:bodyPr/>
          <a:lstStyle/>
          <a:p>
            <a:r>
              <a:rPr lang="zh-TW" altLang="en-US" dirty="0"/>
              <a:t>建立 </a:t>
            </a:r>
            <a:r>
              <a:rPr lang="en-US" altLang="zh-TW" dirty="0" err="1"/>
              <a:t>XMLHTTPRequest</a:t>
            </a:r>
            <a:r>
              <a:rPr lang="zh-TW" altLang="en-US" dirty="0"/>
              <a:t>物件</a:t>
            </a:r>
          </a:p>
        </p:txBody>
      </p:sp>
      <p:sp>
        <p:nvSpPr>
          <p:cNvPr id="4" name="文字方塊 3">
            <a:extLst>
              <a:ext uri="{FF2B5EF4-FFF2-40B4-BE49-F238E27FC236}">
                <a16:creationId xmlns:a16="http://schemas.microsoft.com/office/drawing/2014/main" id="{047B2CEB-4A33-4B63-970A-9CCE50020C3B}"/>
              </a:ext>
            </a:extLst>
          </p:cNvPr>
          <p:cNvSpPr txBox="1"/>
          <p:nvPr/>
        </p:nvSpPr>
        <p:spPr>
          <a:xfrm>
            <a:off x="360412" y="1641078"/>
            <a:ext cx="8136904" cy="4524315"/>
          </a:xfrm>
          <a:prstGeom prst="rect">
            <a:avLst/>
          </a:prstGeom>
          <a:noFill/>
        </p:spPr>
        <p:txBody>
          <a:bodyPr wrap="square">
            <a:spAutoFit/>
          </a:bodyPr>
          <a:lstStyle/>
          <a:p>
            <a:r>
              <a:rPr lang="en-US" altLang="zh-TW" sz="2400" dirty="0"/>
              <a:t>function </a:t>
            </a:r>
            <a:r>
              <a:rPr lang="en-US" altLang="zh-TW" sz="2400" dirty="0" err="1"/>
              <a:t>createXMLHttpRequest</a:t>
            </a:r>
            <a:r>
              <a:rPr lang="en-US" altLang="zh-TW" sz="2400" dirty="0"/>
              <a:t>()</a:t>
            </a:r>
          </a:p>
          <a:p>
            <a:r>
              <a:rPr lang="en-US" altLang="zh-TW" sz="2400" dirty="0"/>
              <a:t>{</a:t>
            </a:r>
          </a:p>
          <a:p>
            <a:r>
              <a:rPr lang="en-US" altLang="zh-TW" sz="2400" dirty="0"/>
              <a:t>  try	//</a:t>
            </a:r>
            <a:r>
              <a:rPr lang="zh-TW" altLang="en-US" sz="2400" dirty="0"/>
              <a:t>其它非</a:t>
            </a:r>
            <a:r>
              <a:rPr lang="en-US" altLang="zh-TW" sz="2400" dirty="0"/>
              <a:t>IE</a:t>
            </a:r>
            <a:r>
              <a:rPr lang="zh-TW" altLang="en-US" sz="2400" dirty="0"/>
              <a:t>的瀏覽器</a:t>
            </a:r>
          </a:p>
          <a:p>
            <a:r>
              <a:rPr lang="zh-TW" altLang="en-US" sz="2400" dirty="0"/>
              <a:t>  </a:t>
            </a:r>
            <a:r>
              <a:rPr lang="en-US" altLang="zh-TW" sz="2400" dirty="0"/>
              <a:t>{</a:t>
            </a:r>
          </a:p>
          <a:p>
            <a:r>
              <a:rPr lang="en-US" altLang="zh-TW" sz="2400" dirty="0"/>
              <a:t>    var XHR = new </a:t>
            </a:r>
            <a:r>
              <a:rPr lang="en-US" altLang="zh-TW" sz="2400" dirty="0" err="1"/>
              <a:t>XMLHttpRequest</a:t>
            </a:r>
            <a:r>
              <a:rPr lang="en-US" altLang="zh-TW" sz="2400" dirty="0"/>
              <a:t>();</a:t>
            </a:r>
          </a:p>
          <a:p>
            <a:r>
              <a:rPr lang="en-US" altLang="zh-TW" sz="2400" dirty="0"/>
              <a:t>  }</a:t>
            </a:r>
          </a:p>
          <a:p>
            <a:r>
              <a:rPr lang="en-US" altLang="zh-TW" sz="2400" dirty="0"/>
              <a:t>  catch(e1)</a:t>
            </a:r>
          </a:p>
          <a:p>
            <a:r>
              <a:rPr lang="en-US" altLang="zh-TW" sz="2400" dirty="0"/>
              <a:t>  {</a:t>
            </a:r>
          </a:p>
          <a:p>
            <a:r>
              <a:rPr lang="en-US" altLang="zh-TW" sz="2400" dirty="0"/>
              <a:t>     …</a:t>
            </a:r>
          </a:p>
          <a:p>
            <a:r>
              <a:rPr lang="en-US" altLang="zh-TW" sz="2400" dirty="0"/>
              <a:t>  }</a:t>
            </a:r>
          </a:p>
          <a:p>
            <a:r>
              <a:rPr lang="en-US" altLang="zh-TW" sz="2400" dirty="0"/>
              <a:t>  return XHR;</a:t>
            </a:r>
          </a:p>
          <a:p>
            <a:r>
              <a:rPr lang="en-US" altLang="zh-TW" sz="2400" dirty="0"/>
              <a:t>}</a:t>
            </a:r>
            <a:endParaRPr lang="zh-TW" altLang="en-US" sz="2400" dirty="0"/>
          </a:p>
        </p:txBody>
      </p:sp>
    </p:spTree>
    <p:extLst>
      <p:ext uri="{BB962C8B-B14F-4D97-AF65-F5344CB8AC3E}">
        <p14:creationId xmlns:p14="http://schemas.microsoft.com/office/powerpoint/2010/main" val="133359160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F3234C9-C309-4C8B-B263-9ACAA5795013}"/>
              </a:ext>
            </a:extLst>
          </p:cNvPr>
          <p:cNvSpPr>
            <a:spLocks noGrp="1"/>
          </p:cNvSpPr>
          <p:nvPr>
            <p:ph type="title"/>
          </p:nvPr>
        </p:nvSpPr>
        <p:spPr>
          <a:xfrm>
            <a:off x="215008" y="836613"/>
            <a:ext cx="8928992" cy="792162"/>
          </a:xfrm>
        </p:spPr>
        <p:txBody>
          <a:bodyPr/>
          <a:lstStyle/>
          <a:p>
            <a:r>
              <a:rPr lang="zh-TW" altLang="en-US" dirty="0"/>
              <a:t>建立事件處理</a:t>
            </a:r>
            <a:r>
              <a:rPr lang="en-US" altLang="zh-TW" dirty="0" err="1"/>
              <a:t>readystatechange</a:t>
            </a:r>
            <a:r>
              <a:rPr lang="zh-TW" altLang="en-US" dirty="0"/>
              <a:t>程序</a:t>
            </a:r>
          </a:p>
        </p:txBody>
      </p:sp>
      <p:sp>
        <p:nvSpPr>
          <p:cNvPr id="4" name="文字方塊 3">
            <a:extLst>
              <a:ext uri="{FF2B5EF4-FFF2-40B4-BE49-F238E27FC236}">
                <a16:creationId xmlns:a16="http://schemas.microsoft.com/office/drawing/2014/main" id="{A3CC15B1-3BEF-4DAE-AD03-5581AEDBC7A1}"/>
              </a:ext>
            </a:extLst>
          </p:cNvPr>
          <p:cNvSpPr txBox="1"/>
          <p:nvPr/>
        </p:nvSpPr>
        <p:spPr>
          <a:xfrm>
            <a:off x="107504" y="1645369"/>
            <a:ext cx="8928992" cy="4708981"/>
          </a:xfrm>
          <a:prstGeom prst="rect">
            <a:avLst/>
          </a:prstGeom>
          <a:noFill/>
        </p:spPr>
        <p:txBody>
          <a:bodyPr wrap="square">
            <a:spAutoFit/>
          </a:bodyPr>
          <a:lstStyle/>
          <a:p>
            <a:r>
              <a:rPr lang="en-US" altLang="zh-TW" dirty="0"/>
              <a:t> </a:t>
            </a:r>
            <a:r>
              <a:rPr lang="en-US" altLang="zh-TW" sz="2000" dirty="0"/>
              <a:t>function </a:t>
            </a:r>
            <a:r>
              <a:rPr lang="en-US" altLang="zh-TW" sz="2000" dirty="0" err="1"/>
              <a:t>startRequest</a:t>
            </a:r>
            <a:r>
              <a:rPr lang="en-US" altLang="zh-TW" sz="2000" dirty="0"/>
              <a:t>() {</a:t>
            </a:r>
          </a:p>
          <a:p>
            <a:r>
              <a:rPr lang="en-US" altLang="zh-TW" sz="2000" dirty="0"/>
              <a:t>      XHR = </a:t>
            </a:r>
            <a:r>
              <a:rPr lang="en-US" altLang="zh-TW" sz="2000" dirty="0" err="1"/>
              <a:t>createXMLHttpRequest</a:t>
            </a:r>
            <a:r>
              <a:rPr lang="en-US" altLang="zh-TW" sz="2000" dirty="0"/>
              <a:t>();</a:t>
            </a:r>
          </a:p>
          <a:p>
            <a:r>
              <a:rPr lang="en-US" altLang="zh-TW" sz="2000" dirty="0"/>
              <a:t>      </a:t>
            </a:r>
            <a:r>
              <a:rPr lang="en-US" altLang="zh-TW" sz="2000" dirty="0" err="1"/>
              <a:t>XHR.open</a:t>
            </a:r>
            <a:r>
              <a:rPr lang="en-US" altLang="zh-TW" sz="2000" dirty="0"/>
              <a:t>("GET", "poetry.txt", true);</a:t>
            </a:r>
          </a:p>
          <a:p>
            <a:r>
              <a:rPr lang="en-US" altLang="zh-TW" sz="2000" dirty="0"/>
              <a:t>      </a:t>
            </a:r>
            <a:r>
              <a:rPr lang="en-US" altLang="zh-TW" sz="2000" dirty="0" err="1"/>
              <a:t>XHR.</a:t>
            </a:r>
            <a:r>
              <a:rPr lang="en-US" altLang="zh-TW" sz="2000" dirty="0" err="1">
                <a:solidFill>
                  <a:srgbClr val="0000FF"/>
                </a:solidFill>
              </a:rPr>
              <a:t>onreadystatechange</a:t>
            </a:r>
            <a:r>
              <a:rPr lang="en-US" altLang="zh-TW" sz="2000" dirty="0"/>
              <a:t> = </a:t>
            </a:r>
            <a:r>
              <a:rPr lang="en-US" altLang="zh-TW" sz="2000" dirty="0" err="1">
                <a:solidFill>
                  <a:srgbClr val="0000FF"/>
                </a:solidFill>
              </a:rPr>
              <a:t>handleStateChange</a:t>
            </a:r>
            <a:r>
              <a:rPr lang="en-US" altLang="zh-TW" sz="2000" dirty="0"/>
              <a:t>;</a:t>
            </a:r>
          </a:p>
          <a:p>
            <a:r>
              <a:rPr lang="en-US" altLang="zh-TW" sz="2000" dirty="0"/>
              <a:t>      </a:t>
            </a:r>
            <a:r>
              <a:rPr lang="en-US" altLang="zh-TW" sz="2000" dirty="0" err="1"/>
              <a:t>XHR.send</a:t>
            </a:r>
            <a:r>
              <a:rPr lang="en-US" altLang="zh-TW" sz="2000" dirty="0"/>
              <a:t>(null);</a:t>
            </a:r>
          </a:p>
          <a:p>
            <a:r>
              <a:rPr lang="en-US" altLang="zh-TW" sz="2000" dirty="0"/>
              <a:t>    }</a:t>
            </a:r>
          </a:p>
          <a:p>
            <a:r>
              <a:rPr lang="en-US" altLang="zh-TW" sz="2000" dirty="0"/>
              <a:t/>
            </a:r>
            <a:br>
              <a:rPr lang="en-US" altLang="zh-TW" sz="2000" dirty="0"/>
            </a:br>
            <a:r>
              <a:rPr lang="en-US" altLang="zh-TW" sz="2000" dirty="0"/>
              <a:t>    function </a:t>
            </a:r>
            <a:r>
              <a:rPr lang="en-US" altLang="zh-TW" sz="2000" dirty="0" err="1">
                <a:solidFill>
                  <a:srgbClr val="0000FF"/>
                </a:solidFill>
              </a:rPr>
              <a:t>handleStateChange</a:t>
            </a:r>
            <a:r>
              <a:rPr lang="en-US" altLang="zh-TW" sz="2000" dirty="0"/>
              <a:t>() {</a:t>
            </a:r>
          </a:p>
          <a:p>
            <a:r>
              <a:rPr lang="en-US" altLang="zh-TW" sz="2000" dirty="0"/>
              <a:t>      if (</a:t>
            </a:r>
            <a:r>
              <a:rPr lang="en-US" altLang="zh-TW" sz="2000" dirty="0" err="1"/>
              <a:t>XHR.readyState</a:t>
            </a:r>
            <a:r>
              <a:rPr lang="en-US" altLang="zh-TW" sz="2000" dirty="0"/>
              <a:t> == 4) {</a:t>
            </a:r>
          </a:p>
          <a:p>
            <a:r>
              <a:rPr lang="en-US" altLang="zh-TW" sz="2000" dirty="0"/>
              <a:t>        if (</a:t>
            </a:r>
            <a:r>
              <a:rPr lang="en-US" altLang="zh-TW" sz="2000" dirty="0" err="1"/>
              <a:t>XHR.status</a:t>
            </a:r>
            <a:r>
              <a:rPr lang="en-US" altLang="zh-TW" sz="2000" dirty="0"/>
              <a:t> == 200)</a:t>
            </a:r>
          </a:p>
          <a:p>
            <a:r>
              <a:rPr lang="en-US" altLang="zh-TW" sz="2000" dirty="0"/>
              <a:t>          </a:t>
            </a:r>
            <a:r>
              <a:rPr lang="en-US" altLang="zh-TW" sz="2000" dirty="0" err="1"/>
              <a:t>document.getElementById</a:t>
            </a:r>
            <a:r>
              <a:rPr lang="en-US" altLang="zh-TW" sz="2000" dirty="0"/>
              <a:t>("span1").</a:t>
            </a:r>
            <a:r>
              <a:rPr lang="en-US" altLang="zh-TW" sz="2000" dirty="0" err="1"/>
              <a:t>innerHTML</a:t>
            </a:r>
            <a:r>
              <a:rPr lang="en-US" altLang="zh-TW" sz="2000" dirty="0"/>
              <a:t> = </a:t>
            </a:r>
            <a:r>
              <a:rPr lang="en-US" altLang="zh-TW" sz="2000" dirty="0" err="1">
                <a:solidFill>
                  <a:srgbClr val="FF0000"/>
                </a:solidFill>
              </a:rPr>
              <a:t>XHR.responseText</a:t>
            </a:r>
            <a:r>
              <a:rPr lang="en-US" altLang="zh-TW" sz="2000" dirty="0"/>
              <a:t>;</a:t>
            </a:r>
          </a:p>
          <a:p>
            <a:r>
              <a:rPr lang="en-US" altLang="zh-TW" sz="2000" dirty="0"/>
              <a:t>        else</a:t>
            </a:r>
          </a:p>
          <a:p>
            <a:r>
              <a:rPr lang="en-US" altLang="zh-TW" sz="2000" dirty="0"/>
              <a:t>          </a:t>
            </a:r>
            <a:r>
              <a:rPr lang="en-US" altLang="zh-TW" sz="2000" dirty="0" err="1"/>
              <a:t>window.alert</a:t>
            </a:r>
            <a:r>
              <a:rPr lang="en-US" altLang="zh-TW" sz="2000" dirty="0"/>
              <a:t>("</a:t>
            </a:r>
            <a:r>
              <a:rPr lang="zh-TW" altLang="en-US" sz="2000" dirty="0"/>
              <a:t>檔案開啟錯誤</a:t>
            </a:r>
            <a:r>
              <a:rPr lang="en-US" altLang="zh-TW" sz="2000" dirty="0"/>
              <a:t>!");</a:t>
            </a:r>
          </a:p>
          <a:p>
            <a:r>
              <a:rPr lang="en-US" altLang="zh-TW" sz="2000" dirty="0"/>
              <a:t>      }</a:t>
            </a:r>
          </a:p>
          <a:p>
            <a:r>
              <a:rPr lang="en-US" altLang="zh-TW" sz="2000" dirty="0"/>
              <a:t>    }</a:t>
            </a:r>
          </a:p>
        </p:txBody>
      </p:sp>
    </p:spTree>
    <p:extLst>
      <p:ext uri="{BB962C8B-B14F-4D97-AF65-F5344CB8AC3E}">
        <p14:creationId xmlns:p14="http://schemas.microsoft.com/office/powerpoint/2010/main" val="122597570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字方塊 5">
            <a:extLst>
              <a:ext uri="{FF2B5EF4-FFF2-40B4-BE49-F238E27FC236}">
                <a16:creationId xmlns:a16="http://schemas.microsoft.com/office/drawing/2014/main" id="{7DC6AC7F-A2FB-442E-A573-40B4D184849F}"/>
              </a:ext>
            </a:extLst>
          </p:cNvPr>
          <p:cNvSpPr txBox="1"/>
          <p:nvPr/>
        </p:nvSpPr>
        <p:spPr>
          <a:xfrm>
            <a:off x="683568" y="404664"/>
            <a:ext cx="7632848" cy="6247864"/>
          </a:xfrm>
          <a:prstGeom prst="rect">
            <a:avLst/>
          </a:prstGeom>
          <a:noFill/>
        </p:spPr>
        <p:txBody>
          <a:bodyPr wrap="square">
            <a:spAutoFit/>
          </a:bodyPr>
          <a:lstStyle/>
          <a:p>
            <a:r>
              <a:rPr lang="en-US" altLang="zh-TW" dirty="0"/>
              <a:t>&lt;div id="user"&gt;&lt;/div&gt;</a:t>
            </a:r>
          </a:p>
          <a:p>
            <a:r>
              <a:rPr lang="en-US" altLang="zh-TW" dirty="0"/>
              <a:t>&lt;script&gt;</a:t>
            </a:r>
          </a:p>
          <a:p>
            <a:r>
              <a:rPr lang="en-US" altLang="zh-TW" dirty="0"/>
              <a:t>// </a:t>
            </a:r>
            <a:r>
              <a:rPr lang="zh-TW" altLang="en-US" dirty="0"/>
              <a:t>建立 </a:t>
            </a:r>
            <a:r>
              <a:rPr lang="en-US" altLang="zh-TW" dirty="0" err="1"/>
              <a:t>XMLHttpRequest</a:t>
            </a:r>
            <a:r>
              <a:rPr lang="en-US" altLang="zh-TW" dirty="0"/>
              <a:t> </a:t>
            </a:r>
            <a:r>
              <a:rPr lang="zh-TW" altLang="en-US" dirty="0"/>
              <a:t>物件</a:t>
            </a:r>
          </a:p>
          <a:p>
            <a:r>
              <a:rPr lang="en-US" altLang="zh-TW" dirty="0"/>
              <a:t>var </a:t>
            </a:r>
            <a:r>
              <a:rPr lang="en-US" altLang="zh-TW" dirty="0" err="1"/>
              <a:t>httpRequest</a:t>
            </a:r>
            <a:r>
              <a:rPr lang="en-US" altLang="zh-TW" dirty="0"/>
              <a:t>;</a:t>
            </a:r>
          </a:p>
          <a:p>
            <a:r>
              <a:rPr lang="en-US" altLang="zh-TW" dirty="0" err="1"/>
              <a:t>httpRequest</a:t>
            </a:r>
            <a:r>
              <a:rPr lang="en-US" altLang="zh-TW" dirty="0"/>
              <a:t> = new </a:t>
            </a:r>
            <a:r>
              <a:rPr lang="en-US" altLang="zh-TW" dirty="0" err="1"/>
              <a:t>XMLHttpRequest</a:t>
            </a:r>
            <a:r>
              <a:rPr lang="en-US" altLang="zh-TW" dirty="0"/>
              <a:t>();</a:t>
            </a:r>
          </a:p>
          <a:p>
            <a:r>
              <a:rPr lang="en-US" altLang="zh-TW" dirty="0"/>
              <a:t>// AJAX callback</a:t>
            </a:r>
          </a:p>
          <a:p>
            <a:r>
              <a:rPr lang="en-US" altLang="zh-TW" dirty="0" err="1"/>
              <a:t>httpRequest.onreadystatechange</a:t>
            </a:r>
            <a:r>
              <a:rPr lang="en-US" altLang="zh-TW" dirty="0"/>
              <a:t> = function() {</a:t>
            </a:r>
          </a:p>
          <a:p>
            <a:r>
              <a:rPr lang="en-US" altLang="zh-TW" dirty="0"/>
              <a:t>// </a:t>
            </a:r>
            <a:r>
              <a:rPr lang="zh-TW" altLang="en-US" dirty="0"/>
              <a:t>等狀態變成請求完成狀態</a:t>
            </a:r>
          </a:p>
          <a:p>
            <a:r>
              <a:rPr lang="en-US" altLang="zh-TW" dirty="0"/>
              <a:t>if (</a:t>
            </a:r>
            <a:r>
              <a:rPr lang="en-US" altLang="zh-TW" dirty="0" err="1"/>
              <a:t>httpRequest.readyState</a:t>
            </a:r>
            <a:r>
              <a:rPr lang="en-US" altLang="zh-TW" dirty="0"/>
              <a:t> === 4) {</a:t>
            </a:r>
          </a:p>
          <a:p>
            <a:r>
              <a:rPr lang="en-US" altLang="zh-TW" dirty="0"/>
              <a:t>// </a:t>
            </a:r>
            <a:r>
              <a:rPr lang="zh-TW" altLang="en-US" dirty="0"/>
              <a:t>只處理 </a:t>
            </a:r>
            <a:r>
              <a:rPr lang="en-US" altLang="zh-TW" dirty="0"/>
              <a:t>server </a:t>
            </a:r>
            <a:r>
              <a:rPr lang="zh-TW" altLang="en-US" dirty="0"/>
              <a:t>返回正常的 </a:t>
            </a:r>
            <a:r>
              <a:rPr lang="en-US" altLang="zh-TW" dirty="0"/>
              <a:t>HTTP 200 </a:t>
            </a:r>
            <a:r>
              <a:rPr lang="zh-TW" altLang="en-US" dirty="0"/>
              <a:t>狀態</a:t>
            </a:r>
          </a:p>
          <a:p>
            <a:r>
              <a:rPr lang="en-US" altLang="zh-TW" dirty="0"/>
              <a:t>if (</a:t>
            </a:r>
            <a:r>
              <a:rPr lang="en-US" altLang="zh-TW" dirty="0" err="1"/>
              <a:t>httpRequest.status</a:t>
            </a:r>
            <a:r>
              <a:rPr lang="en-US" altLang="zh-TW" dirty="0"/>
              <a:t> == 200) {</a:t>
            </a:r>
          </a:p>
          <a:p>
            <a:r>
              <a:rPr lang="en-US" altLang="zh-TW" dirty="0"/>
              <a:t>// </a:t>
            </a:r>
            <a:r>
              <a:rPr lang="zh-TW" altLang="en-US" dirty="0"/>
              <a:t>解開 </a:t>
            </a:r>
            <a:r>
              <a:rPr lang="en-US" altLang="zh-TW" dirty="0"/>
              <a:t>server </a:t>
            </a:r>
            <a:r>
              <a:rPr lang="zh-TW" altLang="en-US" dirty="0"/>
              <a:t>返回的 </a:t>
            </a:r>
            <a:r>
              <a:rPr lang="en-US" altLang="zh-TW" dirty="0"/>
              <a:t>JSON </a:t>
            </a:r>
            <a:r>
              <a:rPr lang="zh-TW" altLang="en-US" dirty="0"/>
              <a:t>資料格式</a:t>
            </a:r>
          </a:p>
          <a:p>
            <a:r>
              <a:rPr lang="en-US" altLang="zh-TW" dirty="0"/>
              <a:t>var </a:t>
            </a:r>
            <a:r>
              <a:rPr lang="en-US" altLang="zh-TW" dirty="0" err="1"/>
              <a:t>jsonResponse</a:t>
            </a:r>
            <a:r>
              <a:rPr lang="en-US" altLang="zh-TW" dirty="0"/>
              <a:t> = </a:t>
            </a:r>
            <a:r>
              <a:rPr lang="en-US" altLang="zh-TW" dirty="0" err="1"/>
              <a:t>JSON.parse</a:t>
            </a:r>
            <a:r>
              <a:rPr lang="en-US" altLang="zh-TW" dirty="0"/>
              <a:t>(</a:t>
            </a:r>
            <a:r>
              <a:rPr lang="en-US" altLang="zh-TW" dirty="0" err="1"/>
              <a:t>httpRequest.responseText</a:t>
            </a:r>
            <a:r>
              <a:rPr lang="en-US" altLang="zh-TW" dirty="0"/>
              <a:t>);</a:t>
            </a:r>
          </a:p>
          <a:p>
            <a:r>
              <a:rPr lang="en-US" altLang="zh-TW" dirty="0"/>
              <a:t>// </a:t>
            </a:r>
            <a:r>
              <a:rPr lang="zh-TW" altLang="en-US" dirty="0"/>
              <a:t>更新頁面內容</a:t>
            </a:r>
          </a:p>
          <a:p>
            <a:r>
              <a:rPr lang="en-US" altLang="zh-TW" dirty="0" err="1"/>
              <a:t>document.getElementById</a:t>
            </a:r>
            <a:r>
              <a:rPr lang="en-US" altLang="zh-TW" dirty="0"/>
              <a:t>('user').</a:t>
            </a:r>
            <a:r>
              <a:rPr lang="en-US" altLang="zh-TW" dirty="0" err="1"/>
              <a:t>innerHTML</a:t>
            </a:r>
            <a:r>
              <a:rPr lang="en-US" altLang="zh-TW" dirty="0"/>
              <a:t> </a:t>
            </a:r>
            <a:r>
              <a:rPr lang="en-US" altLang="zh-TW" dirty="0">
                <a:solidFill>
                  <a:srgbClr val="CC0000"/>
                </a:solidFill>
              </a:rPr>
              <a:t>=  </a:t>
            </a:r>
            <a:r>
              <a:rPr lang="en-US" altLang="zh-TW" dirty="0" err="1">
                <a:solidFill>
                  <a:srgbClr val="CC0000"/>
                </a:solidFill>
              </a:rPr>
              <a:t>jsonResponse.userName</a:t>
            </a:r>
            <a:r>
              <a:rPr lang="en-US" altLang="zh-TW" dirty="0"/>
              <a:t>;</a:t>
            </a:r>
          </a:p>
          <a:p>
            <a:r>
              <a:rPr lang="en-US" altLang="zh-TW" dirty="0"/>
              <a:t>} else {</a:t>
            </a:r>
          </a:p>
          <a:p>
            <a:r>
              <a:rPr lang="en-US" altLang="zh-TW" dirty="0"/>
              <a:t>alert('ERROR - server status code: ' + </a:t>
            </a:r>
            <a:r>
              <a:rPr lang="en-US" altLang="zh-TW" dirty="0" err="1"/>
              <a:t>httpRequest.status</a:t>
            </a:r>
            <a:r>
              <a:rPr lang="en-US" altLang="zh-TW" dirty="0"/>
              <a:t>);</a:t>
            </a:r>
          </a:p>
          <a:p>
            <a:r>
              <a:rPr lang="en-US" altLang="zh-TW" dirty="0"/>
              <a:t>}</a:t>
            </a:r>
          </a:p>
          <a:p>
            <a:r>
              <a:rPr lang="en-US" altLang="zh-TW" dirty="0"/>
              <a:t>}</a:t>
            </a:r>
          </a:p>
          <a:p>
            <a:r>
              <a:rPr lang="en-US" altLang="zh-TW" dirty="0"/>
              <a:t>};</a:t>
            </a:r>
          </a:p>
          <a:p>
            <a:r>
              <a:rPr lang="en-US" altLang="zh-TW" dirty="0"/>
              <a:t>// </a:t>
            </a:r>
            <a:r>
              <a:rPr lang="zh-TW" altLang="en-US" dirty="0"/>
              <a:t>使用 </a:t>
            </a:r>
            <a:r>
              <a:rPr lang="en-US" altLang="zh-TW" dirty="0"/>
              <a:t>HTTP GET </a:t>
            </a:r>
            <a:r>
              <a:rPr lang="zh-TW" altLang="en-US" dirty="0"/>
              <a:t>方法，從 </a:t>
            </a:r>
            <a:r>
              <a:rPr lang="en-US" altLang="zh-TW" dirty="0"/>
              <a:t>URL {</a:t>
            </a:r>
            <a:r>
              <a:rPr lang="en-US" altLang="zh-TW" dirty="0" err="1"/>
              <a:t>username:’Mary</a:t>
            </a:r>
            <a:r>
              <a:rPr lang="en-US" altLang="zh-TW" dirty="0"/>
              <a:t>’}</a:t>
            </a:r>
            <a:r>
              <a:rPr lang="zh-TW" altLang="en-US" dirty="0"/>
              <a:t>請求資料</a:t>
            </a:r>
          </a:p>
          <a:p>
            <a:r>
              <a:rPr lang="en-US" altLang="zh-TW" dirty="0" err="1"/>
              <a:t>httpRequest.open</a:t>
            </a:r>
            <a:r>
              <a:rPr lang="en-US" altLang="zh-TW" dirty="0"/>
              <a:t>('GET', 'user.txt');</a:t>
            </a:r>
          </a:p>
          <a:p>
            <a:r>
              <a:rPr lang="en-US" altLang="zh-TW" dirty="0"/>
              <a:t>// </a:t>
            </a:r>
            <a:r>
              <a:rPr lang="zh-TW" altLang="en-US" dirty="0"/>
              <a:t>送出 </a:t>
            </a:r>
            <a:r>
              <a:rPr lang="en-US" altLang="zh-TW" dirty="0"/>
              <a:t>HTTP </a:t>
            </a:r>
            <a:r>
              <a:rPr lang="zh-TW" altLang="en-US" dirty="0"/>
              <a:t>請求</a:t>
            </a:r>
          </a:p>
          <a:p>
            <a:r>
              <a:rPr lang="en-US" altLang="zh-TW" dirty="0" err="1"/>
              <a:t>httpRequest.send</a:t>
            </a:r>
            <a:r>
              <a:rPr lang="en-US" altLang="zh-TW" dirty="0"/>
              <a:t>();</a:t>
            </a:r>
          </a:p>
          <a:p>
            <a:r>
              <a:rPr lang="en-US" altLang="zh-TW" dirty="0"/>
              <a:t>&lt;/script&gt;</a:t>
            </a:r>
            <a:endParaRPr lang="zh-TW" altLang="en-US" dirty="0"/>
          </a:p>
        </p:txBody>
      </p:sp>
    </p:spTree>
    <p:extLst>
      <p:ext uri="{BB962C8B-B14F-4D97-AF65-F5344CB8AC3E}">
        <p14:creationId xmlns:p14="http://schemas.microsoft.com/office/powerpoint/2010/main" val="84560216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Title 1"/>
          <p:cNvSpPr>
            <a:spLocks noGrp="1"/>
          </p:cNvSpPr>
          <p:nvPr>
            <p:ph type="title"/>
          </p:nvPr>
        </p:nvSpPr>
        <p:spPr>
          <a:xfrm>
            <a:off x="539552" y="476672"/>
            <a:ext cx="8229600" cy="792162"/>
          </a:xfrm>
        </p:spPr>
        <p:txBody>
          <a:bodyPr/>
          <a:lstStyle/>
          <a:p>
            <a:pPr eaLnBrk="1" hangingPunct="1"/>
            <a:r>
              <a:rPr lang="en-US" altLang="zh-TW" dirty="0" err="1">
                <a:latin typeface="Arial" charset="0"/>
                <a:ea typeface="Arial Unicode MS" pitchFamily="34" charset="-120"/>
                <a:cs typeface="Arial" charset="0"/>
              </a:rPr>
              <a:t>XMLHttpRequest</a:t>
            </a:r>
            <a:r>
              <a:rPr lang="zh-TW" altLang="en-US" dirty="0">
                <a:latin typeface="Arial" charset="0"/>
                <a:ea typeface="微軟正黑體" pitchFamily="34" charset="-120"/>
                <a:cs typeface="Arial" charset="0"/>
              </a:rPr>
              <a:t>傳送資料</a:t>
            </a:r>
            <a:endParaRPr lang="en-US" altLang="zh-TW" dirty="0">
              <a:latin typeface="Arial" charset="0"/>
              <a:ea typeface="微軟正黑體" pitchFamily="34" charset="-120"/>
              <a:cs typeface="Arial" charset="0"/>
            </a:endParaRPr>
          </a:p>
        </p:txBody>
      </p:sp>
      <p:sp>
        <p:nvSpPr>
          <p:cNvPr id="65538" name="Content Placeholder 2"/>
          <p:cNvSpPr>
            <a:spLocks noGrp="1"/>
          </p:cNvSpPr>
          <p:nvPr/>
        </p:nvSpPr>
        <p:spPr bwMode="auto">
          <a:xfrm>
            <a:off x="253131" y="1484784"/>
            <a:ext cx="8291513" cy="5148262"/>
          </a:xfrm>
          <a:prstGeom prst="rect">
            <a:avLst/>
          </a:prstGeom>
          <a:noFill/>
          <a:ln w="9525">
            <a:noFill/>
            <a:miter lim="800000"/>
            <a:headEnd/>
            <a:tailEnd/>
          </a:ln>
        </p:spPr>
        <p:txBody>
          <a:bodyPr lIns="0" tIns="0" rIns="0" bIns="0"/>
          <a:lstStyle/>
          <a:p>
            <a:pPr marL="174625" indent="-174625">
              <a:spcBef>
                <a:spcPts val="600"/>
              </a:spcBef>
              <a:buClr>
                <a:srgbClr val="0070C0"/>
              </a:buClr>
              <a:buSzPct val="90000"/>
              <a:buFont typeface="Arial" charset="0"/>
              <a:buChar char="•"/>
            </a:pPr>
            <a:r>
              <a:rPr kumimoji="0" lang="zh-TW" altLang="en-US" sz="2400" dirty="0">
                <a:ea typeface="微軟正黑體" pitchFamily="34" charset="-120"/>
                <a:cs typeface="Arial" charset="0"/>
              </a:rPr>
              <a:t> 傳送資料到伺服器端</a:t>
            </a:r>
            <a:r>
              <a:rPr kumimoji="0" lang="en-US" altLang="zh-TW" sz="2400" dirty="0">
                <a:ea typeface="Segoe UI" pitchFamily="34" charset="0"/>
                <a:cs typeface="Arial" charset="0"/>
              </a:rPr>
              <a:t>：</a:t>
            </a:r>
          </a:p>
          <a:p>
            <a:pPr marL="798513" lvl="1" indent="-514350">
              <a:spcBef>
                <a:spcPts val="600"/>
              </a:spcBef>
              <a:buSzPct val="80000"/>
              <a:buFont typeface="Verdana" pitchFamily="34" charset="0"/>
              <a:buAutoNum type="arabicPeriod"/>
            </a:pPr>
            <a:r>
              <a:rPr kumimoji="0" lang="zh-TW" altLang="en-US" sz="2200" dirty="0">
                <a:ea typeface="微軟正黑體" pitchFamily="34" charset="-120"/>
                <a:cs typeface="Arial" charset="0"/>
              </a:rPr>
              <a:t>設定</a:t>
            </a:r>
            <a:r>
              <a:rPr kumimoji="0" lang="en-US" altLang="zh-TW" sz="2200" dirty="0" err="1">
                <a:ea typeface="Arial Unicode MS" pitchFamily="34" charset="-120"/>
                <a:cs typeface="Arial" charset="0"/>
              </a:rPr>
              <a:t>XMLHttpRequest</a:t>
            </a:r>
            <a:r>
              <a:rPr kumimoji="0" lang="zh-TW" altLang="en-US" sz="2200" dirty="0">
                <a:ea typeface="微軟正黑體" pitchFamily="34" charset="-120"/>
                <a:cs typeface="Arial" charset="0"/>
              </a:rPr>
              <a:t>資料表頭屬性</a:t>
            </a:r>
            <a:r>
              <a:rPr kumimoji="0" lang="en-US" altLang="zh-TW" sz="2200" dirty="0">
                <a:ea typeface="微軟正黑體" pitchFamily="34" charset="-120"/>
                <a:cs typeface="Arial" charset="0"/>
              </a:rPr>
              <a:t/>
            </a:r>
            <a:br>
              <a:rPr kumimoji="0" lang="en-US" altLang="zh-TW" sz="2200" dirty="0">
                <a:ea typeface="微軟正黑體" pitchFamily="34" charset="-120"/>
                <a:cs typeface="Arial" charset="0"/>
              </a:rPr>
            </a:br>
            <a:r>
              <a:rPr kumimoji="0" lang="en-US" altLang="zh-TW" sz="2200" dirty="0">
                <a:ea typeface="Arial Unicode MS" pitchFamily="34" charset="-120"/>
                <a:cs typeface="Arial" charset="0"/>
              </a:rPr>
              <a:t>Content-Type =</a:t>
            </a:r>
            <a:r>
              <a:rPr kumimoji="0" lang="zh-TW" altLang="en-US" sz="2200" dirty="0">
                <a:ea typeface="Arial Unicode MS" pitchFamily="34" charset="-120"/>
                <a:cs typeface="Arial" charset="0"/>
              </a:rPr>
              <a:t> </a:t>
            </a:r>
            <a:r>
              <a:rPr kumimoji="0" lang="en-US" altLang="zh-TW" sz="2200" dirty="0">
                <a:ea typeface="Arial Unicode MS" pitchFamily="34" charset="-120"/>
                <a:cs typeface="Arial" charset="0"/>
              </a:rPr>
              <a:t>application/x-www-form-</a:t>
            </a:r>
            <a:r>
              <a:rPr kumimoji="0" lang="en-US" altLang="zh-TW" sz="2200" dirty="0" err="1">
                <a:ea typeface="Arial Unicode MS" pitchFamily="34" charset="-120"/>
                <a:cs typeface="Arial" charset="0"/>
              </a:rPr>
              <a:t>urlencoded</a:t>
            </a:r>
            <a:endParaRPr kumimoji="0" lang="en-US" altLang="zh-TW" sz="2200" dirty="0">
              <a:ea typeface="Arial Unicode MS" pitchFamily="34" charset="-120"/>
              <a:cs typeface="Arial" charset="0"/>
            </a:endParaRPr>
          </a:p>
          <a:p>
            <a:pPr marL="798513" lvl="1" indent="-514350">
              <a:spcBef>
                <a:spcPts val="600"/>
              </a:spcBef>
              <a:buSzPct val="80000"/>
              <a:buFont typeface="Verdana" pitchFamily="34" charset="0"/>
              <a:buAutoNum type="arabicPeriod"/>
            </a:pPr>
            <a:r>
              <a:rPr kumimoji="0" lang="zh-TW" altLang="en-US" sz="2200" dirty="0">
                <a:ea typeface="微軟正黑體" pitchFamily="34" charset="-120"/>
                <a:cs typeface="Arial" charset="0"/>
              </a:rPr>
              <a:t>透過</a:t>
            </a:r>
            <a:r>
              <a:rPr kumimoji="0" lang="en-US" altLang="zh-TW" sz="2200" dirty="0">
                <a:ea typeface="Arial Unicode MS" pitchFamily="34" charset="-120"/>
                <a:cs typeface="Arial" charset="0"/>
              </a:rPr>
              <a:t>HTTP POST</a:t>
            </a:r>
            <a:r>
              <a:rPr kumimoji="0" lang="zh-TW" altLang="en-US" sz="2200" dirty="0">
                <a:ea typeface="微軟正黑體" pitchFamily="34" charset="-120"/>
                <a:cs typeface="Arial" charset="0"/>
              </a:rPr>
              <a:t>方法傳送資料</a:t>
            </a:r>
            <a:endParaRPr kumimoji="0" lang="en-US" altLang="zh-TW" sz="2200" dirty="0">
              <a:ea typeface="微軟正黑體" pitchFamily="34" charset="-120"/>
              <a:cs typeface="Arial" charset="0"/>
            </a:endParaRPr>
          </a:p>
        </p:txBody>
      </p:sp>
      <p:sp>
        <p:nvSpPr>
          <p:cNvPr id="5" name="TextBox 3"/>
          <p:cNvSpPr txBox="1"/>
          <p:nvPr/>
        </p:nvSpPr>
        <p:spPr>
          <a:xfrm>
            <a:off x="755576" y="3284984"/>
            <a:ext cx="7286625" cy="2462213"/>
          </a:xfrm>
          <a:prstGeom prst="rect">
            <a:avLst/>
          </a:prstGeom>
          <a:solidFill>
            <a:schemeClr val="bg1">
              <a:lumMod val="95000"/>
            </a:schemeClr>
          </a:solidFill>
          <a:ln>
            <a:noFill/>
          </a:ln>
        </p:spPr>
        <p:txBody>
          <a:bodyPr>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defRPr/>
            </a:pPr>
            <a:r>
              <a:rPr kumimoji="0" lang="en-US" sz="2200" b="0" dirty="0">
                <a:solidFill>
                  <a:srgbClr val="0000FF"/>
                </a:solidFill>
                <a:latin typeface="Arial Unicode MS" pitchFamily="34" charset="-120"/>
                <a:ea typeface="Arial Unicode MS" pitchFamily="34" charset="-120"/>
                <a:cs typeface="Arial Unicode MS" pitchFamily="34" charset="-120"/>
              </a:rPr>
              <a:t>var data = </a:t>
            </a:r>
            <a:r>
              <a:rPr kumimoji="0" lang="en-US" altLang="zh-TW" sz="2200" b="0" dirty="0">
                <a:solidFill>
                  <a:srgbClr val="0000FF"/>
                </a:solidFill>
                <a:latin typeface="Arial Unicode MS" pitchFamily="34" charset="-120"/>
                <a:ea typeface="Arial Unicode MS" pitchFamily="34" charset="-120"/>
                <a:cs typeface="Arial Unicode MS" pitchFamily="34" charset="-120"/>
              </a:rPr>
              <a:t>"</a:t>
            </a:r>
            <a:r>
              <a:rPr kumimoji="0" lang="en-US" altLang="zh-TW" sz="2200" b="0" dirty="0" err="1">
                <a:solidFill>
                  <a:srgbClr val="0000FF"/>
                </a:solidFill>
                <a:latin typeface="Arial Unicode MS" pitchFamily="34" charset="-120"/>
                <a:ea typeface="Arial Unicode MS" pitchFamily="34" charset="-120"/>
                <a:cs typeface="Arial Unicode MS" pitchFamily="34" charset="-120"/>
              </a:rPr>
              <a:t>fname</a:t>
            </a:r>
            <a:r>
              <a:rPr kumimoji="0" lang="en-US" altLang="zh-TW" sz="2200" b="0" dirty="0">
                <a:solidFill>
                  <a:srgbClr val="0000FF"/>
                </a:solidFill>
                <a:latin typeface="Arial Unicode MS" pitchFamily="34" charset="-120"/>
                <a:ea typeface="Arial Unicode MS" pitchFamily="34" charset="-120"/>
                <a:cs typeface="Arial Unicode MS" pitchFamily="34" charset="-120"/>
              </a:rPr>
              <a:t>=</a:t>
            </a:r>
            <a:r>
              <a:rPr kumimoji="0" lang="en-US" altLang="zh-TW" sz="2200" b="0" dirty="0" err="1">
                <a:solidFill>
                  <a:srgbClr val="0000FF"/>
                </a:solidFill>
                <a:latin typeface="Arial Unicode MS" pitchFamily="34" charset="-120"/>
                <a:ea typeface="Arial Unicode MS" pitchFamily="34" charset="-120"/>
                <a:cs typeface="Arial Unicode MS" pitchFamily="34" charset="-120"/>
              </a:rPr>
              <a:t>John&amp;lname</a:t>
            </a:r>
            <a:r>
              <a:rPr kumimoji="0" lang="en-US" altLang="zh-TW" sz="2200" b="0" dirty="0">
                <a:solidFill>
                  <a:srgbClr val="0000FF"/>
                </a:solidFill>
                <a:latin typeface="Arial Unicode MS" pitchFamily="34" charset="-120"/>
                <a:ea typeface="Arial Unicode MS" pitchFamily="34" charset="-120"/>
                <a:cs typeface="Arial Unicode MS" pitchFamily="34" charset="-120"/>
              </a:rPr>
              <a:t>=Lee"</a:t>
            </a:r>
            <a:r>
              <a:rPr kumimoji="0" lang="en-US" sz="2200" b="0" dirty="0">
                <a:solidFill>
                  <a:srgbClr val="0000FF"/>
                </a:solidFill>
                <a:latin typeface="Arial Unicode MS" pitchFamily="34" charset="-120"/>
                <a:ea typeface="Arial Unicode MS" pitchFamily="34" charset="-120"/>
                <a:cs typeface="Arial Unicode MS" pitchFamily="34" charset="-120"/>
              </a:rPr>
              <a:t>;</a:t>
            </a:r>
          </a:p>
          <a:p>
            <a:pPr>
              <a:defRPr/>
            </a:pPr>
            <a:r>
              <a:rPr kumimoji="0" lang="en-GB" sz="2200" b="0" dirty="0">
                <a:solidFill>
                  <a:srgbClr val="0000FF"/>
                </a:solidFill>
                <a:latin typeface="Arial Unicode MS" pitchFamily="34" charset="-120"/>
                <a:ea typeface="Arial Unicode MS" pitchFamily="34" charset="-120"/>
                <a:cs typeface="Arial Unicode MS" pitchFamily="34" charset="-120"/>
              </a:rPr>
              <a:t>var request = new </a:t>
            </a:r>
            <a:r>
              <a:rPr kumimoji="0" lang="en-GB" sz="2200" b="0" dirty="0" err="1">
                <a:solidFill>
                  <a:srgbClr val="0000FF"/>
                </a:solidFill>
                <a:latin typeface="Arial Unicode MS" pitchFamily="34" charset="-120"/>
                <a:ea typeface="Arial Unicode MS" pitchFamily="34" charset="-120"/>
                <a:cs typeface="Arial Unicode MS" pitchFamily="34" charset="-120"/>
              </a:rPr>
              <a:t>XMLHttpRequest</a:t>
            </a:r>
            <a:r>
              <a:rPr kumimoji="0" lang="en-GB" sz="2200" b="0" dirty="0">
                <a:solidFill>
                  <a:srgbClr val="0000FF"/>
                </a:solidFill>
                <a:latin typeface="Arial Unicode MS" pitchFamily="34" charset="-120"/>
                <a:ea typeface="Arial Unicode MS" pitchFamily="34" charset="-120"/>
                <a:cs typeface="Arial Unicode MS" pitchFamily="34" charset="-120"/>
              </a:rPr>
              <a:t>( );</a:t>
            </a:r>
          </a:p>
          <a:p>
            <a:pPr>
              <a:defRPr/>
            </a:pPr>
            <a:r>
              <a:rPr kumimoji="0" lang="en-GB" sz="2200" b="0" dirty="0">
                <a:solidFill>
                  <a:srgbClr val="0000FF"/>
                </a:solidFill>
                <a:latin typeface="Arial Unicode MS" pitchFamily="34" charset="-120"/>
                <a:ea typeface="Arial Unicode MS" pitchFamily="34" charset="-120"/>
                <a:cs typeface="Arial Unicode MS" pitchFamily="34" charset="-120"/>
              </a:rPr>
              <a:t>var url = …;</a:t>
            </a:r>
          </a:p>
          <a:p>
            <a:pPr>
              <a:defRPr/>
            </a:pPr>
            <a:r>
              <a:rPr kumimoji="0" lang="en-US" sz="2200" b="0" dirty="0">
                <a:solidFill>
                  <a:srgbClr val="0000FF"/>
                </a:solidFill>
                <a:latin typeface="Arial Unicode MS" pitchFamily="34" charset="-120"/>
                <a:ea typeface="Arial Unicode MS" pitchFamily="34" charset="-120"/>
                <a:cs typeface="Arial Unicode MS" pitchFamily="34" charset="-120"/>
              </a:rPr>
              <a:t>request.open("POST", </a:t>
            </a:r>
            <a:r>
              <a:rPr kumimoji="0" lang="en-US" sz="2200" b="0" dirty="0" err="1">
                <a:solidFill>
                  <a:srgbClr val="0000FF"/>
                </a:solidFill>
                <a:latin typeface="Arial Unicode MS" pitchFamily="34" charset="-120"/>
                <a:ea typeface="Arial Unicode MS" pitchFamily="34" charset="-120"/>
                <a:cs typeface="Arial Unicode MS" pitchFamily="34" charset="-120"/>
              </a:rPr>
              <a:t>url</a:t>
            </a:r>
            <a:r>
              <a:rPr kumimoji="0" lang="en-US" sz="2200" b="0" dirty="0">
                <a:solidFill>
                  <a:srgbClr val="0000FF"/>
                </a:solidFill>
                <a:latin typeface="Arial Unicode MS" pitchFamily="34" charset="-120"/>
                <a:ea typeface="Arial Unicode MS" pitchFamily="34" charset="-120"/>
                <a:cs typeface="Arial Unicode MS" pitchFamily="34" charset="-120"/>
              </a:rPr>
              <a:t>, true);</a:t>
            </a:r>
            <a:endParaRPr kumimoji="0" lang="en-GB" sz="2200" b="0" dirty="0">
              <a:solidFill>
                <a:srgbClr val="0000FF"/>
              </a:solidFill>
              <a:latin typeface="Arial Unicode MS" pitchFamily="34" charset="-120"/>
              <a:ea typeface="Arial Unicode MS" pitchFamily="34" charset="-120"/>
              <a:cs typeface="Arial Unicode MS" pitchFamily="34" charset="-120"/>
            </a:endParaRPr>
          </a:p>
          <a:p>
            <a:pPr>
              <a:defRPr/>
            </a:pPr>
            <a:r>
              <a:rPr kumimoji="0" lang="en-US" sz="2200" b="0" dirty="0">
                <a:solidFill>
                  <a:srgbClr val="0000FF"/>
                </a:solidFill>
                <a:latin typeface="Arial Unicode MS" pitchFamily="34" charset="-120"/>
                <a:ea typeface="Arial Unicode MS" pitchFamily="34" charset="-120"/>
                <a:cs typeface="Arial Unicode MS" pitchFamily="34" charset="-120"/>
              </a:rPr>
              <a:t>request.setRequestHeader("Content-Type",</a:t>
            </a:r>
          </a:p>
          <a:p>
            <a:pPr>
              <a:defRPr/>
            </a:pPr>
            <a:r>
              <a:rPr kumimoji="0" lang="zh-TW" altLang="en-US" sz="2200" b="0" dirty="0">
                <a:solidFill>
                  <a:srgbClr val="0000FF"/>
                </a:solidFill>
                <a:latin typeface="Arial Unicode MS" pitchFamily="34" charset="-120"/>
                <a:ea typeface="Arial Unicode MS" pitchFamily="34" charset="-120"/>
                <a:cs typeface="Arial Unicode MS" pitchFamily="34" charset="-120"/>
              </a:rPr>
              <a:t>                             </a:t>
            </a:r>
            <a:r>
              <a:rPr kumimoji="0" lang="en-US" sz="2200" b="0" dirty="0">
                <a:solidFill>
                  <a:srgbClr val="0000FF"/>
                </a:solidFill>
                <a:latin typeface="Arial Unicode MS" pitchFamily="34" charset="-120"/>
                <a:ea typeface="Arial Unicode MS" pitchFamily="34" charset="-120"/>
                <a:cs typeface="Arial Unicode MS" pitchFamily="34" charset="-120"/>
              </a:rPr>
              <a:t> "application/x-www-form-</a:t>
            </a:r>
            <a:r>
              <a:rPr kumimoji="0" lang="en-US" sz="2200" b="0" dirty="0" err="1">
                <a:solidFill>
                  <a:srgbClr val="0000FF"/>
                </a:solidFill>
                <a:latin typeface="Arial Unicode MS" pitchFamily="34" charset="-120"/>
                <a:ea typeface="Arial Unicode MS" pitchFamily="34" charset="-120"/>
                <a:cs typeface="Arial Unicode MS" pitchFamily="34" charset="-120"/>
              </a:rPr>
              <a:t>urlencoded</a:t>
            </a:r>
            <a:r>
              <a:rPr kumimoji="0" lang="en-US" sz="2200" b="0" dirty="0">
                <a:solidFill>
                  <a:srgbClr val="0000FF"/>
                </a:solidFill>
                <a:latin typeface="Arial Unicode MS" pitchFamily="34" charset="-120"/>
                <a:ea typeface="Arial Unicode MS" pitchFamily="34" charset="-120"/>
                <a:cs typeface="Arial Unicode MS" pitchFamily="34" charset="-120"/>
              </a:rPr>
              <a:t>");</a:t>
            </a:r>
          </a:p>
          <a:p>
            <a:pPr>
              <a:defRPr/>
            </a:pPr>
            <a:r>
              <a:rPr kumimoji="0" lang="en-US" sz="2200" b="0" dirty="0">
                <a:solidFill>
                  <a:srgbClr val="0000FF"/>
                </a:solidFill>
                <a:latin typeface="Arial Unicode MS" pitchFamily="34" charset="-120"/>
                <a:ea typeface="Arial Unicode MS" pitchFamily="34" charset="-120"/>
                <a:cs typeface="Arial Unicode MS" pitchFamily="34" charset="-120"/>
              </a:rPr>
              <a:t>request.send(data);</a:t>
            </a:r>
            <a:endParaRPr kumimoji="0" lang="en-GB" sz="2200" dirty="0">
              <a:solidFill>
                <a:srgbClr val="0000FF"/>
              </a:solidFill>
              <a:latin typeface="Arial Unicode MS" pitchFamily="34" charset="-120"/>
              <a:ea typeface="Arial Unicode MS" pitchFamily="34" charset="-120"/>
              <a:cs typeface="Arial Unicode MS" pitchFamily="34" charset="-120"/>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標題 1"/>
          <p:cNvSpPr>
            <a:spLocks noGrp="1"/>
          </p:cNvSpPr>
          <p:nvPr>
            <p:ph type="title"/>
          </p:nvPr>
        </p:nvSpPr>
        <p:spPr>
          <a:xfrm>
            <a:off x="539552" y="476672"/>
            <a:ext cx="8229600" cy="792162"/>
          </a:xfrm>
        </p:spPr>
        <p:txBody>
          <a:bodyPr/>
          <a:lstStyle/>
          <a:p>
            <a:pPr eaLnBrk="1" hangingPunct="1"/>
            <a:r>
              <a:rPr lang="zh-TW" altLang="en-US" sz="3200" dirty="0">
                <a:latin typeface="微軟正黑體" pitchFamily="34" charset="-120"/>
                <a:ea typeface="微軟正黑體" pitchFamily="34" charset="-120"/>
              </a:rPr>
              <a:t> </a:t>
            </a:r>
            <a:r>
              <a:rPr lang="en-US" altLang="zh-TW" sz="3200" dirty="0">
                <a:latin typeface="Arial" charset="0"/>
                <a:ea typeface="微軟正黑體" pitchFamily="34" charset="-120"/>
                <a:cs typeface="Arial" charset="0"/>
              </a:rPr>
              <a:t>jQuery </a:t>
            </a:r>
            <a:r>
              <a:rPr lang="zh-TW" altLang="en-US" sz="3200" dirty="0">
                <a:latin typeface="Arial" charset="0"/>
                <a:ea typeface="微軟正黑體" pitchFamily="34" charset="-120"/>
                <a:cs typeface="Arial" charset="0"/>
              </a:rPr>
              <a:t>前端程式庫特色</a:t>
            </a:r>
            <a:endParaRPr lang="zh-TW" altLang="en-US" sz="3200" dirty="0">
              <a:latin typeface="微軟正黑體" pitchFamily="34" charset="-120"/>
              <a:ea typeface="微軟正黑體" pitchFamily="34" charset="-120"/>
            </a:endParaRPr>
          </a:p>
        </p:txBody>
      </p:sp>
      <p:sp>
        <p:nvSpPr>
          <p:cNvPr id="87042" name="文字版面配置區 2"/>
          <p:cNvSpPr>
            <a:spLocks noGrp="1"/>
          </p:cNvSpPr>
          <p:nvPr>
            <p:ph type="body" idx="1"/>
          </p:nvPr>
        </p:nvSpPr>
        <p:spPr>
          <a:xfrm>
            <a:off x="251520" y="1268834"/>
            <a:ext cx="8640959" cy="5786437"/>
          </a:xfrm>
        </p:spPr>
        <p:txBody>
          <a:bodyPr/>
          <a:lstStyle/>
          <a:p>
            <a:pPr eaLnBrk="1" hangingPunct="1"/>
            <a:r>
              <a:rPr lang="zh-TW" altLang="en-US" sz="2400" dirty="0">
                <a:latin typeface="Arial" charset="0"/>
                <a:ea typeface="新細明體" charset="-120"/>
                <a:cs typeface="Arial" charset="0"/>
              </a:rPr>
              <a:t> </a:t>
            </a:r>
            <a:r>
              <a:rPr lang="en-US" altLang="zh-TW" sz="2400" dirty="0">
                <a:latin typeface="微軟正黑體" panose="020B0604030504040204" pitchFamily="34" charset="-120"/>
                <a:ea typeface="微軟正黑體" panose="020B0604030504040204" pitchFamily="34" charset="-120"/>
                <a:cs typeface="Arial" charset="0"/>
              </a:rPr>
              <a:t>jQuery </a:t>
            </a:r>
            <a:r>
              <a:rPr lang="zh-TW" altLang="en-US" sz="2400" dirty="0">
                <a:latin typeface="微軟正黑體" panose="020B0604030504040204" pitchFamily="34" charset="-120"/>
                <a:ea typeface="微軟正黑體" panose="020B0604030504040204" pitchFamily="34" charset="-120"/>
                <a:cs typeface="Arial" charset="0"/>
              </a:rPr>
              <a:t>是一套物件導向式簡潔輕量級的 </a:t>
            </a:r>
            <a:r>
              <a:rPr lang="en-US" altLang="zh-TW" sz="2400" dirty="0">
                <a:latin typeface="微軟正黑體" panose="020B0604030504040204" pitchFamily="34" charset="-120"/>
                <a:ea typeface="微軟正黑體" panose="020B0604030504040204" pitchFamily="34" charset="-120"/>
                <a:cs typeface="Arial" charset="0"/>
              </a:rPr>
              <a:t>JavaScript</a:t>
            </a:r>
            <a:r>
              <a:rPr lang="zh-TW" altLang="en-US" sz="2400" dirty="0">
                <a:latin typeface="微軟正黑體" panose="020B0604030504040204" pitchFamily="34" charset="-120"/>
                <a:ea typeface="微軟正黑體" panose="020B0604030504040204" pitchFamily="34" charset="-120"/>
                <a:cs typeface="Arial" charset="0"/>
              </a:rPr>
              <a:t>程式庫</a:t>
            </a:r>
            <a:endParaRPr lang="en-US" altLang="zh-TW" sz="2400" dirty="0">
              <a:latin typeface="微軟正黑體" panose="020B0604030504040204" pitchFamily="34" charset="-120"/>
              <a:ea typeface="微軟正黑體" panose="020B0604030504040204" pitchFamily="34" charset="-120"/>
              <a:cs typeface="Arial" charset="0"/>
            </a:endParaRPr>
          </a:p>
          <a:p>
            <a:pPr eaLnBrk="1" hangingPunct="1"/>
            <a:r>
              <a:rPr lang="zh-TW" altLang="en-US" sz="2400" dirty="0">
                <a:latin typeface="微軟正黑體" panose="020B0604030504040204" pitchFamily="34" charset="-120"/>
                <a:ea typeface="微軟正黑體" panose="020B0604030504040204" pitchFamily="34" charset="-120"/>
                <a:cs typeface="Arial" charset="0"/>
              </a:rPr>
              <a:t>透過 </a:t>
            </a:r>
            <a:r>
              <a:rPr lang="en-US" altLang="zh-TW" sz="2400" dirty="0">
                <a:latin typeface="微軟正黑體" panose="020B0604030504040204" pitchFamily="34" charset="-120"/>
                <a:ea typeface="微軟正黑體" panose="020B0604030504040204" pitchFamily="34" charset="-120"/>
                <a:cs typeface="Arial" charset="0"/>
              </a:rPr>
              <a:t>jQuery </a:t>
            </a:r>
            <a:r>
              <a:rPr lang="zh-TW" altLang="en-US" sz="2400" dirty="0">
                <a:latin typeface="微軟正黑體" panose="020B0604030504040204" pitchFamily="34" charset="-120"/>
                <a:ea typeface="微軟正黑體" panose="020B0604030504040204" pitchFamily="34" charset="-120"/>
                <a:cs typeface="Arial" charset="0"/>
              </a:rPr>
              <a:t>你可以用最精簡的程式碼來達到跨瀏覽器 </a:t>
            </a:r>
            <a:r>
              <a:rPr lang="en-US" altLang="zh-TW" sz="2400" dirty="0">
                <a:latin typeface="微軟正黑體" panose="020B0604030504040204" pitchFamily="34" charset="-120"/>
                <a:ea typeface="微軟正黑體" panose="020B0604030504040204" pitchFamily="34" charset="-120"/>
                <a:cs typeface="Arial" charset="0"/>
              </a:rPr>
              <a:t>DOM </a:t>
            </a:r>
            <a:r>
              <a:rPr lang="zh-TW" altLang="en-US" sz="2400" dirty="0">
                <a:latin typeface="微軟正黑體" panose="020B0604030504040204" pitchFamily="34" charset="-120"/>
                <a:ea typeface="微軟正黑體" panose="020B0604030504040204" pitchFamily="34" charset="-120"/>
                <a:cs typeface="Arial" charset="0"/>
              </a:rPr>
              <a:t>操作、事件處理、設計頁面元素動態效果、</a:t>
            </a:r>
            <a:r>
              <a:rPr lang="en-US" altLang="zh-TW" sz="2400" dirty="0">
                <a:latin typeface="微軟正黑體" panose="020B0604030504040204" pitchFamily="34" charset="-120"/>
                <a:ea typeface="微軟正黑體" panose="020B0604030504040204" pitchFamily="34" charset="-120"/>
                <a:cs typeface="Arial" charset="0"/>
              </a:rPr>
              <a:t>AJAX </a:t>
            </a:r>
            <a:r>
              <a:rPr lang="zh-TW" altLang="en-US" sz="2400" dirty="0">
                <a:latin typeface="微軟正黑體" panose="020B0604030504040204" pitchFamily="34" charset="-120"/>
                <a:ea typeface="微軟正黑體" panose="020B0604030504040204" pitchFamily="34" charset="-120"/>
                <a:cs typeface="Arial" charset="0"/>
              </a:rPr>
              <a:t>互動等</a:t>
            </a:r>
            <a:endParaRPr lang="en-US" altLang="zh-TW" sz="2400" dirty="0">
              <a:latin typeface="微軟正黑體" panose="020B0604030504040204" pitchFamily="34" charset="-120"/>
              <a:ea typeface="微軟正黑體" panose="020B0604030504040204" pitchFamily="34" charset="-120"/>
              <a:cs typeface="Arial" charset="0"/>
            </a:endParaRPr>
          </a:p>
          <a:p>
            <a:pPr eaLnBrk="1" hangingPunct="1"/>
            <a:r>
              <a:rPr lang="en-US" altLang="zh-TW" sz="2400" dirty="0">
                <a:latin typeface="微軟正黑體" panose="020B0604030504040204" pitchFamily="34" charset="-120"/>
                <a:ea typeface="微軟正黑體" panose="020B0604030504040204" pitchFamily="34" charset="-120"/>
              </a:rPr>
              <a:t>jQuery </a:t>
            </a:r>
            <a:r>
              <a:rPr lang="zh-TW" altLang="en-US" sz="2400" dirty="0">
                <a:latin typeface="微軟正黑體" panose="020B0604030504040204" pitchFamily="34" charset="-120"/>
                <a:ea typeface="微軟正黑體" panose="020B0604030504040204" pitchFamily="34" charset="-120"/>
              </a:rPr>
              <a:t>已經幫你作好了 </a:t>
            </a:r>
            <a:r>
              <a:rPr lang="en-US" altLang="zh-TW" sz="2400" dirty="0">
                <a:latin typeface="微軟正黑體" panose="020B0604030504040204" pitchFamily="34" charset="-120"/>
                <a:ea typeface="微軟正黑體" panose="020B0604030504040204" pitchFamily="34" charset="-120"/>
              </a:rPr>
              <a:t>(Edge, Firefox, Safari, Opera, Chrome)</a:t>
            </a:r>
          </a:p>
          <a:p>
            <a:pPr eaLnBrk="1" hangingPunct="1"/>
            <a:r>
              <a:rPr lang="zh-TW" altLang="en-US" sz="2400" dirty="0">
                <a:latin typeface="微軟正黑體" panose="020B0604030504040204" pitchFamily="34" charset="-120"/>
                <a:ea typeface="微軟正黑體" panose="020B0604030504040204" pitchFamily="34" charset="-120"/>
              </a:rPr>
              <a:t>支援 </a:t>
            </a:r>
            <a:r>
              <a:rPr lang="en-US" altLang="zh-TW" sz="2400" dirty="0">
                <a:latin typeface="微軟正黑體" panose="020B0604030504040204" pitchFamily="34" charset="-120"/>
                <a:ea typeface="微軟正黑體" panose="020B0604030504040204" pitchFamily="34" charset="-120"/>
              </a:rPr>
              <a:t>CSS3 </a:t>
            </a:r>
            <a:r>
              <a:rPr lang="zh-TW" altLang="en-US" sz="2400" dirty="0">
                <a:latin typeface="微軟正黑體" panose="020B0604030504040204" pitchFamily="34" charset="-120"/>
                <a:ea typeface="微軟正黑體" panose="020B0604030504040204" pitchFamily="34" charset="-120"/>
              </a:rPr>
              <a:t>選擇器</a:t>
            </a:r>
            <a:endParaRPr lang="en-US" altLang="zh-TW" sz="2400" dirty="0">
              <a:latin typeface="微軟正黑體" panose="020B0604030504040204" pitchFamily="34" charset="-120"/>
              <a:ea typeface="微軟正黑體" panose="020B0604030504040204" pitchFamily="34" charset="-120"/>
            </a:endParaRPr>
          </a:p>
          <a:p>
            <a:pPr eaLnBrk="1" hangingPunct="1"/>
            <a:r>
              <a:rPr lang="en-US" altLang="zh-TW" sz="2400" dirty="0">
                <a:latin typeface="微軟正黑體" panose="020B0604030504040204" pitchFamily="34" charset="-120"/>
                <a:ea typeface="微軟正黑體" panose="020B0604030504040204" pitchFamily="34" charset="-120"/>
              </a:rPr>
              <a:t>&lt;script </a:t>
            </a:r>
            <a:r>
              <a:rPr lang="en-US" altLang="zh-TW" sz="2400" dirty="0" err="1">
                <a:latin typeface="微軟正黑體" panose="020B0604030504040204" pitchFamily="34" charset="-120"/>
                <a:ea typeface="微軟正黑體" panose="020B0604030504040204" pitchFamily="34" charset="-120"/>
              </a:rPr>
              <a:t>src</a:t>
            </a:r>
            <a:r>
              <a:rPr lang="en-US" altLang="zh-TW" sz="2400" dirty="0">
                <a:latin typeface="微軟正黑體" panose="020B0604030504040204" pitchFamily="34" charset="-120"/>
                <a:ea typeface="微軟正黑體" panose="020B0604030504040204" pitchFamily="34" charset="-120"/>
              </a:rPr>
              <a:t>="//ajax.googleapis.com/ajax/libs/</a:t>
            </a:r>
            <a:r>
              <a:rPr lang="en-US" altLang="zh-TW" sz="2400" dirty="0" err="1">
                <a:latin typeface="微軟正黑體" panose="020B0604030504040204" pitchFamily="34" charset="-120"/>
                <a:ea typeface="微軟正黑體" panose="020B0604030504040204" pitchFamily="34" charset="-120"/>
              </a:rPr>
              <a:t>jquery</a:t>
            </a:r>
            <a:r>
              <a:rPr lang="en-US" altLang="zh-TW" sz="2400" dirty="0">
                <a:latin typeface="微軟正黑體" panose="020B0604030504040204" pitchFamily="34" charset="-120"/>
                <a:ea typeface="微軟正黑體" panose="020B0604030504040204" pitchFamily="34" charset="-120"/>
              </a:rPr>
              <a:t>/3.6.0/jquery.min.js"&gt;&lt;/script&gt;</a:t>
            </a:r>
          </a:p>
          <a:p>
            <a:pPr lvl="1" indent="-103188" eaLnBrk="1" hangingPunct="1">
              <a:buFont typeface="Arial" charset="0"/>
              <a:buNone/>
            </a:pPr>
            <a:endParaRPr lang="en-US" altLang="zh-TW" dirty="0">
              <a:latin typeface="Arial" charset="0"/>
              <a:ea typeface="新細明體" charset="-120"/>
            </a:endParaRPr>
          </a:p>
        </p:txBody>
      </p:sp>
    </p:spTree>
    <p:extLst>
      <p:ext uri="{BB962C8B-B14F-4D97-AF65-F5344CB8AC3E}">
        <p14:creationId xmlns:p14="http://schemas.microsoft.com/office/powerpoint/2010/main" val="2210941911"/>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47C0AB2-4A0C-4F48-9944-5F5DF3A57DBD}"/>
              </a:ext>
            </a:extLst>
          </p:cNvPr>
          <p:cNvSpPr>
            <a:spLocks noGrp="1"/>
          </p:cNvSpPr>
          <p:nvPr>
            <p:ph type="title"/>
          </p:nvPr>
        </p:nvSpPr>
        <p:spPr>
          <a:xfrm>
            <a:off x="683568" y="620688"/>
            <a:ext cx="8229600" cy="792162"/>
          </a:xfrm>
        </p:spPr>
        <p:txBody>
          <a:bodyPr/>
          <a:lstStyle/>
          <a:p>
            <a:r>
              <a:rPr lang="en-US" altLang="zh-TW" dirty="0"/>
              <a:t>jQuery</a:t>
            </a:r>
            <a:r>
              <a:rPr lang="zh-TW" altLang="en-US" dirty="0"/>
              <a:t>基本觀念</a:t>
            </a:r>
          </a:p>
        </p:txBody>
      </p:sp>
      <p:sp>
        <p:nvSpPr>
          <p:cNvPr id="3" name="文字版面配置區 2">
            <a:extLst>
              <a:ext uri="{FF2B5EF4-FFF2-40B4-BE49-F238E27FC236}">
                <a16:creationId xmlns:a16="http://schemas.microsoft.com/office/drawing/2014/main" id="{5AC61F96-C07E-44C9-A096-928D353C1B7B}"/>
              </a:ext>
            </a:extLst>
          </p:cNvPr>
          <p:cNvSpPr>
            <a:spLocks noGrp="1"/>
          </p:cNvSpPr>
          <p:nvPr>
            <p:ph type="body" idx="1"/>
          </p:nvPr>
        </p:nvSpPr>
        <p:spPr>
          <a:xfrm>
            <a:off x="323528" y="1484784"/>
            <a:ext cx="8363272" cy="4281488"/>
          </a:xfrm>
        </p:spPr>
        <p:txBody>
          <a:bodyPr/>
          <a:lstStyle/>
          <a:p>
            <a:r>
              <a:rPr lang="en-US" altLang="zh-TW" sz="2400" dirty="0"/>
              <a:t>jQuery </a:t>
            </a:r>
            <a:r>
              <a:rPr lang="zh-TW" altLang="en-US" sz="2400" dirty="0"/>
              <a:t>程式碼由 </a:t>
            </a:r>
            <a:r>
              <a:rPr lang="en-US" altLang="zh-TW" sz="2400" dirty="0">
                <a:solidFill>
                  <a:srgbClr val="C00000"/>
                </a:solidFill>
              </a:rPr>
              <a:t>$</a:t>
            </a:r>
            <a:r>
              <a:rPr lang="en-US" altLang="zh-TW" sz="2400" dirty="0"/>
              <a:t> </a:t>
            </a:r>
            <a:r>
              <a:rPr lang="zh-TW" altLang="en-US" sz="2400" dirty="0"/>
              <a:t>開始後面會接著刮號「</a:t>
            </a:r>
            <a:r>
              <a:rPr lang="en-US" altLang="zh-TW" sz="2400" dirty="0"/>
              <a:t>()</a:t>
            </a:r>
            <a:r>
              <a:rPr lang="zh-TW" altLang="en-US" sz="2400" dirty="0"/>
              <a:t>」而刮號裡面的參數是你想 </a:t>
            </a:r>
            <a:r>
              <a:rPr lang="en-US" altLang="zh-TW" sz="2400" dirty="0"/>
              <a:t>jQuery </a:t>
            </a:r>
            <a:r>
              <a:rPr lang="zh-TW" altLang="en-US" sz="2400" dirty="0"/>
              <a:t>幫你找什麼 </a:t>
            </a:r>
            <a:r>
              <a:rPr lang="en-US" altLang="zh-TW" sz="2400" dirty="0"/>
              <a:t>(</a:t>
            </a:r>
            <a:r>
              <a:rPr lang="zh-TW" altLang="en-US" sz="2400" dirty="0"/>
              <a:t>取得哪個</a:t>
            </a:r>
            <a:r>
              <a:rPr lang="en-US" altLang="zh-TW" sz="2400" dirty="0"/>
              <a:t>(</a:t>
            </a:r>
            <a:r>
              <a:rPr lang="zh-TW" altLang="en-US" sz="2400" dirty="0"/>
              <a:t>些</a:t>
            </a:r>
            <a:r>
              <a:rPr lang="en-US" altLang="zh-TW" sz="2400" dirty="0"/>
              <a:t>)</a:t>
            </a:r>
            <a:r>
              <a:rPr lang="zh-TW" altLang="en-US" sz="2400" dirty="0"/>
              <a:t>元素</a:t>
            </a:r>
            <a:r>
              <a:rPr lang="en-US" altLang="zh-TW" sz="2400" dirty="0"/>
              <a:t>) </a:t>
            </a:r>
            <a:r>
              <a:rPr lang="zh-TW" altLang="en-US" sz="2400" dirty="0"/>
              <a:t>執行什麼動作 </a:t>
            </a:r>
            <a:r>
              <a:rPr lang="en-US" altLang="zh-TW" sz="2400" dirty="0"/>
              <a:t>(</a:t>
            </a:r>
            <a:r>
              <a:rPr lang="zh-TW" altLang="en-US" sz="2400" dirty="0"/>
              <a:t>或處理事件</a:t>
            </a:r>
            <a:r>
              <a:rPr lang="en-US" altLang="zh-TW" sz="2400" dirty="0"/>
              <a:t>)</a:t>
            </a:r>
            <a:r>
              <a:rPr lang="zh-TW" altLang="en-US" sz="2400" dirty="0"/>
              <a:t>。例如：</a:t>
            </a:r>
          </a:p>
          <a:p>
            <a:endParaRPr lang="zh-TW" altLang="en-US" sz="2400" dirty="0"/>
          </a:p>
          <a:p>
            <a:pPr marL="0" indent="0">
              <a:buNone/>
            </a:pPr>
            <a:r>
              <a:rPr lang="en-US" altLang="zh-TW" sz="2400" b="0" dirty="0"/>
              <a:t>// </a:t>
            </a:r>
            <a:r>
              <a:rPr lang="zh-TW" altLang="en-US" sz="2400" b="0" dirty="0"/>
              <a:t>選取 </a:t>
            </a:r>
            <a:r>
              <a:rPr lang="en-US" altLang="zh-TW" sz="2400" b="0" dirty="0">
                <a:solidFill>
                  <a:srgbClr val="C00000"/>
                </a:solidFill>
              </a:rPr>
              <a:t>id </a:t>
            </a:r>
            <a:r>
              <a:rPr lang="zh-TW" altLang="en-US" sz="2400" b="0" dirty="0">
                <a:solidFill>
                  <a:srgbClr val="C00000"/>
                </a:solidFill>
              </a:rPr>
              <a:t>為 </a:t>
            </a:r>
            <a:r>
              <a:rPr lang="en-US" altLang="zh-TW" sz="2400" b="0" dirty="0" err="1">
                <a:solidFill>
                  <a:srgbClr val="C00000"/>
                </a:solidFill>
              </a:rPr>
              <a:t>em</a:t>
            </a:r>
            <a:r>
              <a:rPr lang="en-US" altLang="zh-TW" sz="2400" b="0" dirty="0">
                <a:solidFill>
                  <a:srgbClr val="C00000"/>
                </a:solidFill>
              </a:rPr>
              <a:t> </a:t>
            </a:r>
            <a:r>
              <a:rPr lang="zh-TW" altLang="en-US" sz="2400" b="0" dirty="0"/>
              <a:t>的元素，並綁定 </a:t>
            </a:r>
            <a:r>
              <a:rPr lang="en-US" altLang="zh-TW" sz="2400" b="0" dirty="0"/>
              <a:t>onclick </a:t>
            </a:r>
            <a:r>
              <a:rPr lang="zh-TW" altLang="en-US" sz="2400" b="0" dirty="0"/>
              <a:t>事件</a:t>
            </a:r>
          </a:p>
          <a:p>
            <a:pPr marL="0" indent="0">
              <a:buNone/>
            </a:pPr>
            <a:r>
              <a:rPr lang="en-US" altLang="zh-TW" sz="2400" b="0" dirty="0"/>
              <a:t>// </a:t>
            </a:r>
            <a:r>
              <a:rPr lang="zh-TW" altLang="en-US" sz="2400" b="0" dirty="0"/>
              <a:t>叫 </a:t>
            </a:r>
            <a:r>
              <a:rPr lang="en-US" altLang="zh-TW" sz="2400" b="0" dirty="0"/>
              <a:t>jQuery </a:t>
            </a:r>
            <a:r>
              <a:rPr lang="zh-TW" altLang="en-US" sz="2400" b="0" dirty="0"/>
              <a:t>將其</a:t>
            </a:r>
            <a:r>
              <a:rPr lang="en-US" altLang="zh-TW" sz="2400" b="0" dirty="0"/>
              <a:t>CSS</a:t>
            </a:r>
            <a:r>
              <a:rPr lang="zh-TW" altLang="en-US" sz="2400" b="0" dirty="0"/>
              <a:t>的背景顏色屬性改成綠色</a:t>
            </a:r>
          </a:p>
          <a:p>
            <a:pPr marL="0" indent="0">
              <a:buNone/>
            </a:pPr>
            <a:r>
              <a:rPr lang="en-US" altLang="zh-TW" sz="2400" b="0" dirty="0"/>
              <a:t>$('#</a:t>
            </a:r>
            <a:r>
              <a:rPr lang="en-US" altLang="zh-TW" sz="2400" b="0" dirty="0" err="1"/>
              <a:t>em</a:t>
            </a:r>
            <a:r>
              <a:rPr lang="en-US" altLang="zh-TW" sz="2400" b="0" dirty="0"/>
              <a:t>').click(function() {</a:t>
            </a:r>
          </a:p>
          <a:p>
            <a:pPr marL="0" indent="0">
              <a:buNone/>
            </a:pPr>
            <a:r>
              <a:rPr lang="en-US" altLang="zh-TW" sz="2400" b="0" dirty="0"/>
              <a:t>  $('#</a:t>
            </a:r>
            <a:r>
              <a:rPr lang="en-US" altLang="zh-TW" sz="2400" b="0" dirty="0" err="1"/>
              <a:t>em</a:t>
            </a:r>
            <a:r>
              <a:rPr lang="en-US" altLang="zh-TW" sz="2400" b="0" dirty="0"/>
              <a:t>').</a:t>
            </a:r>
            <a:r>
              <a:rPr lang="en-US" altLang="zh-TW" sz="2400" b="0" dirty="0" err="1"/>
              <a:t>css</a:t>
            </a:r>
            <a:r>
              <a:rPr lang="en-US" altLang="zh-TW" sz="2400" b="0" dirty="0"/>
              <a:t>('background-color', 'green');</a:t>
            </a:r>
          </a:p>
          <a:p>
            <a:pPr marL="0" indent="0">
              <a:buNone/>
            </a:pPr>
            <a:r>
              <a:rPr lang="en-US" altLang="zh-TW" sz="2400" b="0" dirty="0"/>
              <a:t>}); </a:t>
            </a:r>
            <a:endParaRPr lang="zh-TW" altLang="en-US" sz="2400" b="0" dirty="0"/>
          </a:p>
        </p:txBody>
      </p:sp>
    </p:spTree>
    <p:extLst>
      <p:ext uri="{BB962C8B-B14F-4D97-AF65-F5344CB8AC3E}">
        <p14:creationId xmlns:p14="http://schemas.microsoft.com/office/powerpoint/2010/main" val="3784102768"/>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A5AFD9B-BE3D-4D77-A367-D7264F5E75FA}"/>
              </a:ext>
            </a:extLst>
          </p:cNvPr>
          <p:cNvSpPr>
            <a:spLocks noGrp="1"/>
          </p:cNvSpPr>
          <p:nvPr>
            <p:ph type="title"/>
          </p:nvPr>
        </p:nvSpPr>
        <p:spPr>
          <a:xfrm>
            <a:off x="755576" y="620688"/>
            <a:ext cx="8229600" cy="792162"/>
          </a:xfrm>
        </p:spPr>
        <p:txBody>
          <a:bodyPr/>
          <a:lstStyle/>
          <a:p>
            <a:r>
              <a:rPr lang="en-US" altLang="zh-TW" dirty="0"/>
              <a:t>jQuery Tag</a:t>
            </a:r>
            <a:r>
              <a:rPr lang="zh-TW" altLang="en-US" dirty="0"/>
              <a:t> </a:t>
            </a:r>
            <a:r>
              <a:rPr lang="en-US" altLang="zh-TW" dirty="0"/>
              <a:t>selector(1)</a:t>
            </a:r>
            <a:endParaRPr lang="zh-TW" altLang="en-US" dirty="0"/>
          </a:p>
        </p:txBody>
      </p:sp>
      <p:sp>
        <p:nvSpPr>
          <p:cNvPr id="3" name="文字版面配置區 2">
            <a:extLst>
              <a:ext uri="{FF2B5EF4-FFF2-40B4-BE49-F238E27FC236}">
                <a16:creationId xmlns:a16="http://schemas.microsoft.com/office/drawing/2014/main" id="{FB0DC22A-D2D4-4C90-8B89-5E8BB63E5B86}"/>
              </a:ext>
            </a:extLst>
          </p:cNvPr>
          <p:cNvSpPr>
            <a:spLocks noGrp="1"/>
          </p:cNvSpPr>
          <p:nvPr>
            <p:ph type="body" idx="1"/>
          </p:nvPr>
        </p:nvSpPr>
        <p:spPr/>
        <p:txBody>
          <a:bodyPr/>
          <a:lstStyle/>
          <a:p>
            <a:r>
              <a:rPr lang="zh-TW" altLang="en-US" sz="2800" dirty="0"/>
              <a:t>語法 </a:t>
            </a:r>
            <a:r>
              <a:rPr lang="en-US" altLang="zh-TW" sz="2800" dirty="0"/>
              <a:t>(Syntax)</a:t>
            </a:r>
          </a:p>
          <a:p>
            <a:pPr lvl="1"/>
            <a:r>
              <a:rPr lang="en-US" altLang="zh-TW" sz="2800" dirty="0">
                <a:solidFill>
                  <a:srgbClr val="0000FF"/>
                </a:solidFill>
              </a:rPr>
              <a:t>$(selectors)</a:t>
            </a:r>
          </a:p>
          <a:p>
            <a:r>
              <a:rPr lang="en-US" altLang="zh-TW" sz="2600" dirty="0"/>
              <a:t>&lt;a&gt;</a:t>
            </a:r>
            <a:r>
              <a:rPr lang="zh-TW" altLang="en-US" sz="2600" dirty="0"/>
              <a:t>標籤選擇器 </a:t>
            </a:r>
            <a:r>
              <a:rPr lang="en-US" altLang="zh-TW" sz="2600" dirty="0"/>
              <a:t>jQuery</a:t>
            </a:r>
            <a:endParaRPr lang="zh-TW" altLang="en-US" sz="2600" dirty="0"/>
          </a:p>
          <a:p>
            <a:pPr lvl="1"/>
            <a:r>
              <a:rPr lang="en-US" altLang="zh-TW" sz="2400" dirty="0">
                <a:solidFill>
                  <a:srgbClr val="0000FF"/>
                </a:solidFill>
              </a:rPr>
              <a:t>$('a'); // </a:t>
            </a:r>
            <a:r>
              <a:rPr lang="zh-TW" altLang="en-US" sz="2400" dirty="0">
                <a:solidFill>
                  <a:srgbClr val="0000FF"/>
                </a:solidFill>
              </a:rPr>
              <a:t>取得頁面中所有的 </a:t>
            </a:r>
            <a:r>
              <a:rPr lang="en-US" altLang="zh-TW" sz="2400" dirty="0">
                <a:solidFill>
                  <a:srgbClr val="0000FF"/>
                </a:solidFill>
              </a:rPr>
              <a:t>&lt;a&gt; </a:t>
            </a:r>
            <a:r>
              <a:rPr lang="zh-TW" altLang="en-US" sz="2400" dirty="0">
                <a:solidFill>
                  <a:srgbClr val="0000FF"/>
                </a:solidFill>
              </a:rPr>
              <a:t>標籤元素</a:t>
            </a:r>
          </a:p>
          <a:p>
            <a:r>
              <a:rPr lang="en-US" altLang="zh-TW" sz="2600" dirty="0"/>
              <a:t>&lt;a&gt;</a:t>
            </a:r>
            <a:r>
              <a:rPr lang="zh-TW" altLang="en-US" sz="2600" dirty="0"/>
              <a:t>標籤在</a:t>
            </a:r>
            <a:r>
              <a:rPr lang="en-US" altLang="zh-TW" sz="2600" dirty="0"/>
              <a:t>JavaScript DOM </a:t>
            </a:r>
            <a:endParaRPr lang="zh-TW" altLang="en-US" sz="2600" dirty="0"/>
          </a:p>
          <a:p>
            <a:pPr lvl="1"/>
            <a:r>
              <a:rPr lang="en-US" altLang="zh-TW" sz="2400" dirty="0" err="1">
                <a:solidFill>
                  <a:srgbClr val="0000FF"/>
                </a:solidFill>
              </a:rPr>
              <a:t>document.getElementsByTagName</a:t>
            </a:r>
            <a:r>
              <a:rPr lang="en-US" altLang="zh-TW" sz="2400" dirty="0">
                <a:solidFill>
                  <a:srgbClr val="0000FF"/>
                </a:solidFill>
              </a:rPr>
              <a:t>('a');</a:t>
            </a:r>
            <a:endParaRPr lang="zh-TW" altLang="en-US" sz="2400" dirty="0">
              <a:solidFill>
                <a:srgbClr val="0000FF"/>
              </a:solidFill>
            </a:endParaRPr>
          </a:p>
        </p:txBody>
      </p:sp>
    </p:spTree>
    <p:extLst>
      <p:ext uri="{BB962C8B-B14F-4D97-AF65-F5344CB8AC3E}">
        <p14:creationId xmlns:p14="http://schemas.microsoft.com/office/powerpoint/2010/main" val="952687937"/>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A5AFD9B-BE3D-4D77-A367-D7264F5E75FA}"/>
              </a:ext>
            </a:extLst>
          </p:cNvPr>
          <p:cNvSpPr>
            <a:spLocks noGrp="1"/>
          </p:cNvSpPr>
          <p:nvPr>
            <p:ph type="title"/>
          </p:nvPr>
        </p:nvSpPr>
        <p:spPr>
          <a:xfrm>
            <a:off x="755576" y="620688"/>
            <a:ext cx="8229600" cy="792162"/>
          </a:xfrm>
        </p:spPr>
        <p:txBody>
          <a:bodyPr/>
          <a:lstStyle/>
          <a:p>
            <a:r>
              <a:rPr lang="en-US" altLang="zh-TW" dirty="0"/>
              <a:t>jQuery class selector(2)</a:t>
            </a:r>
            <a:endParaRPr lang="zh-TW" altLang="en-US" dirty="0"/>
          </a:p>
        </p:txBody>
      </p:sp>
      <p:sp>
        <p:nvSpPr>
          <p:cNvPr id="3" name="文字版面配置區 2">
            <a:extLst>
              <a:ext uri="{FF2B5EF4-FFF2-40B4-BE49-F238E27FC236}">
                <a16:creationId xmlns:a16="http://schemas.microsoft.com/office/drawing/2014/main" id="{FB0DC22A-D2D4-4C90-8B89-5E8BB63E5B86}"/>
              </a:ext>
            </a:extLst>
          </p:cNvPr>
          <p:cNvSpPr>
            <a:spLocks noGrp="1"/>
          </p:cNvSpPr>
          <p:nvPr>
            <p:ph type="body" idx="1"/>
          </p:nvPr>
        </p:nvSpPr>
        <p:spPr/>
        <p:txBody>
          <a:bodyPr/>
          <a:lstStyle/>
          <a:p>
            <a:r>
              <a:rPr lang="zh-TW" altLang="en-US" sz="2800" dirty="0"/>
              <a:t>語法 </a:t>
            </a:r>
            <a:r>
              <a:rPr lang="en-US" altLang="zh-TW" sz="2800" dirty="0"/>
              <a:t>(Syntax)</a:t>
            </a:r>
          </a:p>
          <a:p>
            <a:pPr lvl="1"/>
            <a:r>
              <a:rPr lang="en-US" altLang="zh-TW" sz="2800" dirty="0">
                <a:solidFill>
                  <a:srgbClr val="0000FF"/>
                </a:solidFill>
              </a:rPr>
              <a:t>$(selectors)</a:t>
            </a:r>
          </a:p>
          <a:p>
            <a:r>
              <a:rPr lang="en-US" altLang="zh-TW" sz="2600" dirty="0"/>
              <a:t>class </a:t>
            </a:r>
            <a:r>
              <a:rPr lang="zh-TW" altLang="en-US" sz="2600" dirty="0"/>
              <a:t>選擇器 </a:t>
            </a:r>
            <a:r>
              <a:rPr lang="en-US" altLang="zh-TW" sz="2600" dirty="0"/>
              <a:t>jQuery</a:t>
            </a:r>
            <a:endParaRPr lang="zh-TW" altLang="en-US" sz="2600" dirty="0"/>
          </a:p>
          <a:p>
            <a:pPr lvl="1"/>
            <a:r>
              <a:rPr lang="en-US" altLang="zh-TW" sz="2400" dirty="0">
                <a:solidFill>
                  <a:srgbClr val="0000FF"/>
                </a:solidFill>
              </a:rPr>
              <a:t>$('.item'); // </a:t>
            </a:r>
            <a:r>
              <a:rPr lang="zh-TW" altLang="en-US" sz="2400" dirty="0">
                <a:solidFill>
                  <a:srgbClr val="0000FF"/>
                </a:solidFill>
              </a:rPr>
              <a:t>取得 </a:t>
            </a:r>
            <a:r>
              <a:rPr lang="en-US" altLang="zh-TW" sz="2400" dirty="0">
                <a:solidFill>
                  <a:srgbClr val="0000FF"/>
                </a:solidFill>
              </a:rPr>
              <a:t>class name </a:t>
            </a:r>
            <a:r>
              <a:rPr lang="zh-TW" altLang="en-US" sz="2400" dirty="0">
                <a:solidFill>
                  <a:srgbClr val="0000FF"/>
                </a:solidFill>
              </a:rPr>
              <a:t>為 </a:t>
            </a:r>
            <a:r>
              <a:rPr lang="en-US" altLang="zh-TW" sz="2400" dirty="0">
                <a:solidFill>
                  <a:srgbClr val="0000FF"/>
                </a:solidFill>
              </a:rPr>
              <a:t>item </a:t>
            </a:r>
            <a:r>
              <a:rPr lang="zh-TW" altLang="en-US" sz="2400" dirty="0">
                <a:solidFill>
                  <a:srgbClr val="0000FF"/>
                </a:solidFill>
              </a:rPr>
              <a:t>的所有元素</a:t>
            </a:r>
            <a:endParaRPr lang="en-US" altLang="zh-TW" sz="2400" dirty="0">
              <a:solidFill>
                <a:srgbClr val="0000FF"/>
              </a:solidFill>
            </a:endParaRPr>
          </a:p>
          <a:p>
            <a:r>
              <a:rPr lang="zh-TW" altLang="en-US" sz="2800" dirty="0"/>
              <a:t>在</a:t>
            </a:r>
            <a:r>
              <a:rPr lang="en-US" altLang="zh-TW" sz="2800" dirty="0"/>
              <a:t>JavaScript DOM </a:t>
            </a:r>
            <a:endParaRPr lang="zh-TW" altLang="en-US" sz="2800" dirty="0"/>
          </a:p>
          <a:p>
            <a:pPr lvl="1"/>
            <a:r>
              <a:rPr lang="en-US" altLang="zh-TW" sz="2400" dirty="0" err="1">
                <a:solidFill>
                  <a:srgbClr val="0000FF"/>
                </a:solidFill>
              </a:rPr>
              <a:t>document.getElementsByClassName</a:t>
            </a:r>
            <a:r>
              <a:rPr lang="en-US" altLang="zh-TW" sz="2400" dirty="0">
                <a:solidFill>
                  <a:srgbClr val="0000FF"/>
                </a:solidFill>
              </a:rPr>
              <a:t>('item');</a:t>
            </a:r>
            <a:endParaRPr lang="zh-TW" altLang="en-US" sz="2400" dirty="0">
              <a:solidFill>
                <a:srgbClr val="0000FF"/>
              </a:solidFill>
            </a:endParaRPr>
          </a:p>
        </p:txBody>
      </p:sp>
    </p:spTree>
    <p:extLst>
      <p:ext uri="{BB962C8B-B14F-4D97-AF65-F5344CB8AC3E}">
        <p14:creationId xmlns:p14="http://schemas.microsoft.com/office/powerpoint/2010/main" val="3247593298"/>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A5AFD9B-BE3D-4D77-A367-D7264F5E75FA}"/>
              </a:ext>
            </a:extLst>
          </p:cNvPr>
          <p:cNvSpPr>
            <a:spLocks noGrp="1"/>
          </p:cNvSpPr>
          <p:nvPr>
            <p:ph type="title"/>
          </p:nvPr>
        </p:nvSpPr>
        <p:spPr>
          <a:xfrm>
            <a:off x="755576" y="620688"/>
            <a:ext cx="8229600" cy="792162"/>
          </a:xfrm>
        </p:spPr>
        <p:txBody>
          <a:bodyPr/>
          <a:lstStyle/>
          <a:p>
            <a:r>
              <a:rPr lang="en-US" altLang="zh-TW" dirty="0"/>
              <a:t>jQuery id selector(3)</a:t>
            </a:r>
            <a:endParaRPr lang="zh-TW" altLang="en-US" dirty="0"/>
          </a:p>
        </p:txBody>
      </p:sp>
      <p:sp>
        <p:nvSpPr>
          <p:cNvPr id="3" name="文字版面配置區 2">
            <a:extLst>
              <a:ext uri="{FF2B5EF4-FFF2-40B4-BE49-F238E27FC236}">
                <a16:creationId xmlns:a16="http://schemas.microsoft.com/office/drawing/2014/main" id="{FB0DC22A-D2D4-4C90-8B89-5E8BB63E5B86}"/>
              </a:ext>
            </a:extLst>
          </p:cNvPr>
          <p:cNvSpPr>
            <a:spLocks noGrp="1"/>
          </p:cNvSpPr>
          <p:nvPr>
            <p:ph type="body" idx="1"/>
          </p:nvPr>
        </p:nvSpPr>
        <p:spPr/>
        <p:txBody>
          <a:bodyPr/>
          <a:lstStyle/>
          <a:p>
            <a:r>
              <a:rPr lang="zh-TW" altLang="en-US" sz="2800" dirty="0"/>
              <a:t>語法 </a:t>
            </a:r>
            <a:r>
              <a:rPr lang="en-US" altLang="zh-TW" sz="2800" dirty="0"/>
              <a:t>(Syntax)</a:t>
            </a:r>
          </a:p>
          <a:p>
            <a:pPr lvl="1"/>
            <a:r>
              <a:rPr lang="en-US" altLang="zh-TW" sz="2800" dirty="0">
                <a:solidFill>
                  <a:srgbClr val="0000FF"/>
                </a:solidFill>
              </a:rPr>
              <a:t>$(selectors)</a:t>
            </a:r>
          </a:p>
          <a:p>
            <a:r>
              <a:rPr lang="en-US" altLang="zh-TW" sz="2600" dirty="0"/>
              <a:t>id</a:t>
            </a:r>
            <a:r>
              <a:rPr lang="zh-TW" altLang="en-US" sz="2600" dirty="0"/>
              <a:t>選擇器 </a:t>
            </a:r>
            <a:r>
              <a:rPr lang="en-US" altLang="zh-TW" sz="2600" dirty="0"/>
              <a:t>jQuery</a:t>
            </a:r>
            <a:endParaRPr lang="zh-TW" altLang="en-US" sz="2600" dirty="0"/>
          </a:p>
          <a:p>
            <a:pPr lvl="1"/>
            <a:r>
              <a:rPr lang="en-US" altLang="zh-TW" sz="2400" dirty="0">
                <a:solidFill>
                  <a:srgbClr val="0000FF"/>
                </a:solidFill>
              </a:rPr>
              <a:t>$('#</a:t>
            </a:r>
            <a:r>
              <a:rPr lang="en-US" altLang="zh-TW" sz="2400" dirty="0" err="1">
                <a:solidFill>
                  <a:srgbClr val="0000FF"/>
                </a:solidFill>
              </a:rPr>
              <a:t>el</a:t>
            </a:r>
            <a:r>
              <a:rPr lang="en-US" altLang="zh-TW" sz="2400" dirty="0">
                <a:solidFill>
                  <a:srgbClr val="0000FF"/>
                </a:solidFill>
              </a:rPr>
              <a:t>'); // </a:t>
            </a:r>
            <a:r>
              <a:rPr lang="zh-TW" altLang="en-US" sz="2400" dirty="0">
                <a:solidFill>
                  <a:srgbClr val="0000FF"/>
                </a:solidFill>
              </a:rPr>
              <a:t>取得 </a:t>
            </a:r>
            <a:r>
              <a:rPr lang="en-US" altLang="zh-TW" sz="2400" dirty="0">
                <a:solidFill>
                  <a:srgbClr val="0000FF"/>
                </a:solidFill>
              </a:rPr>
              <a:t>id </a:t>
            </a:r>
            <a:r>
              <a:rPr lang="zh-TW" altLang="en-US" sz="2400" dirty="0">
                <a:solidFill>
                  <a:srgbClr val="0000FF"/>
                </a:solidFill>
              </a:rPr>
              <a:t>為 </a:t>
            </a:r>
            <a:r>
              <a:rPr lang="en-US" altLang="zh-TW" sz="2400" dirty="0" err="1">
                <a:solidFill>
                  <a:srgbClr val="0000FF"/>
                </a:solidFill>
              </a:rPr>
              <a:t>el</a:t>
            </a:r>
            <a:r>
              <a:rPr lang="en-US" altLang="zh-TW" sz="2400" dirty="0">
                <a:solidFill>
                  <a:srgbClr val="0000FF"/>
                </a:solidFill>
              </a:rPr>
              <a:t> </a:t>
            </a:r>
            <a:r>
              <a:rPr lang="zh-TW" altLang="en-US" sz="2400" dirty="0">
                <a:solidFill>
                  <a:srgbClr val="0000FF"/>
                </a:solidFill>
              </a:rPr>
              <a:t>的元素</a:t>
            </a:r>
            <a:endParaRPr lang="en-US" altLang="zh-TW" sz="2400" dirty="0">
              <a:solidFill>
                <a:srgbClr val="0000FF"/>
              </a:solidFill>
            </a:endParaRPr>
          </a:p>
          <a:p>
            <a:r>
              <a:rPr lang="en-US" altLang="zh-TW" sz="2800" dirty="0"/>
              <a:t>JavaScript DOM </a:t>
            </a:r>
            <a:endParaRPr lang="zh-TW" altLang="en-US" sz="2800" dirty="0"/>
          </a:p>
          <a:p>
            <a:pPr lvl="1"/>
            <a:r>
              <a:rPr lang="en-US" altLang="zh-TW" sz="2400" dirty="0" err="1">
                <a:solidFill>
                  <a:srgbClr val="0000FF"/>
                </a:solidFill>
              </a:rPr>
              <a:t>document.getElementsById</a:t>
            </a:r>
            <a:r>
              <a:rPr lang="en-US" altLang="zh-TW" sz="2400" dirty="0">
                <a:solidFill>
                  <a:srgbClr val="0000FF"/>
                </a:solidFill>
              </a:rPr>
              <a:t>('</a:t>
            </a:r>
            <a:r>
              <a:rPr lang="en-US" altLang="zh-TW" sz="2400" dirty="0" err="1">
                <a:solidFill>
                  <a:srgbClr val="0000FF"/>
                </a:solidFill>
              </a:rPr>
              <a:t>el</a:t>
            </a:r>
            <a:r>
              <a:rPr lang="en-US" altLang="zh-TW" sz="2400" dirty="0">
                <a:solidFill>
                  <a:srgbClr val="0000FF"/>
                </a:solidFill>
              </a:rPr>
              <a:t>');</a:t>
            </a:r>
            <a:endParaRPr lang="zh-TW" altLang="en-US" sz="2400" dirty="0">
              <a:solidFill>
                <a:srgbClr val="0000FF"/>
              </a:solidFill>
            </a:endParaRPr>
          </a:p>
        </p:txBody>
      </p:sp>
    </p:spTree>
    <p:extLst>
      <p:ext uri="{BB962C8B-B14F-4D97-AF65-F5344CB8AC3E}">
        <p14:creationId xmlns:p14="http://schemas.microsoft.com/office/powerpoint/2010/main" val="139883377"/>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標題 1"/>
          <p:cNvSpPr>
            <a:spLocks noGrp="1"/>
          </p:cNvSpPr>
          <p:nvPr>
            <p:ph type="title"/>
          </p:nvPr>
        </p:nvSpPr>
        <p:spPr>
          <a:xfrm>
            <a:off x="539552" y="476672"/>
            <a:ext cx="8229600" cy="792162"/>
          </a:xfrm>
        </p:spPr>
        <p:txBody>
          <a:bodyPr/>
          <a:lstStyle/>
          <a:p>
            <a:pPr eaLnBrk="1" hangingPunct="1"/>
            <a:r>
              <a:rPr lang="zh-TW" altLang="en-US" sz="3200" dirty="0">
                <a:latin typeface="微軟正黑體" pitchFamily="34" charset="-120"/>
                <a:ea typeface="微軟正黑體" pitchFamily="34" charset="-120"/>
              </a:rPr>
              <a:t>挑選  </a:t>
            </a:r>
            <a:r>
              <a:rPr lang="en-US" altLang="zh-TW" sz="3200" dirty="0">
                <a:latin typeface="Arial" charset="0"/>
                <a:ea typeface="微軟正黑體" pitchFamily="34" charset="-120"/>
                <a:cs typeface="Arial" charset="0"/>
              </a:rPr>
              <a:t>jQuery</a:t>
            </a:r>
            <a:r>
              <a:rPr lang="zh-TW" altLang="en-US" sz="3200" dirty="0">
                <a:latin typeface="微軟正黑體" pitchFamily="34" charset="-120"/>
                <a:ea typeface="微軟正黑體" pitchFamily="34" charset="-120"/>
              </a:rPr>
              <a:t>的標籤元素</a:t>
            </a:r>
          </a:p>
        </p:txBody>
      </p:sp>
      <p:sp>
        <p:nvSpPr>
          <p:cNvPr id="87042" name="文字版面配置區 2"/>
          <p:cNvSpPr>
            <a:spLocks noGrp="1"/>
          </p:cNvSpPr>
          <p:nvPr>
            <p:ph type="body" idx="1"/>
          </p:nvPr>
        </p:nvSpPr>
        <p:spPr>
          <a:xfrm>
            <a:off x="399369" y="1268834"/>
            <a:ext cx="8118475" cy="5786437"/>
          </a:xfrm>
        </p:spPr>
        <p:txBody>
          <a:bodyPr/>
          <a:lstStyle/>
          <a:p>
            <a:pPr eaLnBrk="1" hangingPunct="1"/>
            <a:r>
              <a:rPr lang="zh-TW" altLang="en-US" sz="2400" dirty="0">
                <a:latin typeface="Arial" charset="0"/>
                <a:ea typeface="新細明體" charset="-120"/>
                <a:cs typeface="Arial" charset="0"/>
              </a:rPr>
              <a:t> </a:t>
            </a:r>
            <a:r>
              <a:rPr lang="en-US" altLang="zh-TW" sz="2400" dirty="0">
                <a:latin typeface="Arial" charset="0"/>
                <a:ea typeface="新細明體" charset="-120"/>
                <a:cs typeface="Arial" charset="0"/>
              </a:rPr>
              <a:t>&lt;</a:t>
            </a:r>
            <a:r>
              <a:rPr lang="en-US" altLang="zh-TW" sz="2400" dirty="0">
                <a:solidFill>
                  <a:srgbClr val="FF0000"/>
                </a:solidFill>
                <a:latin typeface="Arial" charset="0"/>
                <a:ea typeface="新細明體" charset="-120"/>
                <a:cs typeface="Arial" charset="0"/>
              </a:rPr>
              <a:t>p</a:t>
            </a:r>
            <a:r>
              <a:rPr lang="en-US" altLang="zh-TW" sz="2400" dirty="0">
                <a:latin typeface="Arial" charset="0"/>
                <a:ea typeface="新細明體" charset="-120"/>
                <a:cs typeface="Arial" charset="0"/>
              </a:rPr>
              <a:t>&gt;p</a:t>
            </a:r>
            <a:r>
              <a:rPr lang="zh-TW" altLang="en-US" sz="2400" dirty="0">
                <a:latin typeface="Arial" charset="0"/>
                <a:ea typeface="微軟正黑體" pitchFamily="34" charset="-120"/>
                <a:cs typeface="Arial" charset="0"/>
              </a:rPr>
              <a:t>標籤段落</a:t>
            </a:r>
            <a:r>
              <a:rPr lang="en-US" altLang="zh-TW" sz="2400" dirty="0">
                <a:latin typeface="Arial" charset="0"/>
                <a:ea typeface="新細明體" charset="-120"/>
                <a:cs typeface="Arial" charset="0"/>
              </a:rPr>
              <a:t>&lt;/p&gt;</a:t>
            </a:r>
          </a:p>
          <a:p>
            <a:pPr lvl="1" indent="-103188" eaLnBrk="1" hangingPunct="1">
              <a:buFont typeface="Arial" charset="0"/>
              <a:buNone/>
            </a:pPr>
            <a:r>
              <a:rPr lang="en-US" altLang="zh-TW" sz="2400" dirty="0">
                <a:solidFill>
                  <a:schemeClr val="accent2"/>
                </a:solidFill>
                <a:latin typeface="Arial" charset="0"/>
                <a:ea typeface="新細明體" charset="-120"/>
                <a:cs typeface="Arial" charset="0"/>
              </a:rPr>
              <a:t>$(document).ready(function( ){</a:t>
            </a:r>
          </a:p>
          <a:p>
            <a:pPr lvl="1" indent="-103188" eaLnBrk="1" hangingPunct="1">
              <a:buFont typeface="Arial" charset="0"/>
              <a:buNone/>
            </a:pPr>
            <a:r>
              <a:rPr lang="en-US" altLang="zh-TW" sz="2400" dirty="0">
                <a:solidFill>
                  <a:schemeClr val="accent2"/>
                </a:solidFill>
                <a:latin typeface="Arial" charset="0"/>
                <a:ea typeface="新細明體" charset="-120"/>
                <a:cs typeface="Arial" charset="0"/>
              </a:rPr>
              <a:t>  $("button").click(function( ){</a:t>
            </a:r>
          </a:p>
          <a:p>
            <a:pPr lvl="1" indent="-103188" eaLnBrk="1" hangingPunct="1">
              <a:buFont typeface="Arial" charset="0"/>
              <a:buNone/>
            </a:pPr>
            <a:r>
              <a:rPr lang="en-US" altLang="zh-TW" sz="2400" dirty="0">
                <a:solidFill>
                  <a:schemeClr val="accent2"/>
                </a:solidFill>
                <a:latin typeface="Arial" charset="0"/>
                <a:ea typeface="新細明體" charset="-120"/>
                <a:cs typeface="Arial" charset="0"/>
              </a:rPr>
              <a:t>    $("p").hide( );</a:t>
            </a:r>
          </a:p>
          <a:p>
            <a:pPr lvl="1" indent="-103188" eaLnBrk="1" hangingPunct="1">
              <a:buFont typeface="Arial" charset="0"/>
              <a:buNone/>
            </a:pPr>
            <a:r>
              <a:rPr lang="en-US" altLang="zh-TW" sz="2400" dirty="0">
                <a:solidFill>
                  <a:schemeClr val="accent2"/>
                </a:solidFill>
                <a:latin typeface="Arial" charset="0"/>
                <a:ea typeface="新細明體" charset="-120"/>
                <a:cs typeface="Arial" charset="0"/>
              </a:rPr>
              <a:t>  });</a:t>
            </a:r>
          </a:p>
          <a:p>
            <a:pPr lvl="1" indent="-103188" eaLnBrk="1" hangingPunct="1">
              <a:spcAft>
                <a:spcPts val="1200"/>
              </a:spcAft>
              <a:buFont typeface="Arial" charset="0"/>
              <a:buNone/>
            </a:pPr>
            <a:r>
              <a:rPr lang="en-US" altLang="zh-TW" sz="2400" dirty="0">
                <a:solidFill>
                  <a:schemeClr val="accent2"/>
                </a:solidFill>
                <a:latin typeface="Arial" charset="0"/>
                <a:ea typeface="新細明體" charset="-120"/>
                <a:cs typeface="Arial" charset="0"/>
              </a:rPr>
              <a:t>});</a:t>
            </a:r>
          </a:p>
          <a:p>
            <a:pPr eaLnBrk="1" hangingPunct="1">
              <a:spcBef>
                <a:spcPts val="1200"/>
              </a:spcBef>
            </a:pPr>
            <a:r>
              <a:rPr lang="en-US" altLang="zh-TW" sz="2400" dirty="0">
                <a:latin typeface="Arial" charset="0"/>
                <a:ea typeface="新細明體" charset="-120"/>
                <a:cs typeface="Arial" charset="0"/>
              </a:rPr>
              <a:t>&lt;p id="test"&gt;p</a:t>
            </a:r>
            <a:r>
              <a:rPr lang="zh-TW" altLang="en-US" sz="2400" dirty="0">
                <a:latin typeface="Arial" charset="0"/>
                <a:ea typeface="微軟正黑體" pitchFamily="34" charset="-120"/>
              </a:rPr>
              <a:t>標籤段落</a:t>
            </a:r>
            <a:r>
              <a:rPr lang="en-US" altLang="zh-TW" sz="2400" dirty="0">
                <a:latin typeface="Arial" charset="0"/>
                <a:ea typeface="新細明體" charset="-120"/>
              </a:rPr>
              <a:t>&lt;/p&gt;</a:t>
            </a:r>
          </a:p>
          <a:p>
            <a:pPr eaLnBrk="1" hangingPunct="1">
              <a:spcAft>
                <a:spcPts val="1200"/>
              </a:spcAft>
              <a:buFont typeface="Arial" charset="0"/>
              <a:buNone/>
            </a:pPr>
            <a:r>
              <a:rPr lang="en-US" altLang="zh-TW" sz="2400" dirty="0">
                <a:latin typeface="Arial" charset="0"/>
                <a:ea typeface="新細明體" charset="-120"/>
              </a:rPr>
              <a:t> 	 $("#test").hide( );</a:t>
            </a:r>
          </a:p>
          <a:p>
            <a:pPr eaLnBrk="1" hangingPunct="1"/>
            <a:r>
              <a:rPr lang="en-US" altLang="zh-TW" sz="2400" dirty="0">
                <a:latin typeface="Arial" charset="0"/>
                <a:ea typeface="新細明體" charset="-120"/>
              </a:rPr>
              <a:t>&lt;p class="test"&gt; p</a:t>
            </a:r>
            <a:r>
              <a:rPr lang="zh-TW" altLang="en-US" sz="2400" dirty="0">
                <a:latin typeface="Arial" charset="0"/>
                <a:ea typeface="微軟正黑體" pitchFamily="34" charset="-120"/>
              </a:rPr>
              <a:t>標籤段落</a:t>
            </a:r>
            <a:r>
              <a:rPr lang="en-US" altLang="zh-TW" sz="2400" dirty="0">
                <a:latin typeface="Arial" charset="0"/>
                <a:ea typeface="新細明體" charset="-120"/>
              </a:rPr>
              <a:t>&lt;/p&gt; 	</a:t>
            </a:r>
          </a:p>
          <a:p>
            <a:pPr eaLnBrk="1" hangingPunct="1">
              <a:buFont typeface="Arial" charset="0"/>
              <a:buNone/>
            </a:pPr>
            <a:r>
              <a:rPr lang="en-US" altLang="zh-TW" sz="2400" dirty="0">
                <a:latin typeface="Arial" charset="0"/>
                <a:ea typeface="新細明體" charset="-120"/>
              </a:rPr>
              <a:t>    $(".test").hide( );</a:t>
            </a:r>
          </a:p>
          <a:p>
            <a:pPr eaLnBrk="1" hangingPunct="1">
              <a:buFont typeface="Arial" charset="0"/>
              <a:buNone/>
            </a:pPr>
            <a:endParaRPr lang="en-US" altLang="zh-TW" sz="2400" dirty="0">
              <a:latin typeface="Arial" charset="0"/>
              <a:ea typeface="新細明體" charset="-120"/>
            </a:endParaRPr>
          </a:p>
          <a:p>
            <a:pPr lvl="1" indent="-103188" eaLnBrk="1" hangingPunct="1">
              <a:buFont typeface="Arial" charset="0"/>
              <a:buNone/>
            </a:pPr>
            <a:endParaRPr lang="en-US" altLang="zh-TW" dirty="0">
              <a:latin typeface="Arial" charset="0"/>
              <a:ea typeface="新細明體" charset="-120"/>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標題 1"/>
          <p:cNvSpPr>
            <a:spLocks noGrp="1"/>
          </p:cNvSpPr>
          <p:nvPr>
            <p:ph type="title"/>
          </p:nvPr>
        </p:nvSpPr>
        <p:spPr/>
        <p:txBody>
          <a:bodyPr/>
          <a:lstStyle/>
          <a:p>
            <a:pPr eaLnBrk="1" hangingPunct="1"/>
            <a:r>
              <a:rPr lang="en-US" altLang="zh-TW" sz="3200">
                <a:latin typeface="Arial" charset="0"/>
                <a:ea typeface="新細明體" charset="-120"/>
                <a:cs typeface="Arial" charset="0"/>
              </a:rPr>
              <a:t>jQuery</a:t>
            </a:r>
            <a:r>
              <a:rPr lang="zh-TW" altLang="en-US" sz="3200">
                <a:latin typeface="微軟正黑體" pitchFamily="34" charset="-120"/>
                <a:ea typeface="微軟正黑體" pitchFamily="34" charset="-120"/>
                <a:cs typeface="Arial" charset="0"/>
              </a:rPr>
              <a:t>標籤套用</a:t>
            </a:r>
            <a:r>
              <a:rPr lang="en-US" altLang="zh-TW" sz="3200">
                <a:latin typeface="Arial" charset="0"/>
                <a:ea typeface="新細明體" charset="-120"/>
                <a:cs typeface="Arial" charset="0"/>
              </a:rPr>
              <a:t>CSS</a:t>
            </a:r>
            <a:endParaRPr lang="zh-TW" altLang="en-US" sz="3200">
              <a:latin typeface="Arial" charset="0"/>
              <a:ea typeface="新細明體" charset="-120"/>
              <a:cs typeface="Arial" charset="0"/>
            </a:endParaRPr>
          </a:p>
        </p:txBody>
      </p:sp>
      <p:sp>
        <p:nvSpPr>
          <p:cNvPr id="97282" name="文字版面配置區 2"/>
          <p:cNvSpPr>
            <a:spLocks noGrp="1"/>
          </p:cNvSpPr>
          <p:nvPr>
            <p:ph type="body" idx="1"/>
          </p:nvPr>
        </p:nvSpPr>
        <p:spPr/>
        <p:txBody>
          <a:bodyPr/>
          <a:lstStyle/>
          <a:p>
            <a:pPr eaLnBrk="1" hangingPunct="1"/>
            <a:r>
              <a:rPr lang="zh-TW" altLang="en-US" sz="2400" dirty="0">
                <a:latin typeface="微軟正黑體" pitchFamily="34" charset="-120"/>
                <a:ea typeface="微軟正黑體" pitchFamily="34" charset="-120"/>
                <a:cs typeface="Arial" charset="0"/>
              </a:rPr>
              <a:t> 改變標籤字型顏色</a:t>
            </a:r>
            <a:endParaRPr lang="en-US" altLang="zh-TW" sz="2400" dirty="0">
              <a:latin typeface="微軟正黑體" pitchFamily="34" charset="-120"/>
              <a:ea typeface="微軟正黑體" pitchFamily="34" charset="-120"/>
              <a:cs typeface="Arial" charset="0"/>
            </a:endParaRPr>
          </a:p>
          <a:p>
            <a:pPr eaLnBrk="1" hangingPunct="1">
              <a:buFont typeface="Arial" charset="0"/>
              <a:buNone/>
            </a:pPr>
            <a:r>
              <a:rPr lang="zh-TW" altLang="en-US" sz="2400" dirty="0">
                <a:latin typeface="Arial" charset="0"/>
                <a:ea typeface="微軟正黑體" pitchFamily="34" charset="-120"/>
                <a:cs typeface="Arial" charset="0"/>
              </a:rPr>
              <a:t>   </a:t>
            </a:r>
            <a:r>
              <a:rPr lang="en-US" altLang="zh-TW" sz="2400" dirty="0">
                <a:latin typeface="Arial" charset="0"/>
                <a:ea typeface="微軟正黑體" pitchFamily="34" charset="-120"/>
                <a:cs typeface="Arial" charset="0"/>
              </a:rPr>
              <a:t>$(document).ready(function( ) {</a:t>
            </a:r>
            <a:endParaRPr lang="en-GB" altLang="zh-TW" sz="2400" dirty="0">
              <a:latin typeface="Arial" charset="0"/>
              <a:ea typeface="微軟正黑體" pitchFamily="34" charset="-120"/>
              <a:cs typeface="Arial" charset="0"/>
            </a:endParaRPr>
          </a:p>
          <a:p>
            <a:pPr eaLnBrk="1" hangingPunct="1">
              <a:buFont typeface="Arial" charset="0"/>
              <a:buNone/>
            </a:pPr>
            <a:r>
              <a:rPr lang="en-US" altLang="zh-TW" sz="2400" dirty="0">
                <a:latin typeface="Arial" charset="0"/>
                <a:ea typeface="微軟正黑體" pitchFamily="34" charset="-120"/>
                <a:cs typeface="Arial" charset="0"/>
              </a:rPr>
              <a:t>        $("h2").each(function( ) {</a:t>
            </a:r>
            <a:endParaRPr lang="en-GB" altLang="zh-TW" sz="2400" dirty="0">
              <a:latin typeface="Arial" charset="0"/>
              <a:ea typeface="微軟正黑體" pitchFamily="34" charset="-120"/>
              <a:cs typeface="Arial" charset="0"/>
            </a:endParaRPr>
          </a:p>
          <a:p>
            <a:pPr eaLnBrk="1" hangingPunct="1">
              <a:buFont typeface="Arial" charset="0"/>
              <a:buNone/>
            </a:pPr>
            <a:r>
              <a:rPr lang="en-US" altLang="zh-TW" sz="2400" dirty="0">
                <a:latin typeface="Arial" charset="0"/>
                <a:ea typeface="微軟正黑體" pitchFamily="34" charset="-120"/>
                <a:cs typeface="Arial" charset="0"/>
              </a:rPr>
              <a:t>            </a:t>
            </a:r>
            <a:r>
              <a:rPr lang="en-US" altLang="zh-TW" sz="2400" dirty="0" err="1">
                <a:latin typeface="Arial" charset="0"/>
                <a:ea typeface="微軟正黑體" pitchFamily="34" charset="-120"/>
                <a:cs typeface="Arial" charset="0"/>
              </a:rPr>
              <a:t>this.style.color</a:t>
            </a:r>
            <a:r>
              <a:rPr lang="en-US" altLang="zh-TW" sz="2400" dirty="0">
                <a:latin typeface="Arial" charset="0"/>
                <a:ea typeface="微軟正黑體" pitchFamily="34" charset="-120"/>
                <a:cs typeface="Arial" charset="0"/>
              </a:rPr>
              <a:t> = "red";</a:t>
            </a:r>
            <a:endParaRPr lang="en-GB" altLang="zh-TW" sz="2400" dirty="0">
              <a:latin typeface="Arial" charset="0"/>
              <a:ea typeface="微軟正黑體" pitchFamily="34" charset="-120"/>
              <a:cs typeface="Arial" charset="0"/>
            </a:endParaRPr>
          </a:p>
          <a:p>
            <a:pPr eaLnBrk="1" hangingPunct="1">
              <a:buFont typeface="Arial" charset="0"/>
              <a:buNone/>
            </a:pPr>
            <a:r>
              <a:rPr lang="en-US" altLang="zh-TW" sz="2400" dirty="0">
                <a:latin typeface="Arial" charset="0"/>
                <a:ea typeface="微軟正黑體" pitchFamily="34" charset="-120"/>
                <a:cs typeface="Arial" charset="0"/>
              </a:rPr>
              <a:t>        });</a:t>
            </a:r>
            <a:endParaRPr lang="en-GB" altLang="zh-TW" sz="2400" dirty="0">
              <a:latin typeface="Arial" charset="0"/>
              <a:ea typeface="微軟正黑體" pitchFamily="34" charset="-120"/>
              <a:cs typeface="Arial" charset="0"/>
            </a:endParaRPr>
          </a:p>
          <a:p>
            <a:pPr eaLnBrk="1" hangingPunct="1">
              <a:buFont typeface="Arial" charset="0"/>
              <a:buNone/>
            </a:pPr>
            <a:r>
              <a:rPr lang="en-US" altLang="zh-TW" sz="2400" dirty="0">
                <a:latin typeface="Arial" charset="0"/>
                <a:ea typeface="微軟正黑體" pitchFamily="34" charset="-120"/>
                <a:cs typeface="Arial" charset="0"/>
              </a:rPr>
              <a:t>    });</a:t>
            </a:r>
            <a:endParaRPr lang="en-GB" altLang="zh-TW" sz="2400" dirty="0">
              <a:latin typeface="Arial" charset="0"/>
              <a:ea typeface="微軟正黑體" pitchFamily="34" charset="-120"/>
              <a:cs typeface="Arial" charset="0"/>
            </a:endParaRPr>
          </a:p>
          <a:p>
            <a:pPr eaLnBrk="1" hangingPunct="1"/>
            <a:r>
              <a:rPr lang="zh-TW" altLang="en-US" sz="2400" dirty="0">
                <a:latin typeface="微軟正黑體" pitchFamily="34" charset="-120"/>
                <a:ea typeface="微軟正黑體" pitchFamily="34" charset="-120"/>
                <a:cs typeface="Arial" charset="0"/>
              </a:rPr>
              <a:t> 改變第一個</a:t>
            </a:r>
            <a:r>
              <a:rPr lang="en-US" altLang="zh-TW" sz="2400" dirty="0">
                <a:latin typeface="Arial" charset="0"/>
                <a:ea typeface="微軟正黑體" pitchFamily="34" charset="-120"/>
                <a:cs typeface="Arial" charset="0"/>
              </a:rPr>
              <a:t>p</a:t>
            </a:r>
            <a:r>
              <a:rPr lang="zh-TW" altLang="en-US" sz="2400" dirty="0">
                <a:latin typeface="微軟正黑體" pitchFamily="34" charset="-120"/>
                <a:ea typeface="微軟正黑體" pitchFamily="34" charset="-120"/>
                <a:cs typeface="Arial" charset="0"/>
              </a:rPr>
              <a:t>標籤套用 </a:t>
            </a:r>
            <a:r>
              <a:rPr lang="en-US" altLang="zh-TW" sz="2400" dirty="0">
                <a:latin typeface="Arial" charset="0"/>
                <a:ea typeface="新細明體" charset="-120"/>
                <a:cs typeface="Arial" charset="0"/>
              </a:rPr>
              <a:t>"</a:t>
            </a:r>
            <a:r>
              <a:rPr lang="en-US" altLang="zh-TW" sz="2400" dirty="0">
                <a:latin typeface="Arial" charset="0"/>
                <a:ea typeface="微軟正黑體" pitchFamily="34" charset="-120"/>
              </a:rPr>
              <a:t>intro</a:t>
            </a:r>
            <a:r>
              <a:rPr lang="en-US" altLang="zh-TW" sz="2400" dirty="0">
                <a:latin typeface="Arial" charset="0"/>
                <a:ea typeface="新細明體" charset="-120"/>
              </a:rPr>
              <a:t>"</a:t>
            </a:r>
            <a:r>
              <a:rPr lang="zh-TW" altLang="en-US" sz="2400" dirty="0">
                <a:latin typeface="Arial" charset="0"/>
                <a:ea typeface="微軟正黑體" pitchFamily="34" charset="-120"/>
              </a:rPr>
              <a:t> </a:t>
            </a:r>
            <a:r>
              <a:rPr lang="en-US" altLang="zh-TW" sz="2400" dirty="0">
                <a:latin typeface="Arial" charset="0"/>
                <a:ea typeface="微軟正黑體" pitchFamily="34" charset="-120"/>
              </a:rPr>
              <a:t>CSS</a:t>
            </a:r>
          </a:p>
          <a:p>
            <a:pPr eaLnBrk="1" hangingPunct="1">
              <a:buFont typeface="Arial" charset="0"/>
              <a:buNone/>
            </a:pPr>
            <a:r>
              <a:rPr lang="en-US" altLang="zh-TW" sz="2400" dirty="0">
                <a:ea typeface="新細明體" charset="-120"/>
              </a:rPr>
              <a:t>   </a:t>
            </a:r>
            <a:r>
              <a:rPr lang="en-US" altLang="zh-TW" sz="2400" dirty="0">
                <a:latin typeface="Arial" charset="0"/>
                <a:ea typeface="新細明體" charset="-120"/>
              </a:rPr>
              <a:t>$("button").click(function( ){</a:t>
            </a:r>
          </a:p>
          <a:p>
            <a:pPr eaLnBrk="1" hangingPunct="1">
              <a:buFont typeface="Arial" charset="0"/>
              <a:buNone/>
            </a:pPr>
            <a:r>
              <a:rPr lang="en-US" altLang="zh-TW" sz="2400" dirty="0">
                <a:latin typeface="Arial" charset="0"/>
                <a:ea typeface="新細明體" charset="-120"/>
              </a:rPr>
              <a:t>    </a:t>
            </a:r>
            <a:r>
              <a:rPr lang="en-US" altLang="zh-TW" sz="2400" dirty="0">
                <a:solidFill>
                  <a:srgbClr val="000099"/>
                </a:solidFill>
                <a:latin typeface="Arial" charset="0"/>
                <a:ea typeface="新細明體" charset="-120"/>
              </a:rPr>
              <a:t>$("p:first").addClass("intro");</a:t>
            </a:r>
          </a:p>
          <a:p>
            <a:pPr eaLnBrk="1" hangingPunct="1">
              <a:buFont typeface="Arial" charset="0"/>
              <a:buNone/>
            </a:pPr>
            <a:r>
              <a:rPr lang="en-US" altLang="zh-TW" sz="2400" dirty="0">
                <a:latin typeface="Arial" charset="0"/>
                <a:ea typeface="新細明體" charset="-120"/>
              </a:rPr>
              <a:t>   });</a:t>
            </a:r>
            <a:endParaRPr lang="zh-TW" altLang="en-US" sz="2400" dirty="0">
              <a:latin typeface="Arial" charset="0"/>
              <a:ea typeface="新細明體" charset="-120"/>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標題 1"/>
          <p:cNvSpPr>
            <a:spLocks noGrp="1"/>
          </p:cNvSpPr>
          <p:nvPr>
            <p:ph type="title"/>
          </p:nvPr>
        </p:nvSpPr>
        <p:spPr/>
        <p:txBody>
          <a:bodyPr/>
          <a:lstStyle/>
          <a:p>
            <a:pPr eaLnBrk="1" hangingPunct="1"/>
            <a:r>
              <a:rPr lang="en-US" altLang="zh-TW" sz="3200">
                <a:latin typeface="Arial" charset="0"/>
                <a:ea typeface="新細明體" charset="-120"/>
                <a:cs typeface="Arial" charset="0"/>
              </a:rPr>
              <a:t>jQuery</a:t>
            </a:r>
            <a:r>
              <a:rPr lang="zh-TW" altLang="en-US" sz="3200">
                <a:latin typeface="微軟正黑體" pitchFamily="34" charset="-120"/>
                <a:ea typeface="微軟正黑體" pitchFamily="34" charset="-120"/>
                <a:cs typeface="Arial" charset="0"/>
              </a:rPr>
              <a:t>方法與</a:t>
            </a:r>
            <a:r>
              <a:rPr lang="zh-TW" altLang="en-US" sz="3200">
                <a:latin typeface="微軟正黑體" pitchFamily="34" charset="-120"/>
                <a:ea typeface="微軟正黑體" pitchFamily="34" charset="-120"/>
              </a:rPr>
              <a:t>標籤</a:t>
            </a:r>
          </a:p>
        </p:txBody>
      </p:sp>
      <p:sp>
        <p:nvSpPr>
          <p:cNvPr id="100354" name="文字版面配置區 2"/>
          <p:cNvSpPr>
            <a:spLocks noGrp="1"/>
          </p:cNvSpPr>
          <p:nvPr>
            <p:ph type="body" idx="1"/>
          </p:nvPr>
        </p:nvSpPr>
        <p:spPr/>
        <p:txBody>
          <a:bodyPr/>
          <a:lstStyle/>
          <a:p>
            <a:pPr eaLnBrk="1" hangingPunct="1">
              <a:spcAft>
                <a:spcPts val="1200"/>
              </a:spcAft>
            </a:pPr>
            <a:r>
              <a:rPr lang="en-US" altLang="zh-TW" sz="2400" dirty="0" err="1">
                <a:latin typeface="Arial" charset="0"/>
                <a:ea typeface="微軟正黑體" pitchFamily="34" charset="-120"/>
                <a:cs typeface="Arial" charset="0"/>
              </a:rPr>
              <a:t>css</a:t>
            </a:r>
            <a:r>
              <a:rPr lang="en-US" altLang="zh-TW" sz="2400" dirty="0">
                <a:latin typeface="Arial" charset="0"/>
                <a:ea typeface="微軟正黑體" pitchFamily="34" charset="-120"/>
                <a:cs typeface="Arial" charset="0"/>
              </a:rPr>
              <a:t>( )</a:t>
            </a:r>
            <a:r>
              <a:rPr lang="zh-TW" altLang="en-US" sz="2400" dirty="0">
                <a:latin typeface="微軟正黑體" pitchFamily="34" charset="-120"/>
                <a:ea typeface="微軟正黑體" pitchFamily="34" charset="-120"/>
                <a:cs typeface="Arial" charset="0"/>
              </a:rPr>
              <a:t>方法將所選擇標籤設定</a:t>
            </a:r>
            <a:r>
              <a:rPr lang="en-US" altLang="zh-TW" sz="2400" dirty="0">
                <a:latin typeface="Arial" charset="0"/>
                <a:ea typeface="微軟正黑體" pitchFamily="34" charset="-120"/>
                <a:cs typeface="Arial" charset="0"/>
              </a:rPr>
              <a:t>CSS</a:t>
            </a:r>
            <a:r>
              <a:rPr lang="zh-TW" altLang="en-US" sz="2400" dirty="0">
                <a:latin typeface="微軟正黑體" pitchFamily="34" charset="-120"/>
                <a:ea typeface="微軟正黑體" pitchFamily="34" charset="-120"/>
                <a:cs typeface="Arial" charset="0"/>
              </a:rPr>
              <a:t>屬性資料</a:t>
            </a:r>
            <a:endParaRPr lang="en-US" altLang="zh-TW" sz="2400" dirty="0">
              <a:latin typeface="微軟正黑體" pitchFamily="34" charset="-120"/>
              <a:ea typeface="微軟正黑體" pitchFamily="34" charset="-120"/>
              <a:cs typeface="Arial" charset="0"/>
            </a:endParaRPr>
          </a:p>
          <a:p>
            <a:pPr lvl="1" eaLnBrk="1" hangingPunct="1">
              <a:spcAft>
                <a:spcPts val="1200"/>
              </a:spcAft>
            </a:pPr>
            <a:r>
              <a:rPr lang="en-US" altLang="zh-TW" sz="2400" dirty="0">
                <a:solidFill>
                  <a:srgbClr val="000099"/>
                </a:solidFill>
                <a:latin typeface="Arial" charset="0"/>
                <a:ea typeface="Arial Unicode MS" pitchFamily="34" charset="-120"/>
                <a:cs typeface="Arial Unicode MS" pitchFamily="34" charset="-120"/>
              </a:rPr>
              <a:t>$("button").click(function( ){</a:t>
            </a:r>
            <a:br>
              <a:rPr lang="en-US" altLang="zh-TW" sz="2400" dirty="0">
                <a:solidFill>
                  <a:srgbClr val="000099"/>
                </a:solidFill>
                <a:latin typeface="Arial" charset="0"/>
                <a:ea typeface="Arial Unicode MS" pitchFamily="34" charset="-120"/>
                <a:cs typeface="Arial Unicode MS" pitchFamily="34" charset="-120"/>
              </a:rPr>
            </a:br>
            <a:r>
              <a:rPr lang="en-US" altLang="zh-TW" sz="2400" dirty="0">
                <a:solidFill>
                  <a:srgbClr val="000099"/>
                </a:solidFill>
                <a:latin typeface="Arial" charset="0"/>
                <a:ea typeface="Arial Unicode MS" pitchFamily="34" charset="-120"/>
                <a:cs typeface="Arial Unicode MS" pitchFamily="34" charset="-120"/>
              </a:rPr>
              <a:t>  $("p").</a:t>
            </a:r>
            <a:r>
              <a:rPr lang="en-US" altLang="zh-TW" sz="2400" dirty="0" err="1">
                <a:solidFill>
                  <a:srgbClr val="000099"/>
                </a:solidFill>
                <a:latin typeface="Arial" charset="0"/>
                <a:ea typeface="Arial Unicode MS" pitchFamily="34" charset="-120"/>
                <a:cs typeface="Arial Unicode MS" pitchFamily="34" charset="-120"/>
              </a:rPr>
              <a:t>css</a:t>
            </a:r>
            <a:r>
              <a:rPr lang="en-US" altLang="zh-TW" sz="2400" dirty="0">
                <a:solidFill>
                  <a:srgbClr val="000099"/>
                </a:solidFill>
                <a:latin typeface="Arial" charset="0"/>
                <a:ea typeface="Arial Unicode MS" pitchFamily="34" charset="-120"/>
                <a:cs typeface="Arial Unicode MS" pitchFamily="34" charset="-120"/>
              </a:rPr>
              <a:t>("</a:t>
            </a:r>
            <a:r>
              <a:rPr lang="en-US" altLang="zh-TW" sz="2400" dirty="0" err="1">
                <a:solidFill>
                  <a:srgbClr val="000099"/>
                </a:solidFill>
                <a:latin typeface="Arial" charset="0"/>
                <a:ea typeface="Arial Unicode MS" pitchFamily="34" charset="-120"/>
                <a:cs typeface="Arial Unicode MS" pitchFamily="34" charset="-120"/>
              </a:rPr>
              <a:t>color","red</a:t>
            </a:r>
            <a:r>
              <a:rPr lang="en-US" altLang="zh-TW" sz="2400" dirty="0">
                <a:solidFill>
                  <a:srgbClr val="000099"/>
                </a:solidFill>
                <a:latin typeface="Arial" charset="0"/>
                <a:ea typeface="Arial Unicode MS" pitchFamily="34" charset="-120"/>
                <a:cs typeface="Arial Unicode MS" pitchFamily="34" charset="-120"/>
              </a:rPr>
              <a:t>");</a:t>
            </a:r>
            <a:br>
              <a:rPr lang="en-US" altLang="zh-TW" sz="2400" dirty="0">
                <a:solidFill>
                  <a:srgbClr val="000099"/>
                </a:solidFill>
                <a:latin typeface="Arial" charset="0"/>
                <a:ea typeface="Arial Unicode MS" pitchFamily="34" charset="-120"/>
                <a:cs typeface="Arial Unicode MS" pitchFamily="34" charset="-120"/>
              </a:rPr>
            </a:br>
            <a:r>
              <a:rPr lang="en-US" altLang="zh-TW" sz="2400" dirty="0">
                <a:solidFill>
                  <a:srgbClr val="000099"/>
                </a:solidFill>
                <a:latin typeface="Arial" charset="0"/>
                <a:ea typeface="Arial Unicode MS" pitchFamily="34" charset="-120"/>
                <a:cs typeface="Arial Unicode MS" pitchFamily="34" charset="-120"/>
              </a:rPr>
              <a:t>});</a:t>
            </a:r>
          </a:p>
          <a:p>
            <a:pPr eaLnBrk="1" hangingPunct="1">
              <a:spcAft>
                <a:spcPts val="1200"/>
              </a:spcAft>
            </a:pPr>
            <a:r>
              <a:rPr lang="en-US" altLang="zh-TW" sz="2400" dirty="0" err="1">
                <a:solidFill>
                  <a:srgbClr val="000099"/>
                </a:solidFill>
                <a:latin typeface="Arial" charset="0"/>
                <a:ea typeface="微軟正黑體" pitchFamily="34" charset="-120"/>
                <a:cs typeface="Arial Unicode MS" pitchFamily="34" charset="-120"/>
              </a:rPr>
              <a:t>val</a:t>
            </a:r>
            <a:r>
              <a:rPr lang="en-US" altLang="zh-TW" sz="2400" dirty="0">
                <a:solidFill>
                  <a:srgbClr val="000099"/>
                </a:solidFill>
                <a:latin typeface="Arial" charset="0"/>
                <a:ea typeface="微軟正黑體" pitchFamily="34" charset="-120"/>
                <a:cs typeface="Arial Unicode MS" pitchFamily="34" charset="-120"/>
              </a:rPr>
              <a:t>( )</a:t>
            </a:r>
            <a:r>
              <a:rPr lang="zh-TW" altLang="en-US" sz="2400" dirty="0">
                <a:solidFill>
                  <a:srgbClr val="000099"/>
                </a:solidFill>
                <a:latin typeface="微軟正黑體" pitchFamily="34" charset="-120"/>
                <a:ea typeface="微軟正黑體" pitchFamily="34" charset="-120"/>
                <a:cs typeface="Arial Unicode MS" pitchFamily="34" charset="-120"/>
              </a:rPr>
              <a:t>取得或是設定標籤</a:t>
            </a:r>
            <a:r>
              <a:rPr lang="en-US" altLang="zh-TW" sz="2400" dirty="0">
                <a:solidFill>
                  <a:srgbClr val="000099"/>
                </a:solidFill>
                <a:latin typeface="Arial" charset="0"/>
                <a:ea typeface="微軟正黑體" pitchFamily="34" charset="-120"/>
                <a:cs typeface="Arial Unicode MS" pitchFamily="34" charset="-120"/>
              </a:rPr>
              <a:t>value</a:t>
            </a:r>
            <a:r>
              <a:rPr lang="zh-TW" altLang="en-US" sz="2400" dirty="0">
                <a:solidFill>
                  <a:srgbClr val="000099"/>
                </a:solidFill>
                <a:latin typeface="微軟正黑體" pitchFamily="34" charset="-120"/>
                <a:ea typeface="微軟正黑體" pitchFamily="34" charset="-120"/>
                <a:cs typeface="Arial Unicode MS" pitchFamily="34" charset="-120"/>
              </a:rPr>
              <a:t>屬性資料值</a:t>
            </a:r>
            <a:endParaRPr lang="en-US" altLang="zh-TW" sz="2400" dirty="0">
              <a:solidFill>
                <a:srgbClr val="000099"/>
              </a:solidFill>
              <a:latin typeface="微軟正黑體" pitchFamily="34" charset="-120"/>
              <a:ea typeface="微軟正黑體" pitchFamily="34" charset="-120"/>
              <a:cs typeface="Arial Unicode MS" pitchFamily="34" charset="-120"/>
            </a:endParaRPr>
          </a:p>
          <a:p>
            <a:pPr lvl="1" eaLnBrk="1" hangingPunct="1">
              <a:spcAft>
                <a:spcPts val="1200"/>
              </a:spcAft>
            </a:pPr>
            <a:r>
              <a:rPr lang="en-US" altLang="zh-TW" sz="2400" dirty="0">
                <a:solidFill>
                  <a:srgbClr val="000099"/>
                </a:solidFill>
                <a:latin typeface="Arial" charset="0"/>
                <a:ea typeface="新細明體" charset="-120"/>
                <a:cs typeface="Arial" charset="0"/>
              </a:rPr>
              <a:t>$("button").click(function( ){</a:t>
            </a:r>
            <a:br>
              <a:rPr lang="en-US" altLang="zh-TW" sz="2400" dirty="0">
                <a:solidFill>
                  <a:srgbClr val="000099"/>
                </a:solidFill>
                <a:latin typeface="Arial" charset="0"/>
                <a:ea typeface="新細明體" charset="-120"/>
                <a:cs typeface="Arial" charset="0"/>
              </a:rPr>
            </a:br>
            <a:r>
              <a:rPr lang="en-US" altLang="zh-TW" sz="2400" dirty="0">
                <a:solidFill>
                  <a:srgbClr val="000099"/>
                </a:solidFill>
                <a:latin typeface="Arial" charset="0"/>
                <a:ea typeface="新細明體" charset="-120"/>
                <a:cs typeface="Arial" charset="0"/>
              </a:rPr>
              <a:t>  $(“#username").</a:t>
            </a:r>
            <a:r>
              <a:rPr lang="en-US" altLang="zh-TW" sz="2400" dirty="0" err="1">
                <a:solidFill>
                  <a:srgbClr val="000099"/>
                </a:solidFill>
                <a:latin typeface="Arial" charset="0"/>
                <a:ea typeface="新細明體" charset="-120"/>
                <a:cs typeface="Arial" charset="0"/>
              </a:rPr>
              <a:t>val</a:t>
            </a:r>
            <a:r>
              <a:rPr lang="en-US" altLang="zh-TW" sz="2400" dirty="0">
                <a:solidFill>
                  <a:srgbClr val="000099"/>
                </a:solidFill>
                <a:latin typeface="Arial" charset="0"/>
                <a:ea typeface="新細明體" charset="-120"/>
                <a:cs typeface="Arial" charset="0"/>
              </a:rPr>
              <a:t>("John");</a:t>
            </a:r>
            <a:br>
              <a:rPr lang="en-US" altLang="zh-TW" sz="2400" dirty="0">
                <a:solidFill>
                  <a:srgbClr val="000099"/>
                </a:solidFill>
                <a:latin typeface="Arial" charset="0"/>
                <a:ea typeface="新細明體" charset="-120"/>
                <a:cs typeface="Arial" charset="0"/>
              </a:rPr>
            </a:br>
            <a:r>
              <a:rPr lang="en-US" altLang="zh-TW" sz="2400" dirty="0">
                <a:solidFill>
                  <a:srgbClr val="000099"/>
                </a:solidFill>
                <a:latin typeface="Arial" charset="0"/>
                <a:ea typeface="新細明體" charset="-120"/>
                <a:cs typeface="Arial" charset="0"/>
              </a:rPr>
              <a:t>});</a:t>
            </a:r>
            <a:endParaRPr lang="zh-TW" altLang="en-US" sz="2400" dirty="0">
              <a:solidFill>
                <a:srgbClr val="000099"/>
              </a:solidFill>
              <a:latin typeface="Arial" charset="0"/>
              <a:ea typeface="微軟正黑體" pitchFamily="34" charset="-120"/>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69" name="標題 1"/>
          <p:cNvSpPr>
            <a:spLocks noGrp="1"/>
          </p:cNvSpPr>
          <p:nvPr>
            <p:ph type="title"/>
          </p:nvPr>
        </p:nvSpPr>
        <p:spPr/>
        <p:txBody>
          <a:bodyPr/>
          <a:lstStyle/>
          <a:p>
            <a:pPr eaLnBrk="1" hangingPunct="1"/>
            <a:r>
              <a:rPr lang="zh-TW" altLang="en-US" sz="3200">
                <a:latin typeface="微軟正黑體" pitchFamily="34" charset="-120"/>
                <a:ea typeface="微軟正黑體" pitchFamily="34" charset="-120"/>
                <a:cs typeface="Arial" charset="0"/>
              </a:rPr>
              <a:t>使用</a:t>
            </a:r>
            <a:r>
              <a:rPr lang="en-US" altLang="zh-TW" sz="3200">
                <a:latin typeface="Arial" charset="0"/>
                <a:ea typeface="Arial Unicode MS" pitchFamily="34" charset="-120"/>
                <a:cs typeface="Arial" charset="0"/>
              </a:rPr>
              <a:t>jQuery</a:t>
            </a:r>
            <a:r>
              <a:rPr lang="zh-TW" altLang="en-US" sz="3200">
                <a:latin typeface="微軟正黑體" pitchFamily="34" charset="-120"/>
                <a:ea typeface="微軟正黑體" pitchFamily="34" charset="-120"/>
                <a:cs typeface="Arial" charset="0"/>
              </a:rPr>
              <a:t>設定</a:t>
            </a:r>
            <a:r>
              <a:rPr lang="zh-TW" altLang="en-US" sz="3200">
                <a:latin typeface="微軟正黑體" pitchFamily="34" charset="-120"/>
                <a:ea typeface="微軟正黑體" pitchFamily="34" charset="-120"/>
              </a:rPr>
              <a:t>標籤內容</a:t>
            </a:r>
          </a:p>
        </p:txBody>
      </p:sp>
      <p:sp>
        <p:nvSpPr>
          <p:cNvPr id="109570" name="文字版面配置區 2"/>
          <p:cNvSpPr>
            <a:spLocks noGrp="1"/>
          </p:cNvSpPr>
          <p:nvPr>
            <p:ph type="body" idx="1"/>
          </p:nvPr>
        </p:nvSpPr>
        <p:spPr>
          <a:xfrm>
            <a:off x="395288" y="1709738"/>
            <a:ext cx="8501062" cy="5148262"/>
          </a:xfrm>
        </p:spPr>
        <p:txBody>
          <a:bodyPr/>
          <a:lstStyle/>
          <a:p>
            <a:pPr eaLnBrk="1" hangingPunct="1">
              <a:spcAft>
                <a:spcPts val="1200"/>
              </a:spcAft>
            </a:pPr>
            <a:r>
              <a:rPr lang="zh-TW" altLang="en-US" sz="2400" dirty="0">
                <a:latin typeface="Arial" charset="0"/>
                <a:ea typeface="新細明體" charset="-120"/>
                <a:cs typeface="Arial" charset="0"/>
              </a:rPr>
              <a:t> </a:t>
            </a:r>
            <a:r>
              <a:rPr lang="en-US" altLang="zh-TW" sz="2400" dirty="0">
                <a:latin typeface="Arial" charset="0"/>
                <a:ea typeface="新細明體" charset="-120"/>
                <a:cs typeface="Arial" charset="0"/>
              </a:rPr>
              <a:t>&lt;p id="test1"&gt;This is a paragraph.&lt;/p&gt;</a:t>
            </a:r>
          </a:p>
          <a:p>
            <a:pPr eaLnBrk="1" hangingPunct="1">
              <a:spcAft>
                <a:spcPts val="1200"/>
              </a:spcAft>
            </a:pPr>
            <a:r>
              <a:rPr lang="zh-TW" altLang="en-US" sz="2400" dirty="0">
                <a:latin typeface="Arial" charset="0"/>
                <a:ea typeface="新細明體" charset="-120"/>
                <a:cs typeface="Arial" charset="0"/>
              </a:rPr>
              <a:t> </a:t>
            </a:r>
            <a:r>
              <a:rPr lang="en-US" altLang="zh-TW" sz="2400" dirty="0">
                <a:latin typeface="Arial" charset="0"/>
                <a:ea typeface="新細明體" charset="-120"/>
                <a:cs typeface="Arial" charset="0"/>
              </a:rPr>
              <a:t>$("#test1").text("Hello world!");</a:t>
            </a:r>
          </a:p>
          <a:p>
            <a:pPr eaLnBrk="1" hangingPunct="1">
              <a:spcAft>
                <a:spcPts val="1200"/>
              </a:spcAft>
            </a:pPr>
            <a:r>
              <a:rPr lang="zh-TW" altLang="en-US" sz="2400" dirty="0">
                <a:latin typeface="Arial" charset="0"/>
                <a:ea typeface="新細明體" charset="-120"/>
                <a:cs typeface="Arial" charset="0"/>
              </a:rPr>
              <a:t> </a:t>
            </a:r>
            <a:r>
              <a:rPr lang="en-US" altLang="zh-TW" sz="2400" dirty="0">
                <a:latin typeface="Arial" charset="0"/>
                <a:ea typeface="新細明體" charset="-120"/>
                <a:cs typeface="Arial" charset="0"/>
              </a:rPr>
              <a:t>$("#test1").html("&lt;b&gt;Hello world!&lt;/b&gt;");</a:t>
            </a:r>
          </a:p>
          <a:p>
            <a:pPr eaLnBrk="1" hangingPunct="1">
              <a:spcAft>
                <a:spcPts val="1200"/>
              </a:spcAft>
            </a:pPr>
            <a:r>
              <a:rPr lang="zh-TW" altLang="en-US" sz="2400" dirty="0">
                <a:latin typeface="Arial" charset="0"/>
                <a:ea typeface="新細明體" charset="-120"/>
                <a:cs typeface="Arial" charset="0"/>
              </a:rPr>
              <a:t> </a:t>
            </a:r>
            <a:r>
              <a:rPr lang="en-US" altLang="zh-TW" sz="2400" dirty="0">
                <a:latin typeface="Arial" charset="0"/>
                <a:ea typeface="新細明體" charset="-120"/>
                <a:cs typeface="Arial" charset="0"/>
              </a:rPr>
              <a:t>&lt;input type="text" id="test2" value=“Edit Text"&gt;</a:t>
            </a:r>
          </a:p>
          <a:p>
            <a:pPr eaLnBrk="1" hangingPunct="1">
              <a:spcAft>
                <a:spcPts val="1200"/>
              </a:spcAft>
            </a:pPr>
            <a:r>
              <a:rPr lang="zh-TW" altLang="en-US" sz="2400" dirty="0">
                <a:solidFill>
                  <a:srgbClr val="0000FF"/>
                </a:solidFill>
                <a:latin typeface="Arial" charset="0"/>
                <a:ea typeface="新細明體" charset="-120"/>
                <a:cs typeface="Arial" charset="0"/>
              </a:rPr>
              <a:t> </a:t>
            </a:r>
            <a:r>
              <a:rPr lang="en-US" altLang="zh-TW" sz="2400" dirty="0">
                <a:solidFill>
                  <a:srgbClr val="0000FF"/>
                </a:solidFill>
                <a:latin typeface="Arial" charset="0"/>
                <a:ea typeface="新細明體" charset="-120"/>
                <a:cs typeface="Arial" charset="0"/>
              </a:rPr>
              <a:t>$("#test2").</a:t>
            </a:r>
            <a:r>
              <a:rPr lang="en-US" altLang="zh-TW" sz="2400" dirty="0" err="1">
                <a:solidFill>
                  <a:srgbClr val="0000FF"/>
                </a:solidFill>
                <a:latin typeface="Arial" charset="0"/>
                <a:ea typeface="新細明體" charset="-120"/>
                <a:cs typeface="Arial" charset="0"/>
              </a:rPr>
              <a:t>val</a:t>
            </a:r>
            <a:r>
              <a:rPr lang="en-US" altLang="zh-TW" sz="2400" dirty="0">
                <a:solidFill>
                  <a:srgbClr val="0000FF"/>
                </a:solidFill>
                <a:latin typeface="Arial" charset="0"/>
                <a:ea typeface="新細明體" charset="-120"/>
                <a:cs typeface="Arial" charset="0"/>
              </a:rPr>
              <a:t>(“My JavaScript Text");</a:t>
            </a:r>
          </a:p>
          <a:p>
            <a:pPr eaLnBrk="1" hangingPunct="1">
              <a:spcAft>
                <a:spcPts val="1200"/>
              </a:spcAft>
            </a:pPr>
            <a:endParaRPr lang="zh-TW" altLang="en-US" sz="2400" dirty="0">
              <a:ea typeface="新細明體" charset="-120"/>
              <a:cs typeface="Arial" charset="0"/>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89" name="標題 1"/>
          <p:cNvSpPr>
            <a:spLocks noGrp="1"/>
          </p:cNvSpPr>
          <p:nvPr>
            <p:ph type="title"/>
          </p:nvPr>
        </p:nvSpPr>
        <p:spPr/>
        <p:txBody>
          <a:bodyPr/>
          <a:lstStyle/>
          <a:p>
            <a:pPr eaLnBrk="1" hangingPunct="1"/>
            <a:r>
              <a:rPr lang="zh-TW" altLang="en-US" sz="3200">
                <a:latin typeface="微軟正黑體" pitchFamily="34" charset="-120"/>
                <a:ea typeface="微軟正黑體" pitchFamily="34" charset="-120"/>
                <a:cs typeface="Arial" charset="0"/>
              </a:rPr>
              <a:t>使用</a:t>
            </a:r>
            <a:r>
              <a:rPr lang="en-US" altLang="zh-TW" sz="3200">
                <a:latin typeface="Arial" charset="0"/>
                <a:ea typeface="Arial Unicode MS" pitchFamily="34" charset="-120"/>
                <a:cs typeface="Arial" charset="0"/>
              </a:rPr>
              <a:t>jQuery</a:t>
            </a:r>
            <a:r>
              <a:rPr lang="zh-TW" altLang="en-US" sz="3200">
                <a:latin typeface="微軟正黑體" pitchFamily="34" charset="-120"/>
                <a:ea typeface="微軟正黑體" pitchFamily="34" charset="-120"/>
                <a:cs typeface="Arial" charset="0"/>
              </a:rPr>
              <a:t>取得</a:t>
            </a:r>
            <a:r>
              <a:rPr lang="zh-TW" altLang="en-US" sz="3200">
                <a:latin typeface="微軟正黑體" pitchFamily="34" charset="-120"/>
                <a:ea typeface="微軟正黑體" pitchFamily="34" charset="-120"/>
              </a:rPr>
              <a:t>標籤內容</a:t>
            </a:r>
          </a:p>
        </p:txBody>
      </p:sp>
      <p:sp>
        <p:nvSpPr>
          <p:cNvPr id="114690" name="文字版面配置區 2"/>
          <p:cNvSpPr>
            <a:spLocks noGrp="1"/>
          </p:cNvSpPr>
          <p:nvPr>
            <p:ph type="body" idx="1"/>
          </p:nvPr>
        </p:nvSpPr>
        <p:spPr/>
        <p:txBody>
          <a:bodyPr/>
          <a:lstStyle/>
          <a:p>
            <a:pPr eaLnBrk="1" hangingPunct="1">
              <a:spcAft>
                <a:spcPts val="1200"/>
              </a:spcAft>
            </a:pPr>
            <a:r>
              <a:rPr lang="en-US" altLang="zh-TW" sz="2400">
                <a:latin typeface="Arial" charset="0"/>
                <a:ea typeface="新細明體" charset="-120"/>
                <a:cs typeface="Arial" charset="0"/>
              </a:rPr>
              <a:t> &lt;p id="test"&gt;some &lt;b&gt;bold&lt;/b&gt; text &lt;/p&gt;</a:t>
            </a:r>
          </a:p>
          <a:p>
            <a:pPr eaLnBrk="1" hangingPunct="1">
              <a:spcAft>
                <a:spcPts val="1200"/>
              </a:spcAft>
            </a:pPr>
            <a:r>
              <a:rPr lang="en-US" altLang="zh-TW" sz="2400">
                <a:latin typeface="Arial" charset="0"/>
                <a:ea typeface="新細明體" charset="-120"/>
                <a:cs typeface="Arial" charset="0"/>
              </a:rPr>
              <a:t> alert("Text: " + $("#test").text( ));</a:t>
            </a:r>
          </a:p>
          <a:p>
            <a:pPr eaLnBrk="1" hangingPunct="1">
              <a:spcAft>
                <a:spcPts val="1200"/>
              </a:spcAft>
            </a:pPr>
            <a:r>
              <a:rPr lang="en-US" altLang="zh-TW" sz="2400">
                <a:latin typeface="Arial" charset="0"/>
                <a:ea typeface="新細明體" charset="-120"/>
                <a:cs typeface="Arial" charset="0"/>
              </a:rPr>
              <a:t> alert("HTML: " + $("#test").html( ));</a:t>
            </a:r>
          </a:p>
          <a:p>
            <a:pPr eaLnBrk="1" hangingPunct="1">
              <a:spcAft>
                <a:spcPts val="1200"/>
              </a:spcAft>
            </a:pPr>
            <a:r>
              <a:rPr lang="en-US" altLang="zh-TW" sz="2400">
                <a:latin typeface="Arial" charset="0"/>
                <a:ea typeface="新細明體" charset="-120"/>
                <a:cs typeface="Arial" charset="0"/>
              </a:rPr>
              <a:t> &lt;input type="text" id="test" value="Edit Text"&gt;</a:t>
            </a:r>
          </a:p>
          <a:p>
            <a:pPr eaLnBrk="1" hangingPunct="1">
              <a:spcAft>
                <a:spcPts val="1200"/>
              </a:spcAft>
            </a:pPr>
            <a:r>
              <a:rPr lang="en-US" altLang="zh-TW" sz="2400">
                <a:solidFill>
                  <a:srgbClr val="0000FF"/>
                </a:solidFill>
                <a:latin typeface="Arial" charset="0"/>
                <a:ea typeface="新細明體" charset="-120"/>
                <a:cs typeface="Arial" charset="0"/>
              </a:rPr>
              <a:t> alert("Value: " + $("#test").val( ));</a:t>
            </a:r>
            <a:endParaRPr lang="zh-TW" altLang="en-US" sz="2400">
              <a:solidFill>
                <a:srgbClr val="0000FF"/>
              </a:solidFill>
              <a:latin typeface="Arial" charset="0"/>
              <a:ea typeface="新細明體" charset="-120"/>
              <a:cs typeface="Arial" charset="0"/>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285777F-025B-44BB-9DB5-39CBAF06488E}"/>
              </a:ext>
            </a:extLst>
          </p:cNvPr>
          <p:cNvSpPr>
            <a:spLocks noGrp="1"/>
          </p:cNvSpPr>
          <p:nvPr>
            <p:ph type="title"/>
          </p:nvPr>
        </p:nvSpPr>
        <p:spPr>
          <a:xfrm>
            <a:off x="755576" y="476672"/>
            <a:ext cx="8229600" cy="792162"/>
          </a:xfrm>
        </p:spPr>
        <p:txBody>
          <a:bodyPr/>
          <a:lstStyle/>
          <a:p>
            <a:r>
              <a:rPr lang="en-US" altLang="zh-TW" dirty="0"/>
              <a:t>jQuery Array $.each</a:t>
            </a:r>
            <a:endParaRPr lang="zh-TW" altLang="en-US" dirty="0"/>
          </a:p>
        </p:txBody>
      </p:sp>
      <p:sp>
        <p:nvSpPr>
          <p:cNvPr id="3" name="文字版面配置區 2">
            <a:extLst>
              <a:ext uri="{FF2B5EF4-FFF2-40B4-BE49-F238E27FC236}">
                <a16:creationId xmlns:a16="http://schemas.microsoft.com/office/drawing/2014/main" id="{9D80DE3C-4A0E-47C1-8DF5-D1CE3B910938}"/>
              </a:ext>
            </a:extLst>
          </p:cNvPr>
          <p:cNvSpPr>
            <a:spLocks noGrp="1"/>
          </p:cNvSpPr>
          <p:nvPr>
            <p:ph type="body" idx="1"/>
          </p:nvPr>
        </p:nvSpPr>
        <p:spPr>
          <a:xfrm>
            <a:off x="251520" y="1196752"/>
            <a:ext cx="8435280" cy="4929411"/>
          </a:xfrm>
        </p:spPr>
        <p:txBody>
          <a:bodyPr/>
          <a:lstStyle/>
          <a:p>
            <a:pPr marL="0" indent="0">
              <a:buNone/>
            </a:pPr>
            <a:r>
              <a:rPr lang="en-US" altLang="zh-TW" sz="2400" dirty="0"/>
              <a:t> </a:t>
            </a:r>
            <a:r>
              <a:rPr lang="en-US" altLang="zh-TW" sz="2000" dirty="0"/>
              <a:t>var </a:t>
            </a:r>
            <a:r>
              <a:rPr lang="en-US" altLang="zh-TW" sz="2000" dirty="0" err="1"/>
              <a:t>arr</a:t>
            </a:r>
            <a:r>
              <a:rPr lang="en-US" altLang="zh-TW" sz="2000" dirty="0"/>
              <a:t> = [{ "name": "Apple", "price": 60 }, { "name": "Lemon", "price": 90 }, { "name": "Cherry", "price": 300 }];</a:t>
            </a:r>
          </a:p>
          <a:p>
            <a:pPr marL="0" indent="0">
              <a:buNone/>
            </a:pPr>
            <a:endParaRPr lang="en-US" altLang="zh-TW" sz="2000" dirty="0"/>
          </a:p>
          <a:p>
            <a:pPr marL="0" indent="0">
              <a:buNone/>
            </a:pPr>
            <a:r>
              <a:rPr lang="en-US" altLang="zh-TW" sz="2400" dirty="0"/>
              <a:t>$.each(</a:t>
            </a:r>
            <a:r>
              <a:rPr lang="en-US" altLang="zh-TW" sz="2400" dirty="0" err="1"/>
              <a:t>arr</a:t>
            </a:r>
            <a:r>
              <a:rPr lang="en-US" altLang="zh-TW" sz="2400" dirty="0"/>
              <a:t>, function (</a:t>
            </a:r>
            <a:r>
              <a:rPr lang="en-US" altLang="zh-TW" sz="2400" dirty="0" err="1"/>
              <a:t>i</a:t>
            </a:r>
            <a:r>
              <a:rPr lang="en-US" altLang="zh-TW" sz="2400" dirty="0"/>
              <a:t>) {</a:t>
            </a:r>
          </a:p>
          <a:p>
            <a:pPr marL="0" indent="0">
              <a:buNone/>
            </a:pPr>
            <a:r>
              <a:rPr lang="en-US" altLang="zh-TW" sz="2400" dirty="0"/>
              <a:t>            var row = $("&lt;tr&gt;&lt;/tr&gt;");</a:t>
            </a:r>
          </a:p>
          <a:p>
            <a:pPr marL="0" indent="0">
              <a:buNone/>
            </a:pPr>
            <a:r>
              <a:rPr lang="en-US" altLang="zh-TW" sz="2400" dirty="0"/>
              <a:t>            $("&lt;td&gt;&lt;/td&gt;").text(</a:t>
            </a:r>
            <a:r>
              <a:rPr lang="en-US" altLang="zh-TW" sz="2400" dirty="0" err="1"/>
              <a:t>i</a:t>
            </a:r>
            <a:r>
              <a:rPr lang="en-US" altLang="zh-TW" sz="2400" dirty="0"/>
              <a:t> + 1).</a:t>
            </a:r>
            <a:r>
              <a:rPr lang="en-US" altLang="zh-TW" sz="2400" dirty="0" err="1"/>
              <a:t>appendTo</a:t>
            </a:r>
            <a:r>
              <a:rPr lang="en-US" altLang="zh-TW" sz="2400" dirty="0"/>
              <a:t>(row);</a:t>
            </a:r>
          </a:p>
          <a:p>
            <a:pPr marL="0" indent="0">
              <a:buNone/>
            </a:pPr>
            <a:r>
              <a:rPr lang="en-US" altLang="zh-TW" sz="2400" dirty="0"/>
              <a:t>            $("&lt;td&gt;&lt;/td&gt;").text(this.name).</a:t>
            </a:r>
            <a:r>
              <a:rPr lang="en-US" altLang="zh-TW" sz="2400" dirty="0" err="1"/>
              <a:t>appendTo</a:t>
            </a:r>
            <a:r>
              <a:rPr lang="en-US" altLang="zh-TW" sz="2400" dirty="0"/>
              <a:t>(row);</a:t>
            </a:r>
          </a:p>
          <a:p>
            <a:pPr marL="0" indent="0">
              <a:buNone/>
            </a:pPr>
            <a:r>
              <a:rPr lang="en-US" altLang="zh-TW" sz="2400" dirty="0"/>
              <a:t>            $("&lt;td&gt;&lt;/td&gt;").text(</a:t>
            </a:r>
            <a:r>
              <a:rPr lang="en-US" altLang="zh-TW" sz="2400" dirty="0" err="1"/>
              <a:t>this.price</a:t>
            </a:r>
            <a:r>
              <a:rPr lang="en-US" altLang="zh-TW" sz="2400" dirty="0"/>
              <a:t>).</a:t>
            </a:r>
            <a:r>
              <a:rPr lang="en-US" altLang="zh-TW" sz="2400" dirty="0" err="1"/>
              <a:t>appendTo</a:t>
            </a:r>
            <a:r>
              <a:rPr lang="en-US" altLang="zh-TW" sz="2400" dirty="0"/>
              <a:t>(row);</a:t>
            </a:r>
          </a:p>
          <a:p>
            <a:pPr marL="0" indent="0">
              <a:buNone/>
            </a:pPr>
            <a:r>
              <a:rPr lang="en-US" altLang="zh-TW" sz="2400" dirty="0"/>
              <a:t>            $("#product").append(row);</a:t>
            </a:r>
            <a:endParaRPr lang="zh-TW" altLang="en-US" sz="2400" dirty="0"/>
          </a:p>
        </p:txBody>
      </p:sp>
    </p:spTree>
    <p:extLst>
      <p:ext uri="{BB962C8B-B14F-4D97-AF65-F5344CB8AC3E}">
        <p14:creationId xmlns:p14="http://schemas.microsoft.com/office/powerpoint/2010/main" val="1161036518"/>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A27653A-9346-4AA7-94CD-80931F30BA54}"/>
              </a:ext>
            </a:extLst>
          </p:cNvPr>
          <p:cNvSpPr>
            <a:spLocks noGrp="1"/>
          </p:cNvSpPr>
          <p:nvPr>
            <p:ph type="title"/>
          </p:nvPr>
        </p:nvSpPr>
        <p:spPr>
          <a:xfrm>
            <a:off x="683568" y="620688"/>
            <a:ext cx="8229600" cy="792162"/>
          </a:xfrm>
        </p:spPr>
        <p:txBody>
          <a:bodyPr/>
          <a:lstStyle/>
          <a:p>
            <a:r>
              <a:rPr lang="en-US" altLang="zh-TW" dirty="0"/>
              <a:t>jQuery DOM </a:t>
            </a:r>
            <a:r>
              <a:rPr lang="zh-TW" altLang="en-US" dirty="0"/>
              <a:t>操作</a:t>
            </a:r>
            <a:r>
              <a:rPr lang="en-US" altLang="zh-TW" dirty="0"/>
              <a:t>(1)</a:t>
            </a:r>
            <a:endParaRPr lang="zh-TW" altLang="en-US" dirty="0"/>
          </a:p>
        </p:txBody>
      </p:sp>
      <p:sp>
        <p:nvSpPr>
          <p:cNvPr id="3" name="文字版面配置區 2">
            <a:extLst>
              <a:ext uri="{FF2B5EF4-FFF2-40B4-BE49-F238E27FC236}">
                <a16:creationId xmlns:a16="http://schemas.microsoft.com/office/drawing/2014/main" id="{05BC1D86-061C-4228-8C6E-665E212C71C8}"/>
              </a:ext>
            </a:extLst>
          </p:cNvPr>
          <p:cNvSpPr>
            <a:spLocks noGrp="1"/>
          </p:cNvSpPr>
          <p:nvPr>
            <p:ph type="body" idx="1"/>
          </p:nvPr>
        </p:nvSpPr>
        <p:spPr>
          <a:xfrm>
            <a:off x="395536" y="1628800"/>
            <a:ext cx="8373616" cy="4752528"/>
          </a:xfrm>
        </p:spPr>
        <p:txBody>
          <a:bodyPr/>
          <a:lstStyle/>
          <a:p>
            <a:r>
              <a:rPr lang="en-US" altLang="zh-TW" sz="2400" dirty="0"/>
              <a:t>jQuery.html() - </a:t>
            </a:r>
            <a:r>
              <a:rPr lang="zh-TW" altLang="en-US" sz="2400" dirty="0"/>
              <a:t>類似 </a:t>
            </a:r>
            <a:r>
              <a:rPr lang="en-US" altLang="zh-TW" sz="2400" dirty="0"/>
              <a:t>JavaScript DOM </a:t>
            </a:r>
            <a:r>
              <a:rPr lang="zh-TW" altLang="en-US" sz="2400" dirty="0"/>
              <a:t>中的 </a:t>
            </a:r>
            <a:r>
              <a:rPr lang="en-US" altLang="zh-TW" sz="2400" dirty="0" err="1"/>
              <a:t>innerHTML</a:t>
            </a:r>
            <a:endParaRPr lang="en-US" altLang="zh-TW" sz="2400" dirty="0"/>
          </a:p>
          <a:p>
            <a:pPr marL="0" indent="0">
              <a:buNone/>
            </a:pPr>
            <a:endParaRPr lang="en-US" altLang="zh-TW" sz="2000" dirty="0">
              <a:latin typeface="微軟正黑體" panose="020B0604030504040204" pitchFamily="34" charset="-120"/>
              <a:ea typeface="微軟正黑體" panose="020B0604030504040204" pitchFamily="34" charset="-120"/>
            </a:endParaRPr>
          </a:p>
          <a:p>
            <a:pPr marL="0" indent="0">
              <a:buNone/>
            </a:pPr>
            <a:r>
              <a:rPr lang="en-US" altLang="zh-TW" sz="2400" dirty="0">
                <a:latin typeface="微軟正黑體" panose="020B0604030504040204" pitchFamily="34" charset="-120"/>
                <a:ea typeface="微軟正黑體" panose="020B0604030504040204" pitchFamily="34" charset="-120"/>
              </a:rPr>
              <a:t>// HTML</a:t>
            </a:r>
          </a:p>
          <a:p>
            <a:pPr marL="0" indent="0">
              <a:buNone/>
            </a:pPr>
            <a:r>
              <a:rPr lang="en-US" altLang="zh-TW" sz="2400" dirty="0">
                <a:latin typeface="微軟正黑體" panose="020B0604030504040204" pitchFamily="34" charset="-120"/>
                <a:ea typeface="微軟正黑體" panose="020B0604030504040204" pitchFamily="34" charset="-120"/>
              </a:rPr>
              <a:t>&lt;div&gt;&lt;/div&gt;</a:t>
            </a:r>
          </a:p>
          <a:p>
            <a:pPr marL="0" indent="0">
              <a:buNone/>
            </a:pPr>
            <a:endParaRPr lang="en-US" altLang="zh-TW" sz="2400" dirty="0">
              <a:latin typeface="微軟正黑體" panose="020B0604030504040204" pitchFamily="34" charset="-120"/>
              <a:ea typeface="微軟正黑體" panose="020B0604030504040204" pitchFamily="34" charset="-120"/>
            </a:endParaRPr>
          </a:p>
          <a:p>
            <a:pPr marL="0" indent="0">
              <a:buNone/>
            </a:pPr>
            <a:r>
              <a:rPr lang="en-US" altLang="zh-TW" sz="2400" dirty="0">
                <a:latin typeface="微軟正黑體" panose="020B0604030504040204" pitchFamily="34" charset="-120"/>
                <a:ea typeface="微軟正黑體" panose="020B0604030504040204" pitchFamily="34" charset="-120"/>
              </a:rPr>
              <a:t>// jQuery</a:t>
            </a:r>
          </a:p>
          <a:p>
            <a:pPr marL="0" indent="0">
              <a:buNone/>
            </a:pPr>
            <a:r>
              <a:rPr lang="en-US" altLang="zh-TW" sz="2400" dirty="0">
                <a:latin typeface="微軟正黑體" panose="020B0604030504040204" pitchFamily="34" charset="-120"/>
                <a:ea typeface="微軟正黑體" panose="020B0604030504040204" pitchFamily="34" charset="-120"/>
              </a:rPr>
              <a:t>$('div').html('&lt;p&gt;Hello World&lt;/p&gt;’); </a:t>
            </a:r>
          </a:p>
          <a:p>
            <a:pPr marL="0" indent="0">
              <a:buNone/>
            </a:pPr>
            <a:endParaRPr lang="en-US" altLang="zh-TW" sz="2400" dirty="0">
              <a:latin typeface="微軟正黑體" panose="020B0604030504040204" pitchFamily="34" charset="-120"/>
              <a:ea typeface="微軟正黑體" panose="020B0604030504040204" pitchFamily="34" charset="-120"/>
            </a:endParaRPr>
          </a:p>
          <a:p>
            <a:pPr marL="0" indent="0">
              <a:buNone/>
            </a:pPr>
            <a:r>
              <a:rPr lang="en-US" altLang="zh-TW" sz="2400" dirty="0">
                <a:latin typeface="微軟正黑體" panose="020B0604030504040204" pitchFamily="34" charset="-120"/>
                <a:ea typeface="微軟正黑體" panose="020B0604030504040204" pitchFamily="34" charset="-120"/>
              </a:rPr>
              <a:t>// </a:t>
            </a:r>
            <a:r>
              <a:rPr lang="zh-TW" altLang="en-US" sz="2400" dirty="0">
                <a:latin typeface="微軟正黑體" panose="020B0604030504040204" pitchFamily="34" charset="-120"/>
                <a:ea typeface="微軟正黑體" panose="020B0604030504040204" pitchFamily="34" charset="-120"/>
              </a:rPr>
              <a:t>得到的結果</a:t>
            </a:r>
          </a:p>
          <a:p>
            <a:pPr marL="0" indent="0">
              <a:buNone/>
            </a:pPr>
            <a:r>
              <a:rPr lang="en-US" altLang="zh-TW" sz="2400" dirty="0">
                <a:latin typeface="微軟正黑體" panose="020B0604030504040204" pitchFamily="34" charset="-120"/>
                <a:ea typeface="微軟正黑體" panose="020B0604030504040204" pitchFamily="34" charset="-120"/>
              </a:rPr>
              <a:t>[&lt;div&gt;&lt;p&gt;Hello World&lt;/p&gt;&lt;/div&gt;]</a:t>
            </a:r>
            <a:endParaRPr lang="zh-TW" altLang="en-US" sz="2400" dirty="0">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2892748732"/>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A27653A-9346-4AA7-94CD-80931F30BA54}"/>
              </a:ext>
            </a:extLst>
          </p:cNvPr>
          <p:cNvSpPr>
            <a:spLocks noGrp="1"/>
          </p:cNvSpPr>
          <p:nvPr>
            <p:ph type="title"/>
          </p:nvPr>
        </p:nvSpPr>
        <p:spPr>
          <a:xfrm>
            <a:off x="755576" y="476672"/>
            <a:ext cx="8229600" cy="792162"/>
          </a:xfrm>
        </p:spPr>
        <p:txBody>
          <a:bodyPr/>
          <a:lstStyle/>
          <a:p>
            <a:r>
              <a:rPr lang="en-US" altLang="zh-TW" dirty="0"/>
              <a:t>jQuery DOM </a:t>
            </a:r>
            <a:r>
              <a:rPr lang="zh-TW" altLang="en-US" dirty="0"/>
              <a:t>操作</a:t>
            </a:r>
            <a:r>
              <a:rPr lang="en-US" altLang="zh-TW" dirty="0"/>
              <a:t>(2)</a:t>
            </a:r>
            <a:endParaRPr lang="zh-TW" altLang="en-US" dirty="0"/>
          </a:p>
        </p:txBody>
      </p:sp>
      <p:sp>
        <p:nvSpPr>
          <p:cNvPr id="3" name="文字版面配置區 2">
            <a:extLst>
              <a:ext uri="{FF2B5EF4-FFF2-40B4-BE49-F238E27FC236}">
                <a16:creationId xmlns:a16="http://schemas.microsoft.com/office/drawing/2014/main" id="{05BC1D86-061C-4228-8C6E-665E212C71C8}"/>
              </a:ext>
            </a:extLst>
          </p:cNvPr>
          <p:cNvSpPr>
            <a:spLocks noGrp="1"/>
          </p:cNvSpPr>
          <p:nvPr>
            <p:ph type="body" idx="1"/>
          </p:nvPr>
        </p:nvSpPr>
        <p:spPr>
          <a:xfrm>
            <a:off x="251520" y="1268834"/>
            <a:ext cx="8517632" cy="5039751"/>
          </a:xfrm>
        </p:spPr>
        <p:txBody>
          <a:bodyPr/>
          <a:lstStyle/>
          <a:p>
            <a:r>
              <a:rPr lang="en-US" altLang="zh-TW" sz="2400" dirty="0" err="1"/>
              <a:t>jQuery.text</a:t>
            </a:r>
            <a:r>
              <a:rPr lang="en-US" altLang="zh-TW" sz="2400" dirty="0"/>
              <a:t>() - </a:t>
            </a:r>
            <a:r>
              <a:rPr lang="zh-TW" altLang="en-US" sz="2400" dirty="0"/>
              <a:t>取得字串包含著所有匹配元素的純文字內容 </a:t>
            </a:r>
            <a:endParaRPr lang="en-US" altLang="zh-TW" sz="2400" dirty="0"/>
          </a:p>
          <a:p>
            <a:pPr marL="0" indent="0">
              <a:buNone/>
            </a:pPr>
            <a:endParaRPr lang="en-US" altLang="zh-TW" sz="2000" dirty="0">
              <a:latin typeface="微軟正黑體" panose="020B0604030504040204" pitchFamily="34" charset="-120"/>
              <a:ea typeface="微軟正黑體" panose="020B0604030504040204" pitchFamily="34" charset="-120"/>
            </a:endParaRPr>
          </a:p>
          <a:p>
            <a:pPr marL="0" indent="0">
              <a:buNone/>
            </a:pPr>
            <a:r>
              <a:rPr lang="zh-TW" altLang="en-US" sz="2000" dirty="0">
                <a:latin typeface="微軟正黑體" panose="020B0604030504040204" pitchFamily="34" charset="-120"/>
                <a:ea typeface="微軟正黑體" panose="020B0604030504040204" pitchFamily="34" charset="-120"/>
              </a:rPr>
              <a:t>例如 </a:t>
            </a:r>
            <a:r>
              <a:rPr lang="en-US" altLang="zh-TW" sz="2000" dirty="0">
                <a:latin typeface="微軟正黑體" panose="020B0604030504040204" pitchFamily="34" charset="-120"/>
                <a:ea typeface="微軟正黑體" panose="020B0604030504040204" pitchFamily="34" charset="-120"/>
              </a:rPr>
              <a:t>HTML</a:t>
            </a:r>
          </a:p>
          <a:p>
            <a:pPr marL="0" indent="0">
              <a:buNone/>
            </a:pPr>
            <a:r>
              <a:rPr lang="en-US" altLang="zh-TW" sz="2000" dirty="0">
                <a:latin typeface="微軟正黑體" panose="020B0604030504040204" pitchFamily="34" charset="-120"/>
                <a:ea typeface="微軟正黑體" panose="020B0604030504040204" pitchFamily="34" charset="-120"/>
              </a:rPr>
              <a:t>&lt;p&gt;&lt;</a:t>
            </a:r>
            <a:r>
              <a:rPr lang="en-US" altLang="zh-TW" sz="2000" dirty="0" err="1">
                <a:latin typeface="微軟正黑體" panose="020B0604030504040204" pitchFamily="34" charset="-120"/>
                <a:ea typeface="微軟正黑體" panose="020B0604030504040204" pitchFamily="34" charset="-120"/>
              </a:rPr>
              <a:t>em</a:t>
            </a:r>
            <a:r>
              <a:rPr lang="en-US" altLang="zh-TW" sz="2000" dirty="0">
                <a:latin typeface="微軟正黑體" panose="020B0604030504040204" pitchFamily="34" charset="-120"/>
                <a:ea typeface="微軟正黑體" panose="020B0604030504040204" pitchFamily="34" charset="-120"/>
              </a:rPr>
              <a:t>&gt;Test1.&lt;/</a:t>
            </a:r>
            <a:r>
              <a:rPr lang="en-US" altLang="zh-TW" sz="2000" dirty="0" err="1">
                <a:latin typeface="微軟正黑體" panose="020B0604030504040204" pitchFamily="34" charset="-120"/>
                <a:ea typeface="微軟正黑體" panose="020B0604030504040204" pitchFamily="34" charset="-120"/>
              </a:rPr>
              <a:t>em</a:t>
            </a:r>
            <a:r>
              <a:rPr lang="en-US" altLang="zh-TW" sz="2000" dirty="0">
                <a:latin typeface="微軟正黑體" panose="020B0604030504040204" pitchFamily="34" charset="-120"/>
                <a:ea typeface="微軟正黑體" panose="020B0604030504040204" pitchFamily="34" charset="-120"/>
              </a:rPr>
              <a:t>&gt;Test2.&lt;/p&gt;&lt;p&gt;Test3&lt;/p&gt;</a:t>
            </a:r>
          </a:p>
          <a:p>
            <a:pPr marL="0" indent="0">
              <a:buNone/>
            </a:pPr>
            <a:r>
              <a:rPr lang="en-US" altLang="zh-TW" sz="2000" dirty="0">
                <a:latin typeface="微軟正黑體" panose="020B0604030504040204" pitchFamily="34" charset="-120"/>
                <a:ea typeface="微軟正黑體" panose="020B0604030504040204" pitchFamily="34" charset="-120"/>
              </a:rPr>
              <a:t> jQuery</a:t>
            </a:r>
          </a:p>
          <a:p>
            <a:pPr marL="0" indent="0">
              <a:buNone/>
            </a:pPr>
            <a:r>
              <a:rPr lang="en-US" altLang="zh-TW" sz="2000" dirty="0">
                <a:latin typeface="微軟正黑體" panose="020B0604030504040204" pitchFamily="34" charset="-120"/>
                <a:ea typeface="微軟正黑體" panose="020B0604030504040204" pitchFamily="34" charset="-120"/>
              </a:rPr>
              <a:t>$('p').text();</a:t>
            </a:r>
          </a:p>
          <a:p>
            <a:pPr marL="0" indent="0">
              <a:buNone/>
            </a:pPr>
            <a:endParaRPr lang="en-US" altLang="zh-TW" sz="2000" dirty="0">
              <a:latin typeface="微軟正黑體" panose="020B0604030504040204" pitchFamily="34" charset="-120"/>
              <a:ea typeface="微軟正黑體" panose="020B0604030504040204" pitchFamily="34" charset="-120"/>
            </a:endParaRPr>
          </a:p>
          <a:p>
            <a:pPr marL="0" indent="0">
              <a:buNone/>
            </a:pPr>
            <a:r>
              <a:rPr lang="zh-TW" altLang="en-US" sz="2000" dirty="0">
                <a:latin typeface="微軟正黑體" panose="020B0604030504040204" pitchFamily="34" charset="-120"/>
                <a:ea typeface="微軟正黑體" panose="020B0604030504040204" pitchFamily="34" charset="-120"/>
              </a:rPr>
              <a:t>得到的結果</a:t>
            </a:r>
          </a:p>
          <a:p>
            <a:pPr marL="0" indent="0">
              <a:buNone/>
            </a:pPr>
            <a:r>
              <a:rPr lang="en-US" altLang="zh-TW" sz="2000" dirty="0">
                <a:latin typeface="微軟正黑體" panose="020B0604030504040204" pitchFamily="34" charset="-120"/>
                <a:ea typeface="微軟正黑體" panose="020B0604030504040204" pitchFamily="34" charset="-120"/>
              </a:rPr>
              <a:t>Test1.Test2.Test3</a:t>
            </a:r>
          </a:p>
          <a:p>
            <a:pPr marL="0" indent="0">
              <a:buNone/>
            </a:pPr>
            <a:endParaRPr lang="en-US" altLang="zh-TW" sz="2000" dirty="0">
              <a:latin typeface="微軟正黑體" panose="020B0604030504040204" pitchFamily="34" charset="-120"/>
              <a:ea typeface="微軟正黑體" panose="020B0604030504040204" pitchFamily="34" charset="-120"/>
            </a:endParaRPr>
          </a:p>
          <a:p>
            <a:pPr>
              <a:buFont typeface="Arial" panose="020B0604020202020204" pitchFamily="34" charset="0"/>
              <a:buChar char="•"/>
            </a:pPr>
            <a:r>
              <a:rPr lang="zh-TW" altLang="en-US" sz="2000" dirty="0">
                <a:solidFill>
                  <a:srgbClr val="CC0000"/>
                </a:solidFill>
                <a:latin typeface="微軟正黑體" panose="020B0604030504040204" pitchFamily="34" charset="-120"/>
                <a:ea typeface="微軟正黑體" panose="020B0604030504040204" pitchFamily="34" charset="-120"/>
              </a:rPr>
              <a:t>設定</a:t>
            </a:r>
            <a:r>
              <a:rPr lang="zh-TW" altLang="en-US" sz="2000" dirty="0">
                <a:latin typeface="微軟正黑體" panose="020B0604030504040204" pitchFamily="34" charset="-120"/>
                <a:ea typeface="微軟正黑體" panose="020B0604030504040204" pitchFamily="34" charset="-120"/>
              </a:rPr>
              <a:t>所有匹配元素的純文字內容 </a:t>
            </a:r>
            <a:endParaRPr lang="en-US" altLang="zh-TW" sz="2000" dirty="0">
              <a:latin typeface="微軟正黑體" panose="020B0604030504040204" pitchFamily="34" charset="-120"/>
              <a:ea typeface="微軟正黑體" panose="020B0604030504040204" pitchFamily="34" charset="-120"/>
            </a:endParaRPr>
          </a:p>
          <a:p>
            <a:pPr marL="0" indent="0">
              <a:buNone/>
            </a:pPr>
            <a:r>
              <a:rPr lang="en-US" altLang="zh-TW" sz="2000" dirty="0">
                <a:latin typeface="微軟正黑體" panose="020B0604030504040204" pitchFamily="34" charset="-120"/>
                <a:ea typeface="微軟正黑體" panose="020B0604030504040204" pitchFamily="34" charset="-120"/>
              </a:rPr>
              <a:t>string </a:t>
            </a:r>
            <a:r>
              <a:rPr lang="zh-TW" altLang="en-US" sz="2000" dirty="0">
                <a:latin typeface="微軟正黑體" panose="020B0604030504040204" pitchFamily="34" charset="-120"/>
                <a:ea typeface="微軟正黑體" panose="020B0604030504040204" pitchFamily="34" charset="-120"/>
              </a:rPr>
              <a:t>裡面的 </a:t>
            </a:r>
            <a:r>
              <a:rPr lang="en-US" altLang="zh-TW" sz="2000" dirty="0">
                <a:latin typeface="微軟正黑體" panose="020B0604030504040204" pitchFamily="34" charset="-120"/>
                <a:ea typeface="微軟正黑體" panose="020B0604030504040204" pitchFamily="34" charset="-120"/>
              </a:rPr>
              <a:t>“&lt;” </a:t>
            </a:r>
            <a:r>
              <a:rPr lang="zh-TW" altLang="en-US" sz="2000" dirty="0">
                <a:latin typeface="微軟正黑體" panose="020B0604030504040204" pitchFamily="34" charset="-120"/>
                <a:ea typeface="微軟正黑體" panose="020B0604030504040204" pitchFamily="34" charset="-120"/>
              </a:rPr>
              <a:t>與 </a:t>
            </a:r>
            <a:r>
              <a:rPr lang="en-US" altLang="zh-TW" sz="2000" dirty="0">
                <a:latin typeface="微軟正黑體" panose="020B0604030504040204" pitchFamily="34" charset="-120"/>
                <a:ea typeface="微軟正黑體" panose="020B0604030504040204" pitchFamily="34" charset="-120"/>
              </a:rPr>
              <a:t>“&gt;” </a:t>
            </a:r>
            <a:r>
              <a:rPr lang="zh-TW" altLang="en-US" sz="2000" dirty="0">
                <a:latin typeface="微軟正黑體" panose="020B0604030504040204" pitchFamily="34" charset="-120"/>
                <a:ea typeface="微軟正黑體" panose="020B0604030504040204" pitchFamily="34" charset="-120"/>
              </a:rPr>
              <a:t>會自動被轉成 </a:t>
            </a:r>
            <a:r>
              <a:rPr lang="en-US" altLang="zh-TW" sz="2000" dirty="0">
                <a:latin typeface="微軟正黑體" panose="020B0604030504040204" pitchFamily="34" charset="-120"/>
                <a:ea typeface="微軟正黑體" panose="020B0604030504040204" pitchFamily="34" charset="-120"/>
              </a:rPr>
              <a:t>HTML </a:t>
            </a:r>
            <a:r>
              <a:rPr lang="zh-TW" altLang="en-US" sz="2000" dirty="0">
                <a:latin typeface="微軟正黑體" panose="020B0604030504040204" pitchFamily="34" charset="-120"/>
                <a:ea typeface="微軟正黑體" panose="020B0604030504040204" pitchFamily="34" charset="-120"/>
              </a:rPr>
              <a:t>本文</a:t>
            </a:r>
            <a:endParaRPr lang="en-US" altLang="zh-TW" sz="2000" dirty="0">
              <a:latin typeface="微軟正黑體" panose="020B0604030504040204" pitchFamily="34" charset="-120"/>
              <a:ea typeface="微軟正黑體" panose="020B0604030504040204" pitchFamily="34" charset="-120"/>
            </a:endParaRPr>
          </a:p>
          <a:p>
            <a:pPr marL="0" indent="0">
              <a:buNone/>
            </a:pPr>
            <a:r>
              <a:rPr lang="en-US" altLang="zh-TW" sz="2000" dirty="0" err="1">
                <a:latin typeface="微軟正黑體" panose="020B0604030504040204" pitchFamily="34" charset="-120"/>
                <a:ea typeface="微軟正黑體" panose="020B0604030504040204" pitchFamily="34" charset="-120"/>
              </a:rPr>
              <a:t>jQuery.text</a:t>
            </a:r>
            <a:r>
              <a:rPr lang="en-US" altLang="zh-TW" sz="2000" dirty="0">
                <a:latin typeface="微軟正黑體" panose="020B0604030504040204" pitchFamily="34" charset="-120"/>
                <a:ea typeface="微軟正黑體" panose="020B0604030504040204" pitchFamily="34" charset="-120"/>
              </a:rPr>
              <a:t>(string)</a:t>
            </a:r>
            <a:endParaRPr lang="zh-TW" altLang="en-US" sz="2000" dirty="0">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56220714"/>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A27653A-9346-4AA7-94CD-80931F30BA54}"/>
              </a:ext>
            </a:extLst>
          </p:cNvPr>
          <p:cNvSpPr>
            <a:spLocks noGrp="1"/>
          </p:cNvSpPr>
          <p:nvPr>
            <p:ph type="title"/>
          </p:nvPr>
        </p:nvSpPr>
        <p:spPr>
          <a:xfrm>
            <a:off x="683568" y="620688"/>
            <a:ext cx="8229600" cy="792162"/>
          </a:xfrm>
        </p:spPr>
        <p:txBody>
          <a:bodyPr/>
          <a:lstStyle/>
          <a:p>
            <a:r>
              <a:rPr lang="en-US" altLang="zh-TW" dirty="0"/>
              <a:t>jQuery DOM </a:t>
            </a:r>
            <a:r>
              <a:rPr lang="zh-TW" altLang="en-US" dirty="0"/>
              <a:t>操作</a:t>
            </a:r>
            <a:r>
              <a:rPr lang="en-US" altLang="zh-TW" dirty="0"/>
              <a:t>(3)</a:t>
            </a:r>
            <a:endParaRPr lang="zh-TW" altLang="en-US" dirty="0"/>
          </a:p>
        </p:txBody>
      </p:sp>
      <p:sp>
        <p:nvSpPr>
          <p:cNvPr id="3" name="文字版面配置區 2">
            <a:extLst>
              <a:ext uri="{FF2B5EF4-FFF2-40B4-BE49-F238E27FC236}">
                <a16:creationId xmlns:a16="http://schemas.microsoft.com/office/drawing/2014/main" id="{05BC1D86-061C-4228-8C6E-665E212C71C8}"/>
              </a:ext>
            </a:extLst>
          </p:cNvPr>
          <p:cNvSpPr>
            <a:spLocks noGrp="1"/>
          </p:cNvSpPr>
          <p:nvPr>
            <p:ph type="body" idx="1"/>
          </p:nvPr>
        </p:nvSpPr>
        <p:spPr>
          <a:xfrm>
            <a:off x="395536" y="1412850"/>
            <a:ext cx="8517632" cy="5112494"/>
          </a:xfrm>
        </p:spPr>
        <p:txBody>
          <a:bodyPr/>
          <a:lstStyle/>
          <a:p>
            <a:r>
              <a:rPr lang="en-US" altLang="zh-TW" sz="1800" dirty="0">
                <a:solidFill>
                  <a:srgbClr val="CC0000"/>
                </a:solidFill>
              </a:rPr>
              <a:t>.append(content) </a:t>
            </a:r>
            <a:r>
              <a:rPr lang="en-US" altLang="zh-TW" sz="1800" dirty="0"/>
              <a:t>- </a:t>
            </a:r>
            <a:r>
              <a:rPr lang="zh-TW" altLang="en-US" sz="1800" dirty="0"/>
              <a:t>在每個匹配的元素內部最後面加入內容 </a:t>
            </a:r>
            <a:r>
              <a:rPr lang="en-US" altLang="zh-TW" sz="1800" dirty="0"/>
              <a:t>(</a:t>
            </a:r>
            <a:r>
              <a:rPr lang="zh-TW" altLang="en-US" sz="1800" dirty="0"/>
              <a:t>內部插入</a:t>
            </a:r>
            <a:r>
              <a:rPr lang="en-US" altLang="zh-TW" sz="1800" dirty="0"/>
              <a:t>)</a:t>
            </a:r>
          </a:p>
          <a:p>
            <a:pPr marL="0" indent="0">
              <a:buNone/>
            </a:pPr>
            <a:r>
              <a:rPr lang="en-US" altLang="zh-TW" sz="1800" dirty="0"/>
              <a:t> </a:t>
            </a:r>
            <a:r>
              <a:rPr lang="zh-TW" altLang="en-US" sz="1800" dirty="0"/>
              <a:t>例如 </a:t>
            </a:r>
            <a:r>
              <a:rPr lang="en-US" altLang="zh-TW" sz="1800" dirty="0"/>
              <a:t>HTML</a:t>
            </a:r>
          </a:p>
          <a:p>
            <a:pPr marL="0" indent="0">
              <a:buNone/>
            </a:pPr>
            <a:r>
              <a:rPr lang="en-US" altLang="zh-TW" sz="1800" dirty="0"/>
              <a:t>      &lt;p&gt;I would like to say: &lt;/p&gt; </a:t>
            </a:r>
          </a:p>
          <a:p>
            <a:pPr marL="0" indent="0">
              <a:buNone/>
            </a:pPr>
            <a:r>
              <a:rPr lang="en-US" altLang="zh-TW" sz="1800" dirty="0"/>
              <a:t>// jQuery</a:t>
            </a:r>
          </a:p>
          <a:p>
            <a:pPr marL="0" indent="0">
              <a:buNone/>
            </a:pPr>
            <a:r>
              <a:rPr lang="en-US" altLang="zh-TW" sz="1800" dirty="0"/>
              <a:t>      $('p').append('&lt;b&gt;Hello&lt;/b&gt;'); </a:t>
            </a:r>
          </a:p>
          <a:p>
            <a:pPr marL="0" indent="0">
              <a:buNone/>
            </a:pPr>
            <a:r>
              <a:rPr lang="en-US" altLang="zh-TW" sz="1800" dirty="0"/>
              <a:t>// </a:t>
            </a:r>
            <a:r>
              <a:rPr lang="zh-TW" altLang="en-US" sz="1800" dirty="0"/>
              <a:t>得到的結果</a:t>
            </a:r>
          </a:p>
          <a:p>
            <a:pPr marL="0" indent="0">
              <a:buNone/>
            </a:pPr>
            <a:r>
              <a:rPr lang="en-US" altLang="zh-TW" sz="1800" dirty="0"/>
              <a:t>     [&lt;p&gt;I would like to say: </a:t>
            </a:r>
            <a:r>
              <a:rPr lang="en-US" altLang="zh-TW" sz="1800" dirty="0">
                <a:solidFill>
                  <a:srgbClr val="CC0000"/>
                </a:solidFill>
              </a:rPr>
              <a:t>&lt;b&gt;Hello&lt;/b&gt;</a:t>
            </a:r>
            <a:r>
              <a:rPr lang="en-US" altLang="zh-TW" sz="1800" dirty="0"/>
              <a:t>&lt;/p&gt;]</a:t>
            </a:r>
          </a:p>
          <a:p>
            <a:pPr marL="0" indent="0">
              <a:buNone/>
            </a:pPr>
            <a:endParaRPr lang="en-US" altLang="zh-TW" sz="1800" dirty="0"/>
          </a:p>
          <a:p>
            <a:pPr marL="0" indent="0">
              <a:buNone/>
            </a:pPr>
            <a:r>
              <a:rPr lang="en-US" altLang="zh-TW" sz="1800" dirty="0">
                <a:solidFill>
                  <a:srgbClr val="CC0000"/>
                </a:solidFill>
              </a:rPr>
              <a:t>.prepend(content) </a:t>
            </a:r>
            <a:r>
              <a:rPr lang="en-US" altLang="zh-TW" sz="1800" dirty="0"/>
              <a:t>- </a:t>
            </a:r>
            <a:r>
              <a:rPr lang="zh-TW" altLang="en-US" sz="1800" dirty="0"/>
              <a:t>在每個匹配的元素內部最前面加入</a:t>
            </a:r>
            <a:r>
              <a:rPr lang="en-US" altLang="zh-TW" sz="1800" dirty="0"/>
              <a:t>... (</a:t>
            </a:r>
            <a:r>
              <a:rPr lang="zh-TW" altLang="en-US" sz="1800" dirty="0"/>
              <a:t>內部插入</a:t>
            </a:r>
            <a:r>
              <a:rPr lang="en-US" altLang="zh-TW" sz="1800" dirty="0"/>
              <a:t>)</a:t>
            </a:r>
          </a:p>
          <a:p>
            <a:pPr marL="0" indent="0">
              <a:buNone/>
            </a:pPr>
            <a:r>
              <a:rPr lang="en-US" altLang="zh-TW" sz="1800" dirty="0"/>
              <a:t>// </a:t>
            </a:r>
            <a:r>
              <a:rPr lang="zh-TW" altLang="en-US" sz="1800" dirty="0"/>
              <a:t>例如 </a:t>
            </a:r>
            <a:r>
              <a:rPr lang="en-US" altLang="zh-TW" sz="1800" dirty="0"/>
              <a:t>HTML</a:t>
            </a:r>
          </a:p>
          <a:p>
            <a:pPr marL="0" indent="0">
              <a:buNone/>
            </a:pPr>
            <a:r>
              <a:rPr lang="en-US" altLang="zh-TW" sz="1800" dirty="0"/>
              <a:t>     &lt;p&gt;I would like to say: &lt;/p&gt; </a:t>
            </a:r>
          </a:p>
          <a:p>
            <a:pPr marL="0" indent="0">
              <a:buNone/>
            </a:pPr>
            <a:r>
              <a:rPr lang="en-US" altLang="zh-TW" sz="1800" dirty="0"/>
              <a:t>// jQuery</a:t>
            </a:r>
          </a:p>
          <a:p>
            <a:pPr marL="0" indent="0">
              <a:buNone/>
            </a:pPr>
            <a:r>
              <a:rPr lang="en-US" altLang="zh-TW" sz="1800" dirty="0"/>
              <a:t>      $('p').prepend('&lt;b&gt;Hello&lt;/b&gt;'); </a:t>
            </a:r>
          </a:p>
          <a:p>
            <a:pPr marL="0" indent="0">
              <a:buNone/>
            </a:pPr>
            <a:r>
              <a:rPr lang="en-US" altLang="zh-TW" sz="1800" dirty="0"/>
              <a:t>// </a:t>
            </a:r>
            <a:r>
              <a:rPr lang="zh-TW" altLang="en-US" sz="1800" dirty="0"/>
              <a:t>得到的結果</a:t>
            </a:r>
          </a:p>
          <a:p>
            <a:pPr marL="0" indent="0">
              <a:buNone/>
            </a:pPr>
            <a:r>
              <a:rPr lang="en-US" altLang="zh-TW" sz="1800" dirty="0"/>
              <a:t>[&lt;p&gt;</a:t>
            </a:r>
            <a:r>
              <a:rPr lang="en-US" altLang="zh-TW" sz="1800" dirty="0">
                <a:solidFill>
                  <a:srgbClr val="CC0000"/>
                </a:solidFill>
              </a:rPr>
              <a:t>&lt;b&gt;Hello&lt;/b&gt;</a:t>
            </a:r>
            <a:r>
              <a:rPr lang="en-US" altLang="zh-TW" sz="1800" dirty="0"/>
              <a:t>I would like to say: &lt;/p&gt;]</a:t>
            </a:r>
          </a:p>
          <a:p>
            <a:pPr marL="0" indent="0">
              <a:buNone/>
            </a:pPr>
            <a:endParaRPr lang="en-US" altLang="zh-TW" sz="2000" dirty="0">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2630671103"/>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1FA34D5-FBD5-4C04-B53D-5C8E9425DA5D}"/>
              </a:ext>
            </a:extLst>
          </p:cNvPr>
          <p:cNvSpPr>
            <a:spLocks noGrp="1"/>
          </p:cNvSpPr>
          <p:nvPr>
            <p:ph type="title"/>
          </p:nvPr>
        </p:nvSpPr>
        <p:spPr>
          <a:xfrm>
            <a:off x="683568" y="404664"/>
            <a:ext cx="8229600" cy="792162"/>
          </a:xfrm>
        </p:spPr>
        <p:txBody>
          <a:bodyPr/>
          <a:lstStyle/>
          <a:p>
            <a:r>
              <a:rPr lang="en-US" altLang="zh-TW" dirty="0"/>
              <a:t>jQuery DOM </a:t>
            </a:r>
            <a:r>
              <a:rPr lang="zh-TW" altLang="en-US" dirty="0"/>
              <a:t>操作</a:t>
            </a:r>
            <a:r>
              <a:rPr lang="en-US" altLang="zh-TW" dirty="0"/>
              <a:t>(4)</a:t>
            </a:r>
            <a:endParaRPr lang="zh-TW" altLang="en-US" dirty="0"/>
          </a:p>
        </p:txBody>
      </p:sp>
      <p:sp>
        <p:nvSpPr>
          <p:cNvPr id="3" name="文字版面配置區 2">
            <a:extLst>
              <a:ext uri="{FF2B5EF4-FFF2-40B4-BE49-F238E27FC236}">
                <a16:creationId xmlns:a16="http://schemas.microsoft.com/office/drawing/2014/main" id="{A17A5162-C905-415A-985C-6D353D1A2C6B}"/>
              </a:ext>
            </a:extLst>
          </p:cNvPr>
          <p:cNvSpPr>
            <a:spLocks noGrp="1"/>
          </p:cNvSpPr>
          <p:nvPr>
            <p:ph type="body" idx="1"/>
          </p:nvPr>
        </p:nvSpPr>
        <p:spPr>
          <a:xfrm>
            <a:off x="467544" y="1196826"/>
            <a:ext cx="8229600" cy="5328518"/>
          </a:xfrm>
        </p:spPr>
        <p:txBody>
          <a:bodyPr/>
          <a:lstStyle/>
          <a:p>
            <a:r>
              <a:rPr lang="en-US" altLang="zh-TW" sz="2000" dirty="0"/>
              <a:t>.before(content) - </a:t>
            </a:r>
            <a:r>
              <a:rPr lang="zh-TW" altLang="en-US" sz="2000" dirty="0"/>
              <a:t>在每個匹配的元素前面加入</a:t>
            </a:r>
            <a:r>
              <a:rPr lang="en-US" altLang="zh-TW" sz="2000" dirty="0"/>
              <a:t>... (</a:t>
            </a:r>
            <a:r>
              <a:rPr lang="zh-TW" altLang="en-US" sz="2000" dirty="0"/>
              <a:t>外部插入</a:t>
            </a:r>
            <a:r>
              <a:rPr lang="en-US" altLang="zh-TW" sz="2000" dirty="0"/>
              <a:t>)</a:t>
            </a:r>
          </a:p>
          <a:p>
            <a:pPr marL="0" indent="0">
              <a:buNone/>
            </a:pPr>
            <a:r>
              <a:rPr lang="en-US" altLang="zh-TW" sz="2000" dirty="0"/>
              <a:t>// </a:t>
            </a:r>
            <a:r>
              <a:rPr lang="zh-TW" altLang="en-US" sz="2000" dirty="0"/>
              <a:t> </a:t>
            </a:r>
            <a:r>
              <a:rPr lang="en-US" altLang="zh-TW" sz="2000" dirty="0"/>
              <a:t>HTML</a:t>
            </a:r>
          </a:p>
          <a:p>
            <a:pPr marL="0" indent="0">
              <a:buNone/>
            </a:pPr>
            <a:r>
              <a:rPr lang="en-US" altLang="zh-TW" sz="2000" dirty="0"/>
              <a:t>    &lt;p&gt;I would like to say: &lt;/p&gt; </a:t>
            </a:r>
          </a:p>
          <a:p>
            <a:pPr marL="0" indent="0">
              <a:buNone/>
            </a:pPr>
            <a:r>
              <a:rPr lang="en-US" altLang="zh-TW" sz="2000" dirty="0"/>
              <a:t>// jQuery </a:t>
            </a:r>
          </a:p>
          <a:p>
            <a:pPr marL="0" indent="0">
              <a:buNone/>
            </a:pPr>
            <a:r>
              <a:rPr lang="en-US" altLang="zh-TW" sz="2000" dirty="0"/>
              <a:t>    $('p').before('&lt;b&gt;Hello&lt;/b&gt;'); </a:t>
            </a:r>
          </a:p>
          <a:p>
            <a:pPr marL="0" indent="0">
              <a:buNone/>
            </a:pPr>
            <a:r>
              <a:rPr lang="en-US" altLang="zh-TW" sz="2000" dirty="0"/>
              <a:t>// </a:t>
            </a:r>
            <a:r>
              <a:rPr lang="zh-TW" altLang="en-US" sz="2000" dirty="0"/>
              <a:t>結果</a:t>
            </a:r>
          </a:p>
          <a:p>
            <a:pPr marL="0" indent="0">
              <a:buNone/>
            </a:pPr>
            <a:r>
              <a:rPr lang="en-US" altLang="zh-TW" sz="2000" dirty="0"/>
              <a:t>   [</a:t>
            </a:r>
            <a:r>
              <a:rPr lang="en-US" altLang="zh-TW" sz="2000" dirty="0">
                <a:solidFill>
                  <a:srgbClr val="CC0000"/>
                </a:solidFill>
              </a:rPr>
              <a:t>&lt;b&gt;Hello&lt;/b&gt;</a:t>
            </a:r>
            <a:r>
              <a:rPr lang="en-US" altLang="zh-TW" sz="2000" dirty="0"/>
              <a:t>&lt;p&gt;I would like to say: &lt;/p&gt;]</a:t>
            </a:r>
          </a:p>
          <a:p>
            <a:r>
              <a:rPr lang="en-US" altLang="zh-TW" sz="2000" dirty="0"/>
              <a:t>.after(content) - </a:t>
            </a:r>
            <a:r>
              <a:rPr lang="zh-TW" altLang="en-US" sz="2000" dirty="0"/>
              <a:t>在每個匹配的元素後面加入</a:t>
            </a:r>
            <a:r>
              <a:rPr lang="en-US" altLang="zh-TW" sz="2000" dirty="0"/>
              <a:t>... (</a:t>
            </a:r>
            <a:r>
              <a:rPr lang="zh-TW" altLang="en-US" sz="2000" dirty="0"/>
              <a:t>外部插入</a:t>
            </a:r>
            <a:r>
              <a:rPr lang="en-US" altLang="zh-TW" sz="2000" dirty="0"/>
              <a:t>)</a:t>
            </a:r>
          </a:p>
          <a:p>
            <a:pPr marL="0" indent="0">
              <a:buNone/>
            </a:pPr>
            <a:r>
              <a:rPr lang="en-US" altLang="zh-TW" sz="2000" dirty="0"/>
              <a:t>// </a:t>
            </a:r>
            <a:r>
              <a:rPr lang="zh-TW" altLang="en-US" sz="2000" dirty="0"/>
              <a:t> </a:t>
            </a:r>
            <a:r>
              <a:rPr lang="en-US" altLang="zh-TW" sz="2000" dirty="0"/>
              <a:t>HTML</a:t>
            </a:r>
          </a:p>
          <a:p>
            <a:pPr marL="0" indent="0">
              <a:buNone/>
            </a:pPr>
            <a:r>
              <a:rPr lang="en-US" altLang="zh-TW" sz="2000" dirty="0"/>
              <a:t>    &lt;p&gt;I would like to say: &lt;/p&gt; </a:t>
            </a:r>
          </a:p>
          <a:p>
            <a:pPr marL="0" indent="0">
              <a:buNone/>
            </a:pPr>
            <a:r>
              <a:rPr lang="en-US" altLang="zh-TW" sz="2000" dirty="0"/>
              <a:t>// jQuery</a:t>
            </a:r>
          </a:p>
          <a:p>
            <a:pPr marL="0" indent="0">
              <a:buNone/>
            </a:pPr>
            <a:r>
              <a:rPr lang="en-US" altLang="zh-TW" sz="2000" dirty="0"/>
              <a:t>   $('p').after('&lt;b&gt;Hello&lt;/b&gt;');</a:t>
            </a:r>
          </a:p>
          <a:p>
            <a:pPr marL="0" indent="0">
              <a:buNone/>
            </a:pPr>
            <a:r>
              <a:rPr lang="en-US" altLang="zh-TW" sz="2000" dirty="0"/>
              <a:t>// </a:t>
            </a:r>
            <a:r>
              <a:rPr lang="zh-TW" altLang="en-US" sz="2000" dirty="0"/>
              <a:t>結果</a:t>
            </a:r>
          </a:p>
          <a:p>
            <a:pPr marL="0" indent="0">
              <a:buNone/>
            </a:pPr>
            <a:r>
              <a:rPr lang="en-US" altLang="zh-TW" sz="2000" dirty="0"/>
              <a:t>   [&lt;p&gt;I would like to say: &lt;/p&gt;</a:t>
            </a:r>
            <a:r>
              <a:rPr lang="en-US" altLang="zh-TW" sz="2000" dirty="0">
                <a:solidFill>
                  <a:srgbClr val="CC0000"/>
                </a:solidFill>
              </a:rPr>
              <a:t>&lt;b&gt;Hello&lt;/b&gt;</a:t>
            </a:r>
            <a:r>
              <a:rPr lang="en-US" altLang="zh-TW" sz="2000" dirty="0"/>
              <a:t>]</a:t>
            </a:r>
            <a:endParaRPr lang="zh-TW" altLang="en-US" sz="2000" dirty="0"/>
          </a:p>
        </p:txBody>
      </p:sp>
    </p:spTree>
    <p:extLst>
      <p:ext uri="{BB962C8B-B14F-4D97-AF65-F5344CB8AC3E}">
        <p14:creationId xmlns:p14="http://schemas.microsoft.com/office/powerpoint/2010/main" val="1661333758"/>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1FA34D5-FBD5-4C04-B53D-5C8E9425DA5D}"/>
              </a:ext>
            </a:extLst>
          </p:cNvPr>
          <p:cNvSpPr>
            <a:spLocks noGrp="1"/>
          </p:cNvSpPr>
          <p:nvPr>
            <p:ph type="title"/>
          </p:nvPr>
        </p:nvSpPr>
        <p:spPr>
          <a:xfrm>
            <a:off x="755576" y="404664"/>
            <a:ext cx="6120680" cy="648072"/>
          </a:xfrm>
        </p:spPr>
        <p:txBody>
          <a:bodyPr/>
          <a:lstStyle/>
          <a:p>
            <a:r>
              <a:rPr lang="en-US" altLang="zh-TW" sz="3200" dirty="0"/>
              <a:t>jQuery DOM </a:t>
            </a:r>
            <a:r>
              <a:rPr lang="zh-TW" altLang="en-US" sz="3200" dirty="0"/>
              <a:t>操作</a:t>
            </a:r>
            <a:r>
              <a:rPr lang="en-US" altLang="zh-TW" sz="3200" dirty="0"/>
              <a:t>(5)</a:t>
            </a:r>
            <a:endParaRPr lang="zh-TW" altLang="en-US" sz="3200" dirty="0"/>
          </a:p>
        </p:txBody>
      </p:sp>
      <p:sp>
        <p:nvSpPr>
          <p:cNvPr id="3" name="文字版面配置區 2">
            <a:extLst>
              <a:ext uri="{FF2B5EF4-FFF2-40B4-BE49-F238E27FC236}">
                <a16:creationId xmlns:a16="http://schemas.microsoft.com/office/drawing/2014/main" id="{A17A5162-C905-415A-985C-6D353D1A2C6B}"/>
              </a:ext>
            </a:extLst>
          </p:cNvPr>
          <p:cNvSpPr>
            <a:spLocks noGrp="1"/>
          </p:cNvSpPr>
          <p:nvPr>
            <p:ph type="body" idx="1"/>
          </p:nvPr>
        </p:nvSpPr>
        <p:spPr>
          <a:xfrm>
            <a:off x="539552" y="980728"/>
            <a:ext cx="8229600" cy="5616624"/>
          </a:xfrm>
        </p:spPr>
        <p:txBody>
          <a:bodyPr/>
          <a:lstStyle/>
          <a:p>
            <a:r>
              <a:rPr lang="en-US" altLang="zh-TW" sz="2400" dirty="0"/>
              <a:t>.wrap(html) – </a:t>
            </a:r>
            <a:r>
              <a:rPr lang="zh-TW" altLang="en-US" sz="2400" dirty="0"/>
              <a:t>框住匹配到的元素</a:t>
            </a:r>
          </a:p>
          <a:p>
            <a:pPr marL="0" indent="0">
              <a:buNone/>
            </a:pPr>
            <a:r>
              <a:rPr lang="en-US" altLang="zh-TW" sz="2000" dirty="0"/>
              <a:t>//</a:t>
            </a:r>
            <a:r>
              <a:rPr lang="zh-TW" altLang="en-US" sz="2000" dirty="0"/>
              <a:t> </a:t>
            </a:r>
            <a:r>
              <a:rPr lang="en-US" altLang="zh-TW" sz="2000" dirty="0"/>
              <a:t>HTML</a:t>
            </a:r>
          </a:p>
          <a:p>
            <a:pPr marL="0" indent="0">
              <a:buNone/>
            </a:pPr>
            <a:r>
              <a:rPr lang="en-US" altLang="zh-TW" sz="2000" dirty="0"/>
              <a:t>&lt;div class="container"&gt;</a:t>
            </a:r>
          </a:p>
          <a:p>
            <a:pPr marL="0" indent="0">
              <a:buNone/>
            </a:pPr>
            <a:r>
              <a:rPr lang="en-US" altLang="zh-TW" sz="2000" dirty="0"/>
              <a:t>  &lt;div class="inner"&gt;Hello&lt;/div&gt;</a:t>
            </a:r>
          </a:p>
          <a:p>
            <a:pPr marL="0" indent="0">
              <a:buNone/>
            </a:pPr>
            <a:r>
              <a:rPr lang="en-US" altLang="zh-TW" sz="2000" dirty="0"/>
              <a:t>  &lt;div class="inner"&gt;Goodbye&lt;/div&gt;</a:t>
            </a:r>
          </a:p>
          <a:p>
            <a:pPr marL="0" indent="0">
              <a:buNone/>
            </a:pPr>
            <a:r>
              <a:rPr lang="en-US" altLang="zh-TW" sz="2000" dirty="0"/>
              <a:t>&lt;/div&gt;</a:t>
            </a:r>
          </a:p>
          <a:p>
            <a:pPr marL="0" indent="0">
              <a:buNone/>
            </a:pPr>
            <a:r>
              <a:rPr lang="en-US" altLang="zh-TW" sz="2000" dirty="0"/>
              <a:t>// jQuery</a:t>
            </a:r>
          </a:p>
          <a:p>
            <a:pPr marL="0" indent="0">
              <a:buNone/>
            </a:pPr>
            <a:r>
              <a:rPr lang="en-US" altLang="zh-TW" sz="2000" dirty="0"/>
              <a:t>$('.inner').wrap('&lt;div class="new"&gt;&lt;/div&gt;');</a:t>
            </a:r>
          </a:p>
          <a:p>
            <a:pPr marL="0" indent="0">
              <a:buNone/>
            </a:pPr>
            <a:r>
              <a:rPr lang="en-US" altLang="zh-TW" sz="2000" dirty="0"/>
              <a:t>// </a:t>
            </a:r>
            <a:r>
              <a:rPr lang="zh-TW" altLang="en-US" sz="2000" dirty="0"/>
              <a:t>結果</a:t>
            </a:r>
          </a:p>
          <a:p>
            <a:pPr marL="0" indent="0">
              <a:buNone/>
            </a:pPr>
            <a:r>
              <a:rPr lang="en-US" altLang="zh-TW" sz="1600" dirty="0"/>
              <a:t>&lt;div class="container"&gt;</a:t>
            </a:r>
          </a:p>
          <a:p>
            <a:pPr marL="0" indent="0">
              <a:buNone/>
            </a:pPr>
            <a:r>
              <a:rPr lang="en-US" altLang="zh-TW" sz="1600" dirty="0"/>
              <a:t>  </a:t>
            </a:r>
            <a:r>
              <a:rPr lang="en-US" altLang="zh-TW" sz="1600" dirty="0">
                <a:solidFill>
                  <a:srgbClr val="CC0000"/>
                </a:solidFill>
              </a:rPr>
              <a:t>&lt;div class="new"&gt;</a:t>
            </a:r>
          </a:p>
          <a:p>
            <a:pPr marL="0" indent="0">
              <a:buNone/>
            </a:pPr>
            <a:r>
              <a:rPr lang="en-US" altLang="zh-TW" sz="1600" dirty="0"/>
              <a:t>    &lt;div class="inner"&gt;Hello&lt;/div&gt;</a:t>
            </a:r>
          </a:p>
          <a:p>
            <a:pPr marL="0" indent="0">
              <a:buNone/>
            </a:pPr>
            <a:r>
              <a:rPr lang="en-US" altLang="zh-TW" sz="1600" dirty="0"/>
              <a:t>  </a:t>
            </a:r>
            <a:r>
              <a:rPr lang="en-US" altLang="zh-TW" sz="1600" dirty="0">
                <a:solidFill>
                  <a:srgbClr val="CC0000"/>
                </a:solidFill>
              </a:rPr>
              <a:t>&lt;/div&gt;</a:t>
            </a:r>
          </a:p>
          <a:p>
            <a:pPr marL="0" indent="0">
              <a:buNone/>
            </a:pPr>
            <a:r>
              <a:rPr lang="en-US" altLang="zh-TW" sz="1600" dirty="0"/>
              <a:t>  </a:t>
            </a:r>
            <a:r>
              <a:rPr lang="en-US" altLang="zh-TW" sz="1600" dirty="0">
                <a:solidFill>
                  <a:srgbClr val="CC0000"/>
                </a:solidFill>
              </a:rPr>
              <a:t>&lt;div class="new"&gt;</a:t>
            </a:r>
          </a:p>
          <a:p>
            <a:pPr marL="0" indent="0">
              <a:buNone/>
            </a:pPr>
            <a:r>
              <a:rPr lang="en-US" altLang="zh-TW" sz="1600" dirty="0"/>
              <a:t>    &lt;div class="inner"&gt;Goodbye&lt;/div&gt;</a:t>
            </a:r>
          </a:p>
          <a:p>
            <a:pPr marL="0" indent="0">
              <a:buNone/>
            </a:pPr>
            <a:r>
              <a:rPr lang="en-US" altLang="zh-TW" sz="1600" dirty="0"/>
              <a:t>  </a:t>
            </a:r>
            <a:r>
              <a:rPr lang="en-US" altLang="zh-TW" sz="1600" dirty="0">
                <a:solidFill>
                  <a:srgbClr val="CC0000"/>
                </a:solidFill>
              </a:rPr>
              <a:t>&lt;/div&gt;</a:t>
            </a:r>
          </a:p>
          <a:p>
            <a:pPr marL="0" indent="0">
              <a:buNone/>
            </a:pPr>
            <a:r>
              <a:rPr lang="en-US" altLang="zh-TW" sz="1600" dirty="0"/>
              <a:t>&lt;/div&gt;</a:t>
            </a:r>
            <a:endParaRPr lang="zh-TW" altLang="en-US" sz="1600" dirty="0"/>
          </a:p>
        </p:txBody>
      </p:sp>
    </p:spTree>
    <p:extLst>
      <p:ext uri="{BB962C8B-B14F-4D97-AF65-F5344CB8AC3E}">
        <p14:creationId xmlns:p14="http://schemas.microsoft.com/office/powerpoint/2010/main" val="1624938397"/>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1FA34D5-FBD5-4C04-B53D-5C8E9425DA5D}"/>
              </a:ext>
            </a:extLst>
          </p:cNvPr>
          <p:cNvSpPr>
            <a:spLocks noGrp="1"/>
          </p:cNvSpPr>
          <p:nvPr>
            <p:ph type="title"/>
          </p:nvPr>
        </p:nvSpPr>
        <p:spPr>
          <a:xfrm>
            <a:off x="755576" y="404664"/>
            <a:ext cx="6120680" cy="648072"/>
          </a:xfrm>
        </p:spPr>
        <p:txBody>
          <a:bodyPr/>
          <a:lstStyle/>
          <a:p>
            <a:r>
              <a:rPr lang="en-US" altLang="zh-TW" sz="3200" dirty="0"/>
              <a:t>jQuery DOM </a:t>
            </a:r>
            <a:r>
              <a:rPr lang="zh-TW" altLang="en-US" sz="3200" dirty="0"/>
              <a:t>操作</a:t>
            </a:r>
            <a:r>
              <a:rPr lang="en-US" altLang="zh-TW" sz="3200" dirty="0"/>
              <a:t>(6)</a:t>
            </a:r>
            <a:endParaRPr lang="zh-TW" altLang="en-US" sz="3200" dirty="0"/>
          </a:p>
        </p:txBody>
      </p:sp>
      <p:sp>
        <p:nvSpPr>
          <p:cNvPr id="3" name="文字版面配置區 2">
            <a:extLst>
              <a:ext uri="{FF2B5EF4-FFF2-40B4-BE49-F238E27FC236}">
                <a16:creationId xmlns:a16="http://schemas.microsoft.com/office/drawing/2014/main" id="{A17A5162-C905-415A-985C-6D353D1A2C6B}"/>
              </a:ext>
            </a:extLst>
          </p:cNvPr>
          <p:cNvSpPr>
            <a:spLocks noGrp="1"/>
          </p:cNvSpPr>
          <p:nvPr>
            <p:ph type="body" idx="1"/>
          </p:nvPr>
        </p:nvSpPr>
        <p:spPr>
          <a:xfrm>
            <a:off x="539552" y="980728"/>
            <a:ext cx="8229600" cy="5616624"/>
          </a:xfrm>
        </p:spPr>
        <p:txBody>
          <a:bodyPr/>
          <a:lstStyle/>
          <a:p>
            <a:r>
              <a:rPr lang="en-US" altLang="zh-TW" sz="2400" dirty="0"/>
              <a:t>.</a:t>
            </a:r>
            <a:r>
              <a:rPr lang="en-US" altLang="zh-TW" sz="2400" dirty="0" err="1"/>
              <a:t>wrapAll</a:t>
            </a:r>
            <a:r>
              <a:rPr lang="en-US" altLang="zh-TW" sz="2400" dirty="0"/>
              <a:t>(html) – </a:t>
            </a:r>
            <a:r>
              <a:rPr lang="zh-TW" altLang="en-US" sz="2400" dirty="0"/>
              <a:t>框住所有匹配的元素</a:t>
            </a:r>
          </a:p>
          <a:p>
            <a:pPr marL="0" indent="0">
              <a:buNone/>
            </a:pPr>
            <a:r>
              <a:rPr lang="en-US" altLang="zh-TW" sz="2000" dirty="0"/>
              <a:t>//</a:t>
            </a:r>
            <a:r>
              <a:rPr lang="zh-TW" altLang="en-US" sz="2000" dirty="0"/>
              <a:t> </a:t>
            </a:r>
            <a:r>
              <a:rPr lang="en-US" altLang="zh-TW" sz="2000" dirty="0"/>
              <a:t>HTML</a:t>
            </a:r>
          </a:p>
          <a:p>
            <a:pPr marL="0" indent="0">
              <a:buNone/>
            </a:pPr>
            <a:r>
              <a:rPr lang="en-US" altLang="zh-TW" sz="2000" dirty="0"/>
              <a:t>&lt;div class="container"&gt;</a:t>
            </a:r>
          </a:p>
          <a:p>
            <a:pPr marL="0" indent="0">
              <a:buNone/>
            </a:pPr>
            <a:r>
              <a:rPr lang="en-US" altLang="zh-TW" sz="2000" dirty="0"/>
              <a:t>  &lt;div class="inner"&gt;Hello&lt;/div&gt;</a:t>
            </a:r>
          </a:p>
          <a:p>
            <a:pPr marL="0" indent="0">
              <a:buNone/>
            </a:pPr>
            <a:r>
              <a:rPr lang="en-US" altLang="zh-TW" sz="2000" dirty="0"/>
              <a:t>  &lt;div class="inner"&gt;Goodbye&lt;/div&gt;</a:t>
            </a:r>
          </a:p>
          <a:p>
            <a:pPr marL="0" indent="0">
              <a:buNone/>
            </a:pPr>
            <a:r>
              <a:rPr lang="en-US" altLang="zh-TW" sz="2000" dirty="0"/>
              <a:t>&lt;/div&gt;</a:t>
            </a:r>
          </a:p>
          <a:p>
            <a:pPr marL="0" indent="0">
              <a:buNone/>
            </a:pPr>
            <a:r>
              <a:rPr lang="en-US" altLang="zh-TW" sz="2000" dirty="0"/>
              <a:t>// jQuery</a:t>
            </a:r>
          </a:p>
          <a:p>
            <a:pPr marL="0" indent="0">
              <a:buNone/>
            </a:pPr>
            <a:r>
              <a:rPr lang="zh-TW" altLang="en-US" sz="2000" dirty="0"/>
              <a:t>      </a:t>
            </a:r>
            <a:r>
              <a:rPr lang="en-US" altLang="zh-TW" sz="2000" dirty="0"/>
              <a:t>$('.inner').</a:t>
            </a:r>
            <a:r>
              <a:rPr lang="en-US" altLang="zh-TW" sz="2000" dirty="0" err="1"/>
              <a:t>wrapAll</a:t>
            </a:r>
            <a:r>
              <a:rPr lang="en-US" altLang="zh-TW" sz="2000" dirty="0"/>
              <a:t>('&lt;div class="new" /&gt;');</a:t>
            </a:r>
          </a:p>
          <a:p>
            <a:pPr marL="0" indent="0">
              <a:buNone/>
            </a:pPr>
            <a:r>
              <a:rPr lang="en-US" altLang="zh-TW" sz="2000" dirty="0"/>
              <a:t>// </a:t>
            </a:r>
            <a:r>
              <a:rPr lang="zh-TW" altLang="en-US" sz="2000" dirty="0"/>
              <a:t>結果</a:t>
            </a:r>
          </a:p>
          <a:p>
            <a:pPr marL="0" indent="0">
              <a:buNone/>
            </a:pPr>
            <a:r>
              <a:rPr lang="en-US" altLang="zh-TW" sz="2000" dirty="0"/>
              <a:t>&lt;div class="container"&gt;</a:t>
            </a:r>
          </a:p>
          <a:p>
            <a:pPr marL="0" indent="0">
              <a:buNone/>
            </a:pPr>
            <a:r>
              <a:rPr lang="en-US" altLang="zh-TW" sz="2000" dirty="0">
                <a:solidFill>
                  <a:srgbClr val="CC0000"/>
                </a:solidFill>
              </a:rPr>
              <a:t>  &lt;div class="new"&gt;</a:t>
            </a:r>
          </a:p>
          <a:p>
            <a:pPr marL="0" indent="0">
              <a:buNone/>
            </a:pPr>
            <a:r>
              <a:rPr lang="en-US" altLang="zh-TW" sz="2000" dirty="0"/>
              <a:t>    &lt;div class="inner"&gt;Hello&lt;/div&gt;</a:t>
            </a:r>
          </a:p>
          <a:p>
            <a:pPr marL="0" indent="0">
              <a:buNone/>
            </a:pPr>
            <a:r>
              <a:rPr lang="en-US" altLang="zh-TW" sz="2000" dirty="0"/>
              <a:t>    &lt;div class="inner"&gt;Goodbye&lt;/div&gt;</a:t>
            </a:r>
          </a:p>
          <a:p>
            <a:pPr marL="0" indent="0">
              <a:buNone/>
            </a:pPr>
            <a:r>
              <a:rPr lang="en-US" altLang="zh-TW" sz="2000" dirty="0">
                <a:solidFill>
                  <a:srgbClr val="CC0000"/>
                </a:solidFill>
              </a:rPr>
              <a:t>  &lt;/div&gt;</a:t>
            </a:r>
          </a:p>
          <a:p>
            <a:pPr marL="0" indent="0">
              <a:buNone/>
            </a:pPr>
            <a:r>
              <a:rPr lang="en-US" altLang="zh-TW" sz="2000" dirty="0"/>
              <a:t>&lt;/div&gt;</a:t>
            </a:r>
            <a:endParaRPr lang="zh-TW" altLang="en-US" sz="2000" dirty="0"/>
          </a:p>
        </p:txBody>
      </p:sp>
    </p:spTree>
    <p:extLst>
      <p:ext uri="{BB962C8B-B14F-4D97-AF65-F5344CB8AC3E}">
        <p14:creationId xmlns:p14="http://schemas.microsoft.com/office/powerpoint/2010/main" val="2058619569"/>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1FA34D5-FBD5-4C04-B53D-5C8E9425DA5D}"/>
              </a:ext>
            </a:extLst>
          </p:cNvPr>
          <p:cNvSpPr>
            <a:spLocks noGrp="1"/>
          </p:cNvSpPr>
          <p:nvPr>
            <p:ph type="title"/>
          </p:nvPr>
        </p:nvSpPr>
        <p:spPr>
          <a:xfrm>
            <a:off x="755576" y="404664"/>
            <a:ext cx="6120680" cy="648072"/>
          </a:xfrm>
        </p:spPr>
        <p:txBody>
          <a:bodyPr/>
          <a:lstStyle/>
          <a:p>
            <a:r>
              <a:rPr lang="en-US" altLang="zh-TW" sz="3200" dirty="0"/>
              <a:t>jQuery DOM </a:t>
            </a:r>
            <a:r>
              <a:rPr lang="zh-TW" altLang="en-US" sz="3200" dirty="0"/>
              <a:t>操作</a:t>
            </a:r>
            <a:r>
              <a:rPr lang="en-US" altLang="zh-TW" sz="3200" dirty="0"/>
              <a:t>(7)</a:t>
            </a:r>
            <a:endParaRPr lang="zh-TW" altLang="en-US" sz="3200" dirty="0"/>
          </a:p>
        </p:txBody>
      </p:sp>
      <p:sp>
        <p:nvSpPr>
          <p:cNvPr id="3" name="文字版面配置區 2">
            <a:extLst>
              <a:ext uri="{FF2B5EF4-FFF2-40B4-BE49-F238E27FC236}">
                <a16:creationId xmlns:a16="http://schemas.microsoft.com/office/drawing/2014/main" id="{A17A5162-C905-415A-985C-6D353D1A2C6B}"/>
              </a:ext>
            </a:extLst>
          </p:cNvPr>
          <p:cNvSpPr>
            <a:spLocks noGrp="1"/>
          </p:cNvSpPr>
          <p:nvPr>
            <p:ph type="body" idx="1"/>
          </p:nvPr>
        </p:nvSpPr>
        <p:spPr>
          <a:xfrm>
            <a:off x="539552" y="980728"/>
            <a:ext cx="8229600" cy="5616624"/>
          </a:xfrm>
        </p:spPr>
        <p:txBody>
          <a:bodyPr/>
          <a:lstStyle/>
          <a:p>
            <a:r>
              <a:rPr lang="en-US" altLang="zh-TW" sz="2400" dirty="0"/>
              <a:t>.</a:t>
            </a:r>
            <a:r>
              <a:rPr lang="en-US" altLang="zh-TW" sz="2400" dirty="0" err="1"/>
              <a:t>wrapInner</a:t>
            </a:r>
            <a:r>
              <a:rPr lang="en-US" altLang="zh-TW" sz="2400" dirty="0"/>
              <a:t>(html) – </a:t>
            </a:r>
            <a:r>
              <a:rPr lang="zh-TW" altLang="en-US" sz="2400" dirty="0"/>
              <a:t>進入匹配的元素內</a:t>
            </a:r>
          </a:p>
          <a:p>
            <a:pPr marL="0" indent="0">
              <a:buNone/>
            </a:pPr>
            <a:r>
              <a:rPr lang="en-US" altLang="zh-TW" sz="2000" dirty="0"/>
              <a:t>//</a:t>
            </a:r>
            <a:r>
              <a:rPr lang="zh-TW" altLang="en-US" sz="2000" dirty="0"/>
              <a:t> </a:t>
            </a:r>
            <a:r>
              <a:rPr lang="en-US" altLang="zh-TW" sz="2000" dirty="0"/>
              <a:t>HTML</a:t>
            </a:r>
          </a:p>
          <a:p>
            <a:pPr marL="0" indent="0">
              <a:buNone/>
            </a:pPr>
            <a:r>
              <a:rPr lang="en-US" altLang="zh-TW" sz="2000" dirty="0"/>
              <a:t>&lt;div class="container"&gt;</a:t>
            </a:r>
          </a:p>
          <a:p>
            <a:pPr marL="0" indent="0">
              <a:buNone/>
            </a:pPr>
            <a:r>
              <a:rPr lang="en-US" altLang="zh-TW" sz="2000" dirty="0"/>
              <a:t>  &lt;div class="inner"&gt;Hello&lt;/div&gt;</a:t>
            </a:r>
          </a:p>
          <a:p>
            <a:pPr marL="0" indent="0">
              <a:buNone/>
            </a:pPr>
            <a:r>
              <a:rPr lang="en-US" altLang="zh-TW" sz="2000" dirty="0"/>
              <a:t>  &lt;div class="inner"&gt;Goodbye&lt;/div&gt;</a:t>
            </a:r>
          </a:p>
          <a:p>
            <a:pPr marL="0" indent="0">
              <a:buNone/>
            </a:pPr>
            <a:r>
              <a:rPr lang="en-US" altLang="zh-TW" sz="2000" dirty="0"/>
              <a:t>&lt;/div&gt;</a:t>
            </a:r>
          </a:p>
          <a:p>
            <a:pPr marL="0" indent="0">
              <a:buNone/>
            </a:pPr>
            <a:r>
              <a:rPr lang="en-US" altLang="zh-TW" sz="2000" dirty="0"/>
              <a:t>// jQuery</a:t>
            </a:r>
          </a:p>
          <a:p>
            <a:pPr marL="0" indent="0">
              <a:buNone/>
            </a:pPr>
            <a:r>
              <a:rPr lang="zh-TW" altLang="en-US" sz="2000" dirty="0"/>
              <a:t>      </a:t>
            </a:r>
            <a:r>
              <a:rPr lang="en-US" altLang="zh-TW" sz="2000" dirty="0"/>
              <a:t>$('.inner').</a:t>
            </a:r>
            <a:r>
              <a:rPr lang="en-US" altLang="zh-TW" sz="2000" dirty="0" err="1"/>
              <a:t>wrapInner</a:t>
            </a:r>
            <a:r>
              <a:rPr lang="en-US" altLang="zh-TW" sz="2000" dirty="0"/>
              <a:t>('&lt;div class="new"&gt;&lt;/div&gt;');</a:t>
            </a:r>
          </a:p>
          <a:p>
            <a:pPr marL="0" indent="0">
              <a:buNone/>
            </a:pPr>
            <a:r>
              <a:rPr lang="en-US" altLang="zh-TW" sz="2000" dirty="0"/>
              <a:t>// </a:t>
            </a:r>
            <a:r>
              <a:rPr lang="zh-TW" altLang="en-US" sz="2000" dirty="0"/>
              <a:t>結果</a:t>
            </a:r>
          </a:p>
          <a:p>
            <a:pPr marL="0" indent="0">
              <a:buNone/>
            </a:pPr>
            <a:r>
              <a:rPr lang="en-US" altLang="zh-TW" sz="1600" dirty="0"/>
              <a:t>&lt;div class="container"&gt;</a:t>
            </a:r>
          </a:p>
          <a:p>
            <a:pPr marL="0" indent="0">
              <a:buNone/>
            </a:pPr>
            <a:r>
              <a:rPr lang="en-US" altLang="zh-TW" sz="1600" dirty="0"/>
              <a:t>  &lt;div class="inner"&gt;</a:t>
            </a:r>
          </a:p>
          <a:p>
            <a:pPr marL="0" indent="0">
              <a:buNone/>
            </a:pPr>
            <a:r>
              <a:rPr lang="en-US" altLang="zh-TW" sz="1600" dirty="0"/>
              <a:t>    </a:t>
            </a:r>
            <a:r>
              <a:rPr lang="en-US" altLang="zh-TW" sz="1600" dirty="0">
                <a:solidFill>
                  <a:srgbClr val="CC0000"/>
                </a:solidFill>
              </a:rPr>
              <a:t>&lt;div class="new"&gt;Hello&lt;/div&gt;</a:t>
            </a:r>
          </a:p>
          <a:p>
            <a:pPr marL="0" indent="0">
              <a:buNone/>
            </a:pPr>
            <a:r>
              <a:rPr lang="en-US" altLang="zh-TW" sz="1600" dirty="0"/>
              <a:t>  &lt;/div&gt;</a:t>
            </a:r>
          </a:p>
          <a:p>
            <a:pPr marL="0" indent="0">
              <a:buNone/>
            </a:pPr>
            <a:r>
              <a:rPr lang="en-US" altLang="zh-TW" sz="1600" dirty="0"/>
              <a:t>  &lt;div class="inner"&gt;</a:t>
            </a:r>
          </a:p>
          <a:p>
            <a:pPr marL="0" indent="0">
              <a:buNone/>
            </a:pPr>
            <a:r>
              <a:rPr lang="en-US" altLang="zh-TW" sz="1600" dirty="0"/>
              <a:t>    </a:t>
            </a:r>
            <a:r>
              <a:rPr lang="en-US" altLang="zh-TW" sz="1600" dirty="0">
                <a:solidFill>
                  <a:srgbClr val="CC0000"/>
                </a:solidFill>
              </a:rPr>
              <a:t>&lt;div class="new"&gt;Goodbye&lt;/div&gt;</a:t>
            </a:r>
          </a:p>
          <a:p>
            <a:pPr marL="0" indent="0">
              <a:buNone/>
            </a:pPr>
            <a:r>
              <a:rPr lang="en-US" altLang="zh-TW" sz="1600" dirty="0"/>
              <a:t>  &lt;/div&gt;</a:t>
            </a:r>
          </a:p>
          <a:p>
            <a:pPr marL="0" indent="0">
              <a:buNone/>
            </a:pPr>
            <a:r>
              <a:rPr lang="en-US" altLang="zh-TW" sz="1600" dirty="0"/>
              <a:t>&lt;/div&gt;</a:t>
            </a:r>
            <a:endParaRPr lang="zh-TW" altLang="en-US" sz="1600" dirty="0"/>
          </a:p>
        </p:txBody>
      </p:sp>
    </p:spTree>
    <p:extLst>
      <p:ext uri="{BB962C8B-B14F-4D97-AF65-F5344CB8AC3E}">
        <p14:creationId xmlns:p14="http://schemas.microsoft.com/office/powerpoint/2010/main" val="2595723565"/>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0AFF196-A406-43D2-9795-B994B9F2E5CC}"/>
              </a:ext>
            </a:extLst>
          </p:cNvPr>
          <p:cNvSpPr>
            <a:spLocks noGrp="1"/>
          </p:cNvSpPr>
          <p:nvPr>
            <p:ph type="title"/>
          </p:nvPr>
        </p:nvSpPr>
        <p:spPr>
          <a:xfrm>
            <a:off x="611560" y="548680"/>
            <a:ext cx="8229600" cy="792162"/>
          </a:xfrm>
        </p:spPr>
        <p:txBody>
          <a:bodyPr/>
          <a:lstStyle/>
          <a:p>
            <a:r>
              <a:rPr lang="en-US" altLang="zh-TW" dirty="0"/>
              <a:t>jQuery DOM </a:t>
            </a:r>
            <a:r>
              <a:rPr lang="zh-TW" altLang="en-US" dirty="0"/>
              <a:t>操作</a:t>
            </a:r>
            <a:r>
              <a:rPr lang="en-US" altLang="zh-TW" dirty="0"/>
              <a:t>(8)</a:t>
            </a:r>
            <a:endParaRPr lang="zh-TW" altLang="en-US" dirty="0"/>
          </a:p>
        </p:txBody>
      </p:sp>
      <p:sp>
        <p:nvSpPr>
          <p:cNvPr id="3" name="文字版面配置區 2">
            <a:extLst>
              <a:ext uri="{FF2B5EF4-FFF2-40B4-BE49-F238E27FC236}">
                <a16:creationId xmlns:a16="http://schemas.microsoft.com/office/drawing/2014/main" id="{B5E353BA-85E0-4C0B-BC5D-ABE6B6C5CAC0}"/>
              </a:ext>
            </a:extLst>
          </p:cNvPr>
          <p:cNvSpPr>
            <a:spLocks noGrp="1"/>
          </p:cNvSpPr>
          <p:nvPr>
            <p:ph type="body" idx="1"/>
          </p:nvPr>
        </p:nvSpPr>
        <p:spPr>
          <a:xfrm>
            <a:off x="457200" y="1288256"/>
            <a:ext cx="8229600" cy="5237088"/>
          </a:xfrm>
        </p:spPr>
        <p:txBody>
          <a:bodyPr/>
          <a:lstStyle/>
          <a:p>
            <a:r>
              <a:rPr lang="en-US" altLang="zh-TW" sz="2400" dirty="0"/>
              <a:t>.empty() – </a:t>
            </a:r>
            <a:r>
              <a:rPr lang="zh-TW" altLang="en-US" sz="2400" dirty="0"/>
              <a:t>清空匹配到的元素其所有子節點</a:t>
            </a:r>
            <a:endParaRPr lang="en-US" altLang="zh-TW" sz="2400" dirty="0"/>
          </a:p>
          <a:p>
            <a:pPr marL="0" indent="0">
              <a:buNone/>
            </a:pPr>
            <a:r>
              <a:rPr lang="zh-TW" altLang="en-US" sz="1800" dirty="0"/>
              <a:t> </a:t>
            </a:r>
            <a:r>
              <a:rPr lang="en-US" altLang="zh-TW" sz="1800" dirty="0"/>
              <a:t>HTML</a:t>
            </a:r>
          </a:p>
          <a:p>
            <a:pPr marL="0" indent="0">
              <a:buNone/>
            </a:pPr>
            <a:r>
              <a:rPr lang="en-US" altLang="zh-TW" sz="1800" dirty="0"/>
              <a:t>&lt;div class="container"&gt;</a:t>
            </a:r>
          </a:p>
          <a:p>
            <a:pPr marL="0" indent="0">
              <a:buNone/>
            </a:pPr>
            <a:r>
              <a:rPr lang="en-US" altLang="zh-TW" sz="1800" dirty="0"/>
              <a:t>  </a:t>
            </a:r>
            <a:r>
              <a:rPr lang="en-US" altLang="zh-TW" sz="1800" dirty="0">
                <a:solidFill>
                  <a:srgbClr val="CC0000"/>
                </a:solidFill>
              </a:rPr>
              <a:t>&lt;div class="hello"&gt;Hello&lt;/div&gt;</a:t>
            </a:r>
          </a:p>
          <a:p>
            <a:pPr marL="0" indent="0">
              <a:buNone/>
            </a:pPr>
            <a:r>
              <a:rPr lang="en-US" altLang="zh-TW" sz="1800" dirty="0"/>
              <a:t>  &lt;div class="goodbye"&gt;Goodbye&lt;/div&gt;</a:t>
            </a:r>
          </a:p>
          <a:p>
            <a:pPr marL="0" indent="0">
              <a:buNone/>
            </a:pPr>
            <a:r>
              <a:rPr lang="en-US" altLang="zh-TW" sz="1800" dirty="0"/>
              <a:t>&lt;/div&gt;</a:t>
            </a:r>
          </a:p>
          <a:p>
            <a:pPr marL="0" indent="0">
              <a:buNone/>
            </a:pPr>
            <a:endParaRPr lang="en-US" altLang="zh-TW" sz="1800" dirty="0"/>
          </a:p>
          <a:p>
            <a:pPr marL="0" indent="0">
              <a:buNone/>
            </a:pPr>
            <a:r>
              <a:rPr lang="en-US" altLang="zh-TW" sz="1800" dirty="0"/>
              <a:t> jQuery</a:t>
            </a:r>
          </a:p>
          <a:p>
            <a:pPr marL="0" indent="0">
              <a:buNone/>
            </a:pPr>
            <a:r>
              <a:rPr lang="en-US" altLang="zh-TW" sz="1800" dirty="0"/>
              <a:t>$('.hello').empty();</a:t>
            </a:r>
          </a:p>
          <a:p>
            <a:pPr marL="0" indent="0">
              <a:buNone/>
            </a:pPr>
            <a:endParaRPr lang="en-US" altLang="zh-TW" sz="1800" dirty="0"/>
          </a:p>
          <a:p>
            <a:pPr marL="0" indent="0">
              <a:buNone/>
            </a:pPr>
            <a:r>
              <a:rPr lang="en-US" altLang="zh-TW" sz="1800" dirty="0"/>
              <a:t>// </a:t>
            </a:r>
            <a:r>
              <a:rPr lang="zh-TW" altLang="en-US" sz="1800" dirty="0"/>
              <a:t>結果</a:t>
            </a:r>
          </a:p>
          <a:p>
            <a:pPr marL="0" indent="0">
              <a:buNone/>
            </a:pPr>
            <a:r>
              <a:rPr lang="en-US" altLang="zh-TW" sz="1800" dirty="0"/>
              <a:t>&lt;div class="container"&gt;</a:t>
            </a:r>
          </a:p>
          <a:p>
            <a:pPr marL="0" indent="0">
              <a:buNone/>
            </a:pPr>
            <a:r>
              <a:rPr lang="en-US" altLang="zh-TW" sz="1800" dirty="0"/>
              <a:t>  </a:t>
            </a:r>
            <a:r>
              <a:rPr lang="en-US" altLang="zh-TW" sz="1800" dirty="0">
                <a:solidFill>
                  <a:srgbClr val="CC0000"/>
                </a:solidFill>
              </a:rPr>
              <a:t>&lt;div class="hello"&gt;&lt;/div&gt;</a:t>
            </a:r>
          </a:p>
          <a:p>
            <a:pPr marL="0" indent="0">
              <a:buNone/>
            </a:pPr>
            <a:r>
              <a:rPr lang="en-US" altLang="zh-TW" sz="1800" dirty="0"/>
              <a:t>  &lt;div class="goodbye"&gt;Goodbye&lt;/div&gt;</a:t>
            </a:r>
          </a:p>
          <a:p>
            <a:pPr marL="0" indent="0">
              <a:buNone/>
            </a:pPr>
            <a:r>
              <a:rPr lang="en-US" altLang="zh-TW" sz="1800" dirty="0"/>
              <a:t>&lt;/div&gt;</a:t>
            </a:r>
            <a:endParaRPr lang="zh-TW" altLang="en-US" sz="1800" dirty="0"/>
          </a:p>
        </p:txBody>
      </p:sp>
    </p:spTree>
    <p:extLst>
      <p:ext uri="{BB962C8B-B14F-4D97-AF65-F5344CB8AC3E}">
        <p14:creationId xmlns:p14="http://schemas.microsoft.com/office/powerpoint/2010/main" val="846906961"/>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0AFF196-A406-43D2-9795-B994B9F2E5CC}"/>
              </a:ext>
            </a:extLst>
          </p:cNvPr>
          <p:cNvSpPr>
            <a:spLocks noGrp="1"/>
          </p:cNvSpPr>
          <p:nvPr>
            <p:ph type="title"/>
          </p:nvPr>
        </p:nvSpPr>
        <p:spPr>
          <a:xfrm>
            <a:off x="611560" y="548680"/>
            <a:ext cx="8229600" cy="792162"/>
          </a:xfrm>
        </p:spPr>
        <p:txBody>
          <a:bodyPr/>
          <a:lstStyle/>
          <a:p>
            <a:r>
              <a:rPr lang="en-US" altLang="zh-TW" dirty="0"/>
              <a:t>jQuery DOM </a:t>
            </a:r>
            <a:r>
              <a:rPr lang="zh-TW" altLang="en-US" dirty="0"/>
              <a:t>操作</a:t>
            </a:r>
            <a:r>
              <a:rPr lang="en-US" altLang="zh-TW" dirty="0"/>
              <a:t>(9)</a:t>
            </a:r>
            <a:endParaRPr lang="zh-TW" altLang="en-US" dirty="0"/>
          </a:p>
        </p:txBody>
      </p:sp>
      <p:sp>
        <p:nvSpPr>
          <p:cNvPr id="3" name="文字版面配置區 2">
            <a:extLst>
              <a:ext uri="{FF2B5EF4-FFF2-40B4-BE49-F238E27FC236}">
                <a16:creationId xmlns:a16="http://schemas.microsoft.com/office/drawing/2014/main" id="{B5E353BA-85E0-4C0B-BC5D-ABE6B6C5CAC0}"/>
              </a:ext>
            </a:extLst>
          </p:cNvPr>
          <p:cNvSpPr>
            <a:spLocks noGrp="1"/>
          </p:cNvSpPr>
          <p:nvPr>
            <p:ph type="body" idx="1"/>
          </p:nvPr>
        </p:nvSpPr>
        <p:spPr>
          <a:xfrm>
            <a:off x="457200" y="1288256"/>
            <a:ext cx="8229600" cy="5237088"/>
          </a:xfrm>
        </p:spPr>
        <p:txBody>
          <a:bodyPr/>
          <a:lstStyle/>
          <a:p>
            <a:r>
              <a:rPr lang="en-US" altLang="zh-TW" sz="2400" dirty="0"/>
              <a:t>.remove() – </a:t>
            </a:r>
            <a:r>
              <a:rPr lang="zh-TW" altLang="en-US" sz="2400" dirty="0"/>
              <a:t>刪除匹配到的元素其所有子節點</a:t>
            </a:r>
            <a:endParaRPr lang="en-US" altLang="zh-TW" sz="2400" dirty="0"/>
          </a:p>
          <a:p>
            <a:pPr marL="0" indent="0">
              <a:buNone/>
            </a:pPr>
            <a:r>
              <a:rPr lang="zh-TW" altLang="en-US" sz="1800" dirty="0"/>
              <a:t> </a:t>
            </a:r>
            <a:r>
              <a:rPr lang="en-US" altLang="zh-TW" sz="1800" dirty="0"/>
              <a:t>HTML</a:t>
            </a:r>
          </a:p>
          <a:p>
            <a:pPr marL="0" indent="0">
              <a:buNone/>
            </a:pPr>
            <a:r>
              <a:rPr lang="en-US" altLang="zh-TW" sz="1800" dirty="0"/>
              <a:t>&lt;div class="container"&gt;</a:t>
            </a:r>
          </a:p>
          <a:p>
            <a:pPr marL="0" indent="0">
              <a:buNone/>
            </a:pPr>
            <a:r>
              <a:rPr lang="en-US" altLang="zh-TW" sz="1800" dirty="0"/>
              <a:t>  </a:t>
            </a:r>
            <a:r>
              <a:rPr lang="en-US" altLang="zh-TW" sz="1800" dirty="0">
                <a:solidFill>
                  <a:srgbClr val="CC0000"/>
                </a:solidFill>
              </a:rPr>
              <a:t>&lt;div class="hello"&gt;Hello&lt;/div&gt;</a:t>
            </a:r>
          </a:p>
          <a:p>
            <a:pPr marL="0" indent="0">
              <a:buNone/>
            </a:pPr>
            <a:r>
              <a:rPr lang="en-US" altLang="zh-TW" sz="1800" dirty="0"/>
              <a:t>  &lt;div class="goodbye"&gt;Goodbye&lt;/div&gt;</a:t>
            </a:r>
          </a:p>
          <a:p>
            <a:pPr marL="0" indent="0">
              <a:buNone/>
            </a:pPr>
            <a:r>
              <a:rPr lang="en-US" altLang="zh-TW" sz="1800" dirty="0"/>
              <a:t>&lt;/div&gt;</a:t>
            </a:r>
          </a:p>
          <a:p>
            <a:pPr marL="0" indent="0">
              <a:buNone/>
            </a:pPr>
            <a:endParaRPr lang="en-US" altLang="zh-TW" sz="1800" dirty="0"/>
          </a:p>
          <a:p>
            <a:pPr marL="0" indent="0">
              <a:buNone/>
            </a:pPr>
            <a:r>
              <a:rPr lang="en-US" altLang="zh-TW" sz="1800" dirty="0"/>
              <a:t> jQuery</a:t>
            </a:r>
          </a:p>
          <a:p>
            <a:pPr marL="0" indent="0">
              <a:buNone/>
            </a:pPr>
            <a:r>
              <a:rPr lang="en-US" altLang="zh-TW" sz="1800" dirty="0"/>
              <a:t>$('.hello').remove();</a:t>
            </a:r>
          </a:p>
          <a:p>
            <a:pPr marL="0" indent="0">
              <a:buNone/>
            </a:pPr>
            <a:endParaRPr lang="en-US" altLang="zh-TW" sz="1800" dirty="0"/>
          </a:p>
          <a:p>
            <a:pPr marL="0" indent="0">
              <a:buNone/>
            </a:pPr>
            <a:r>
              <a:rPr lang="en-US" altLang="zh-TW" sz="1800" dirty="0"/>
              <a:t>// </a:t>
            </a:r>
            <a:r>
              <a:rPr lang="zh-TW" altLang="en-US" sz="1800" dirty="0"/>
              <a:t>結果</a:t>
            </a:r>
          </a:p>
          <a:p>
            <a:pPr marL="0" indent="0">
              <a:buNone/>
            </a:pPr>
            <a:r>
              <a:rPr lang="en-US" altLang="zh-TW" sz="1800" dirty="0"/>
              <a:t>&lt;div class="container"&gt;</a:t>
            </a:r>
          </a:p>
          <a:p>
            <a:pPr marL="0" indent="0">
              <a:buNone/>
            </a:pPr>
            <a:r>
              <a:rPr lang="en-US" altLang="zh-TW" sz="1800" dirty="0"/>
              <a:t>  &lt;div class="goodbye"&gt;Goodbye&lt;/div&gt;</a:t>
            </a:r>
          </a:p>
          <a:p>
            <a:pPr marL="0" indent="0">
              <a:buNone/>
            </a:pPr>
            <a:r>
              <a:rPr lang="en-US" altLang="zh-TW" sz="1800" dirty="0"/>
              <a:t>&lt;/div&gt;</a:t>
            </a:r>
            <a:endParaRPr lang="zh-TW" altLang="en-US" sz="1800" dirty="0"/>
          </a:p>
        </p:txBody>
      </p:sp>
      <p:sp>
        <p:nvSpPr>
          <p:cNvPr id="5" name="文字方塊 4">
            <a:extLst>
              <a:ext uri="{FF2B5EF4-FFF2-40B4-BE49-F238E27FC236}">
                <a16:creationId xmlns:a16="http://schemas.microsoft.com/office/drawing/2014/main" id="{37F301EC-D8D6-436A-B75A-FB208618ACA6}"/>
              </a:ext>
            </a:extLst>
          </p:cNvPr>
          <p:cNvSpPr txBox="1"/>
          <p:nvPr/>
        </p:nvSpPr>
        <p:spPr>
          <a:xfrm>
            <a:off x="2959391" y="3517594"/>
            <a:ext cx="5760640" cy="830997"/>
          </a:xfrm>
          <a:prstGeom prst="rect">
            <a:avLst/>
          </a:prstGeom>
          <a:noFill/>
          <a:ln>
            <a:solidFill>
              <a:schemeClr val="tx1"/>
            </a:solidFill>
          </a:ln>
        </p:spPr>
        <p:txBody>
          <a:bodyPr wrap="square">
            <a:spAutoFit/>
          </a:bodyPr>
          <a:lstStyle/>
          <a:p>
            <a:r>
              <a:rPr lang="en-US" altLang="zh-TW" dirty="0">
                <a:solidFill>
                  <a:srgbClr val="CC0000"/>
                </a:solidFill>
              </a:rPr>
              <a:t>// </a:t>
            </a:r>
            <a:r>
              <a:rPr lang="zh-TW" altLang="en-US" dirty="0">
                <a:solidFill>
                  <a:srgbClr val="CC0000"/>
                </a:solidFill>
              </a:rPr>
              <a:t>我們也可以多帶入一個 </a:t>
            </a:r>
            <a:r>
              <a:rPr lang="en-US" altLang="zh-TW" dirty="0">
                <a:solidFill>
                  <a:srgbClr val="CC0000"/>
                </a:solidFill>
              </a:rPr>
              <a:t>selector </a:t>
            </a:r>
            <a:r>
              <a:rPr lang="zh-TW" altLang="en-US" dirty="0">
                <a:solidFill>
                  <a:srgbClr val="CC0000"/>
                </a:solidFill>
              </a:rPr>
              <a:t>參數，來過濾匹配到的元素</a:t>
            </a:r>
          </a:p>
          <a:p>
            <a:r>
              <a:rPr lang="en-US" altLang="zh-TW" dirty="0">
                <a:solidFill>
                  <a:srgbClr val="CC0000"/>
                </a:solidFill>
              </a:rPr>
              <a:t>// </a:t>
            </a:r>
            <a:r>
              <a:rPr lang="zh-TW" altLang="en-US" dirty="0">
                <a:solidFill>
                  <a:srgbClr val="CC0000"/>
                </a:solidFill>
              </a:rPr>
              <a:t>例如這樣寫會得到一樣的結果</a:t>
            </a:r>
          </a:p>
          <a:p>
            <a:r>
              <a:rPr lang="en-US" altLang="zh-TW" dirty="0">
                <a:solidFill>
                  <a:srgbClr val="0000FF"/>
                </a:solidFill>
              </a:rPr>
              <a:t>$('div').remove('.hello');</a:t>
            </a:r>
            <a:endParaRPr lang="zh-TW" altLang="en-US" dirty="0">
              <a:solidFill>
                <a:srgbClr val="0000FF"/>
              </a:solidFill>
            </a:endParaRPr>
          </a:p>
        </p:txBody>
      </p:sp>
    </p:spTree>
    <p:extLst>
      <p:ext uri="{BB962C8B-B14F-4D97-AF65-F5344CB8AC3E}">
        <p14:creationId xmlns:p14="http://schemas.microsoft.com/office/powerpoint/2010/main" val="3231934318"/>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C4B6E58-A160-4C07-A570-020533C93DC5}"/>
              </a:ext>
            </a:extLst>
          </p:cNvPr>
          <p:cNvSpPr>
            <a:spLocks noGrp="1"/>
          </p:cNvSpPr>
          <p:nvPr>
            <p:ph type="title"/>
          </p:nvPr>
        </p:nvSpPr>
        <p:spPr>
          <a:xfrm>
            <a:off x="683568" y="476672"/>
            <a:ext cx="8229600" cy="792162"/>
          </a:xfrm>
        </p:spPr>
        <p:txBody>
          <a:bodyPr/>
          <a:lstStyle/>
          <a:p>
            <a:r>
              <a:rPr lang="en-US" altLang="zh-TW" dirty="0"/>
              <a:t>jQuery DOM </a:t>
            </a:r>
            <a:r>
              <a:rPr lang="zh-TW" altLang="en-US" dirty="0"/>
              <a:t>操作</a:t>
            </a:r>
            <a:r>
              <a:rPr lang="en-US" altLang="zh-TW" dirty="0"/>
              <a:t>(10)</a:t>
            </a:r>
            <a:endParaRPr lang="zh-TW" altLang="en-US" dirty="0"/>
          </a:p>
        </p:txBody>
      </p:sp>
      <p:sp>
        <p:nvSpPr>
          <p:cNvPr id="3" name="文字版面配置區 2">
            <a:extLst>
              <a:ext uri="{FF2B5EF4-FFF2-40B4-BE49-F238E27FC236}">
                <a16:creationId xmlns:a16="http://schemas.microsoft.com/office/drawing/2014/main" id="{8559A706-E73A-4BFF-A43B-51F0DF535468}"/>
              </a:ext>
            </a:extLst>
          </p:cNvPr>
          <p:cNvSpPr>
            <a:spLocks noGrp="1"/>
          </p:cNvSpPr>
          <p:nvPr>
            <p:ph type="body" idx="1"/>
          </p:nvPr>
        </p:nvSpPr>
        <p:spPr>
          <a:xfrm>
            <a:off x="457200" y="1196752"/>
            <a:ext cx="8229600" cy="5400600"/>
          </a:xfrm>
        </p:spPr>
        <p:txBody>
          <a:bodyPr/>
          <a:lstStyle/>
          <a:p>
            <a:r>
              <a:rPr lang="en-US" altLang="zh-TW" sz="2400" dirty="0"/>
              <a:t>.clone([true]) - </a:t>
            </a:r>
            <a:r>
              <a:rPr lang="zh-TW" altLang="en-US" sz="2400" dirty="0"/>
              <a:t>複製匹配元素的副本</a:t>
            </a:r>
            <a:endParaRPr lang="en-US" altLang="zh-TW" sz="2400" dirty="0"/>
          </a:p>
          <a:p>
            <a:pPr marL="0" indent="0">
              <a:buNone/>
            </a:pPr>
            <a:r>
              <a:rPr lang="en-US" altLang="zh-TW" sz="1800" dirty="0"/>
              <a:t>HTML</a:t>
            </a:r>
          </a:p>
          <a:p>
            <a:pPr marL="0" indent="0">
              <a:buNone/>
            </a:pPr>
            <a:r>
              <a:rPr lang="en-US" altLang="zh-TW" sz="1800" dirty="0"/>
              <a:t>&lt;div class="container"&gt;</a:t>
            </a:r>
          </a:p>
          <a:p>
            <a:pPr marL="0" indent="0">
              <a:buNone/>
            </a:pPr>
            <a:r>
              <a:rPr lang="en-US" altLang="zh-TW" sz="1800" dirty="0"/>
              <a:t>  &lt;div class="hello"&gt;Hello&lt;/div&gt;</a:t>
            </a:r>
          </a:p>
          <a:p>
            <a:pPr marL="0" indent="0">
              <a:buNone/>
            </a:pPr>
            <a:r>
              <a:rPr lang="en-US" altLang="zh-TW" sz="1800" dirty="0"/>
              <a:t>  &lt;div class="goodbye"&gt;Goodbye&lt;/div&gt;</a:t>
            </a:r>
          </a:p>
          <a:p>
            <a:pPr marL="0" indent="0">
              <a:buNone/>
            </a:pPr>
            <a:r>
              <a:rPr lang="en-US" altLang="zh-TW" sz="1800" dirty="0"/>
              <a:t>&lt;/div&gt;</a:t>
            </a:r>
          </a:p>
          <a:p>
            <a:pPr marL="0" indent="0">
              <a:buNone/>
            </a:pPr>
            <a:r>
              <a:rPr lang="en-US" altLang="zh-TW" sz="1800" dirty="0"/>
              <a:t> jQuery</a:t>
            </a:r>
          </a:p>
          <a:p>
            <a:pPr marL="0" indent="0">
              <a:buNone/>
            </a:pPr>
            <a:r>
              <a:rPr lang="en-US" altLang="zh-TW" sz="1800" dirty="0"/>
              <a:t>     $('.hello').clone().</a:t>
            </a:r>
            <a:r>
              <a:rPr lang="en-US" altLang="zh-TW" sz="1800" dirty="0" err="1"/>
              <a:t>appendTo</a:t>
            </a:r>
            <a:r>
              <a:rPr lang="en-US" altLang="zh-TW" sz="1800" dirty="0"/>
              <a:t>('.goodbye');</a:t>
            </a:r>
          </a:p>
          <a:p>
            <a:pPr marL="0" indent="0">
              <a:buNone/>
            </a:pPr>
            <a:r>
              <a:rPr lang="zh-TW" altLang="en-US" sz="1800" dirty="0"/>
              <a:t>結果</a:t>
            </a:r>
          </a:p>
          <a:p>
            <a:pPr marL="0" indent="0">
              <a:buNone/>
            </a:pPr>
            <a:r>
              <a:rPr lang="en-US" altLang="zh-TW" sz="1800" dirty="0"/>
              <a:t>&lt;div class="container"&gt;</a:t>
            </a:r>
          </a:p>
          <a:p>
            <a:pPr marL="0" indent="0">
              <a:buNone/>
            </a:pPr>
            <a:r>
              <a:rPr lang="en-US" altLang="zh-TW" sz="1800" dirty="0"/>
              <a:t>  </a:t>
            </a:r>
            <a:r>
              <a:rPr lang="en-US" altLang="zh-TW" sz="1800" dirty="0">
                <a:solidFill>
                  <a:srgbClr val="CC0000"/>
                </a:solidFill>
              </a:rPr>
              <a:t>&lt;div class="hello"&gt;Hello&lt;/div&gt;</a:t>
            </a:r>
          </a:p>
          <a:p>
            <a:pPr marL="0" indent="0">
              <a:buNone/>
            </a:pPr>
            <a:r>
              <a:rPr lang="en-US" altLang="zh-TW" sz="1800" dirty="0"/>
              <a:t>  &lt;div class="goodbye"&gt;</a:t>
            </a:r>
          </a:p>
          <a:p>
            <a:pPr marL="0" indent="0">
              <a:buNone/>
            </a:pPr>
            <a:r>
              <a:rPr lang="en-US" altLang="zh-TW" sz="1800" dirty="0"/>
              <a:t>    Goodbye</a:t>
            </a:r>
          </a:p>
          <a:p>
            <a:pPr marL="0" indent="0">
              <a:buNone/>
            </a:pPr>
            <a:r>
              <a:rPr lang="en-US" altLang="zh-TW" sz="1800" dirty="0"/>
              <a:t>    </a:t>
            </a:r>
            <a:r>
              <a:rPr lang="en-US" altLang="zh-TW" sz="1800" dirty="0">
                <a:solidFill>
                  <a:srgbClr val="CC0000"/>
                </a:solidFill>
              </a:rPr>
              <a:t>&lt;div class="hello"&gt;Hello&lt;/div&gt;</a:t>
            </a:r>
          </a:p>
          <a:p>
            <a:pPr marL="0" indent="0">
              <a:buNone/>
            </a:pPr>
            <a:r>
              <a:rPr lang="en-US" altLang="zh-TW" sz="1800" dirty="0"/>
              <a:t>  &lt;/div&gt;</a:t>
            </a:r>
          </a:p>
          <a:p>
            <a:pPr marL="0" indent="0">
              <a:buNone/>
            </a:pPr>
            <a:r>
              <a:rPr lang="en-US" altLang="zh-TW" sz="1800" dirty="0"/>
              <a:t>&lt;/div&gt;</a:t>
            </a:r>
            <a:endParaRPr lang="zh-TW" altLang="en-US" sz="1800" dirty="0"/>
          </a:p>
        </p:txBody>
      </p:sp>
    </p:spTree>
    <p:extLst>
      <p:ext uri="{BB962C8B-B14F-4D97-AF65-F5344CB8AC3E}">
        <p14:creationId xmlns:p14="http://schemas.microsoft.com/office/powerpoint/2010/main" val="2139476336"/>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EDB7C21-854D-49C1-A558-E6CD3DD9667D}"/>
              </a:ext>
            </a:extLst>
          </p:cNvPr>
          <p:cNvSpPr>
            <a:spLocks noGrp="1"/>
          </p:cNvSpPr>
          <p:nvPr>
            <p:ph type="title"/>
          </p:nvPr>
        </p:nvSpPr>
        <p:spPr>
          <a:xfrm>
            <a:off x="539552" y="548680"/>
            <a:ext cx="8229600" cy="720080"/>
          </a:xfrm>
        </p:spPr>
        <p:txBody>
          <a:bodyPr/>
          <a:lstStyle/>
          <a:p>
            <a:r>
              <a:rPr lang="en-US" altLang="zh-TW" sz="3200" dirty="0"/>
              <a:t>jQuery - </a:t>
            </a:r>
            <a:r>
              <a:rPr lang="zh-TW" altLang="en-US" sz="3200" dirty="0"/>
              <a:t>添加 </a:t>
            </a:r>
            <a:r>
              <a:rPr lang="en-US" altLang="zh-TW" sz="3200" dirty="0"/>
              <a:t>CSS </a:t>
            </a:r>
            <a:r>
              <a:rPr lang="zh-TW" altLang="en-US" sz="3200" dirty="0"/>
              <a:t>類別</a:t>
            </a:r>
          </a:p>
        </p:txBody>
      </p:sp>
      <p:sp>
        <p:nvSpPr>
          <p:cNvPr id="3" name="文字版面配置區 2">
            <a:extLst>
              <a:ext uri="{FF2B5EF4-FFF2-40B4-BE49-F238E27FC236}">
                <a16:creationId xmlns:a16="http://schemas.microsoft.com/office/drawing/2014/main" id="{26923623-265F-49F0-987E-B8B8A40AE6B7}"/>
              </a:ext>
            </a:extLst>
          </p:cNvPr>
          <p:cNvSpPr>
            <a:spLocks noGrp="1"/>
          </p:cNvSpPr>
          <p:nvPr>
            <p:ph type="body" idx="1"/>
          </p:nvPr>
        </p:nvSpPr>
        <p:spPr>
          <a:xfrm>
            <a:off x="107504" y="1268760"/>
            <a:ext cx="8064896" cy="5112568"/>
          </a:xfrm>
        </p:spPr>
        <p:txBody>
          <a:bodyPr/>
          <a:lstStyle/>
          <a:p>
            <a:r>
              <a:rPr lang="en-US" altLang="zh-TW" sz="2400" dirty="0"/>
              <a:t>jQuery </a:t>
            </a:r>
            <a:r>
              <a:rPr lang="zh-TW" altLang="en-US" sz="2400" dirty="0"/>
              <a:t>提供</a:t>
            </a:r>
            <a:r>
              <a:rPr lang="en-US" altLang="zh-TW" sz="2400" dirty="0" err="1"/>
              <a:t>addClass</a:t>
            </a:r>
            <a:r>
              <a:rPr lang="en-US" altLang="zh-TW" sz="2400" dirty="0"/>
              <a:t>()</a:t>
            </a:r>
            <a:r>
              <a:rPr lang="zh-TW" altLang="en-US" sz="2400" dirty="0"/>
              <a:t>方法將 </a:t>
            </a:r>
            <a:r>
              <a:rPr lang="en-US" altLang="zh-TW" sz="2400" dirty="0"/>
              <a:t>CSS </a:t>
            </a:r>
            <a:r>
              <a:rPr lang="zh-TW" altLang="en-US" sz="2400" dirty="0"/>
              <a:t>類別添加到匹配的 </a:t>
            </a:r>
            <a:r>
              <a:rPr lang="en-US" altLang="zh-TW" sz="2400" dirty="0"/>
              <a:t>HTML </a:t>
            </a:r>
            <a:r>
              <a:rPr lang="zh-TW" altLang="en-US" sz="2400" dirty="0"/>
              <a:t>元素</a:t>
            </a:r>
            <a:endParaRPr lang="en-US" altLang="zh-TW" sz="2400" dirty="0"/>
          </a:p>
          <a:p>
            <a:pPr marL="0" indent="0">
              <a:buNone/>
            </a:pPr>
            <a:r>
              <a:rPr lang="en-US" altLang="zh-TW" sz="1800" dirty="0"/>
              <a:t>&lt;style&gt;</a:t>
            </a:r>
          </a:p>
          <a:p>
            <a:pPr marL="0" indent="0">
              <a:buNone/>
            </a:pPr>
            <a:r>
              <a:rPr lang="en-US" altLang="zh-TW" sz="1800" dirty="0"/>
              <a:t>   .big{ font-weight: bold; font-size:20px; }</a:t>
            </a:r>
          </a:p>
          <a:p>
            <a:pPr marL="0" indent="0">
              <a:buNone/>
            </a:pPr>
            <a:r>
              <a:rPr lang="en-US" altLang="zh-TW" sz="1800" dirty="0"/>
              <a:t>   .small{ font-weight: normal; font-size:10px; }</a:t>
            </a:r>
          </a:p>
          <a:p>
            <a:pPr marL="0" indent="0">
              <a:buNone/>
            </a:pPr>
            <a:r>
              <a:rPr lang="en-US" altLang="zh-TW" sz="1800" dirty="0"/>
              <a:t>&lt;/style&gt;</a:t>
            </a:r>
          </a:p>
          <a:p>
            <a:pPr marL="0" indent="0">
              <a:buNone/>
            </a:pPr>
            <a:r>
              <a:rPr lang="en-US" altLang="zh-TW" sz="1800" dirty="0"/>
              <a:t>&lt;body&gt;</a:t>
            </a:r>
          </a:p>
          <a:p>
            <a:pPr marL="0" indent="0">
              <a:buNone/>
            </a:pPr>
            <a:r>
              <a:rPr lang="en-US" altLang="zh-TW" sz="1800" dirty="0"/>
              <a:t>&lt;div class="container"&gt;</a:t>
            </a:r>
          </a:p>
          <a:p>
            <a:pPr marL="0" indent="0">
              <a:buNone/>
            </a:pPr>
            <a:r>
              <a:rPr lang="en-US" altLang="zh-TW" sz="1800" dirty="0"/>
              <a:t>   &lt;h2&gt;jQuery </a:t>
            </a:r>
            <a:r>
              <a:rPr lang="en-US" altLang="zh-TW" sz="1800" dirty="0" err="1"/>
              <a:t>addClass</a:t>
            </a:r>
            <a:r>
              <a:rPr lang="en-US" altLang="zh-TW" sz="1800" dirty="0"/>
              <a:t>() Method&lt;/h2&gt;</a:t>
            </a:r>
          </a:p>
          <a:p>
            <a:pPr marL="0" indent="0">
              <a:buNone/>
            </a:pPr>
            <a:r>
              <a:rPr lang="en-US" altLang="zh-TW" sz="1800" dirty="0"/>
              <a:t>   &lt;div class="hello"&gt;Hello&lt;/div&gt;</a:t>
            </a:r>
          </a:p>
          <a:p>
            <a:pPr marL="0" indent="0">
              <a:buNone/>
            </a:pPr>
            <a:r>
              <a:rPr lang="en-US" altLang="zh-TW" sz="1800" dirty="0"/>
              <a:t>   &lt;div class="goodbye"&gt;Goodbye&lt;/div&gt;</a:t>
            </a:r>
          </a:p>
          <a:p>
            <a:pPr marL="0" indent="0">
              <a:buNone/>
            </a:pPr>
            <a:r>
              <a:rPr lang="en-US" altLang="zh-TW" sz="1800" dirty="0"/>
              <a:t>&lt;/div&gt;</a:t>
            </a:r>
          </a:p>
          <a:p>
            <a:pPr marL="0" indent="0">
              <a:buNone/>
            </a:pPr>
            <a:r>
              <a:rPr lang="en-US" altLang="zh-TW" sz="1800" dirty="0"/>
              <a:t>&lt;/body&gt;</a:t>
            </a:r>
            <a:endParaRPr lang="zh-TW" altLang="en-US" sz="1800" dirty="0"/>
          </a:p>
        </p:txBody>
      </p:sp>
      <p:sp>
        <p:nvSpPr>
          <p:cNvPr id="5" name="文字方塊 4">
            <a:extLst>
              <a:ext uri="{FF2B5EF4-FFF2-40B4-BE49-F238E27FC236}">
                <a16:creationId xmlns:a16="http://schemas.microsoft.com/office/drawing/2014/main" id="{94327219-4869-4D72-B7BA-65D4921BD421}"/>
              </a:ext>
            </a:extLst>
          </p:cNvPr>
          <p:cNvSpPr txBox="1"/>
          <p:nvPr/>
        </p:nvSpPr>
        <p:spPr>
          <a:xfrm>
            <a:off x="1331640" y="5157192"/>
            <a:ext cx="4572000" cy="707886"/>
          </a:xfrm>
          <a:prstGeom prst="rect">
            <a:avLst/>
          </a:prstGeom>
          <a:noFill/>
          <a:ln>
            <a:solidFill>
              <a:srgbClr val="CC0000"/>
            </a:solidFill>
          </a:ln>
        </p:spPr>
        <p:txBody>
          <a:bodyPr wrap="square">
            <a:spAutoFit/>
          </a:bodyPr>
          <a:lstStyle/>
          <a:p>
            <a:r>
              <a:rPr lang="en-US" altLang="zh-TW" sz="2000" b="0" i="0" dirty="0">
                <a:solidFill>
                  <a:srgbClr val="DD4A68"/>
                </a:solidFill>
                <a:effectLst/>
                <a:latin typeface="Liberation Mono"/>
              </a:rPr>
              <a:t>$</a:t>
            </a:r>
            <a:r>
              <a:rPr lang="en-US" altLang="zh-TW" sz="2000" b="0" i="0" dirty="0">
                <a:solidFill>
                  <a:srgbClr val="999999"/>
                </a:solidFill>
                <a:effectLst/>
                <a:latin typeface="Liberation Mono"/>
              </a:rPr>
              <a:t>(</a:t>
            </a:r>
            <a:r>
              <a:rPr lang="en-US" altLang="zh-TW" sz="2000" b="0" i="0" dirty="0">
                <a:solidFill>
                  <a:srgbClr val="000000"/>
                </a:solidFill>
                <a:effectLst/>
                <a:latin typeface="Liberation Mono"/>
              </a:rPr>
              <a:t> </a:t>
            </a:r>
            <a:r>
              <a:rPr lang="en-US" altLang="zh-TW" sz="2000" b="0" i="0" dirty="0">
                <a:solidFill>
                  <a:srgbClr val="039624"/>
                </a:solidFill>
                <a:effectLst/>
                <a:latin typeface="Liberation Mono"/>
              </a:rPr>
              <a:t>".hello"</a:t>
            </a:r>
            <a:r>
              <a:rPr lang="en-US" altLang="zh-TW" sz="2000" b="0" i="0" dirty="0">
                <a:solidFill>
                  <a:srgbClr val="000000"/>
                </a:solidFill>
                <a:effectLst/>
                <a:latin typeface="Liberation Mono"/>
              </a:rPr>
              <a:t> </a:t>
            </a:r>
            <a:r>
              <a:rPr lang="en-US" altLang="zh-TW" sz="2000" b="0" i="0" dirty="0">
                <a:solidFill>
                  <a:srgbClr val="999999"/>
                </a:solidFill>
                <a:effectLst/>
                <a:latin typeface="Liberation Mono"/>
              </a:rPr>
              <a:t>).</a:t>
            </a:r>
            <a:r>
              <a:rPr lang="en-US" altLang="zh-TW" sz="2000" b="0" i="0" dirty="0" err="1">
                <a:solidFill>
                  <a:srgbClr val="DD4A68"/>
                </a:solidFill>
                <a:effectLst/>
                <a:latin typeface="Liberation Mono"/>
              </a:rPr>
              <a:t>addClass</a:t>
            </a:r>
            <a:r>
              <a:rPr lang="en-US" altLang="zh-TW" sz="2000" b="0" i="0" dirty="0">
                <a:solidFill>
                  <a:srgbClr val="999999"/>
                </a:solidFill>
                <a:effectLst/>
                <a:latin typeface="Liberation Mono"/>
              </a:rPr>
              <a:t>(</a:t>
            </a:r>
            <a:r>
              <a:rPr lang="en-US" altLang="zh-TW" sz="2000" b="0" i="0" dirty="0">
                <a:solidFill>
                  <a:srgbClr val="039624"/>
                </a:solidFill>
                <a:effectLst/>
                <a:latin typeface="Liberation Mono"/>
              </a:rPr>
              <a:t>"big"</a:t>
            </a:r>
            <a:r>
              <a:rPr lang="en-US" altLang="zh-TW" sz="2000" b="0" i="0" dirty="0">
                <a:solidFill>
                  <a:srgbClr val="000000"/>
                </a:solidFill>
                <a:effectLst/>
                <a:latin typeface="Liberation Mono"/>
              </a:rPr>
              <a:t> </a:t>
            </a:r>
            <a:r>
              <a:rPr lang="en-US" altLang="zh-TW" sz="2000" b="0" i="0" dirty="0">
                <a:solidFill>
                  <a:srgbClr val="999999"/>
                </a:solidFill>
                <a:effectLst/>
                <a:latin typeface="Liberation Mono"/>
              </a:rPr>
              <a:t>);</a:t>
            </a:r>
            <a:r>
              <a:rPr lang="en-US" altLang="zh-TW" sz="2000" b="0" i="0" dirty="0">
                <a:solidFill>
                  <a:srgbClr val="000000"/>
                </a:solidFill>
                <a:effectLst/>
                <a:latin typeface="Liberation Mono"/>
              </a:rPr>
              <a:t> </a:t>
            </a:r>
            <a:r>
              <a:rPr lang="en-US" altLang="zh-TW" sz="2000" b="0" i="0" dirty="0">
                <a:solidFill>
                  <a:srgbClr val="DD4A68"/>
                </a:solidFill>
                <a:effectLst/>
                <a:latin typeface="Liberation Mono"/>
              </a:rPr>
              <a:t>$</a:t>
            </a:r>
            <a:r>
              <a:rPr lang="en-US" altLang="zh-TW" sz="2000" b="0" i="0" dirty="0">
                <a:solidFill>
                  <a:srgbClr val="999999"/>
                </a:solidFill>
                <a:effectLst/>
                <a:latin typeface="Liberation Mono"/>
              </a:rPr>
              <a:t>(</a:t>
            </a:r>
            <a:r>
              <a:rPr lang="en-US" altLang="zh-TW" sz="2000" b="0" i="0" dirty="0">
                <a:solidFill>
                  <a:srgbClr val="000000"/>
                </a:solidFill>
                <a:effectLst/>
                <a:latin typeface="Liberation Mono"/>
              </a:rPr>
              <a:t> </a:t>
            </a:r>
            <a:r>
              <a:rPr lang="en-US" altLang="zh-TW" sz="2000" b="0" i="0" dirty="0">
                <a:solidFill>
                  <a:srgbClr val="039624"/>
                </a:solidFill>
                <a:effectLst/>
                <a:latin typeface="Liberation Mono"/>
              </a:rPr>
              <a:t>".goodbye"</a:t>
            </a:r>
            <a:r>
              <a:rPr lang="en-US" altLang="zh-TW" sz="2000" b="0" i="0" dirty="0">
                <a:solidFill>
                  <a:srgbClr val="000000"/>
                </a:solidFill>
                <a:effectLst/>
                <a:latin typeface="Liberation Mono"/>
              </a:rPr>
              <a:t> </a:t>
            </a:r>
            <a:r>
              <a:rPr lang="en-US" altLang="zh-TW" sz="2000" b="0" i="0" dirty="0">
                <a:solidFill>
                  <a:srgbClr val="999999"/>
                </a:solidFill>
                <a:effectLst/>
                <a:latin typeface="Liberation Mono"/>
              </a:rPr>
              <a:t>).</a:t>
            </a:r>
            <a:r>
              <a:rPr lang="en-US" altLang="zh-TW" sz="2000" b="0" i="0" dirty="0" err="1">
                <a:solidFill>
                  <a:srgbClr val="DD4A68"/>
                </a:solidFill>
                <a:effectLst/>
                <a:latin typeface="Liberation Mono"/>
              </a:rPr>
              <a:t>addClass</a:t>
            </a:r>
            <a:r>
              <a:rPr lang="en-US" altLang="zh-TW" sz="2000" b="0" i="0" dirty="0">
                <a:solidFill>
                  <a:srgbClr val="999999"/>
                </a:solidFill>
                <a:effectLst/>
                <a:latin typeface="Liberation Mono"/>
              </a:rPr>
              <a:t>(</a:t>
            </a:r>
            <a:r>
              <a:rPr lang="en-US" altLang="zh-TW" sz="2000" b="0" i="0" dirty="0">
                <a:solidFill>
                  <a:srgbClr val="039624"/>
                </a:solidFill>
                <a:effectLst/>
                <a:latin typeface="Liberation Mono"/>
              </a:rPr>
              <a:t>"small"</a:t>
            </a:r>
            <a:r>
              <a:rPr lang="en-US" altLang="zh-TW" sz="2000" b="0" i="0" dirty="0">
                <a:solidFill>
                  <a:srgbClr val="000000"/>
                </a:solidFill>
                <a:effectLst/>
                <a:latin typeface="Liberation Mono"/>
              </a:rPr>
              <a:t> </a:t>
            </a:r>
            <a:r>
              <a:rPr lang="en-US" altLang="zh-TW" sz="2000" b="0" i="0" dirty="0">
                <a:solidFill>
                  <a:srgbClr val="999999"/>
                </a:solidFill>
                <a:effectLst/>
                <a:latin typeface="Liberation Mono"/>
              </a:rPr>
              <a:t>);</a:t>
            </a:r>
            <a:endParaRPr lang="zh-TW" altLang="en-US" sz="2000" dirty="0"/>
          </a:p>
        </p:txBody>
      </p:sp>
      <p:sp>
        <p:nvSpPr>
          <p:cNvPr id="7" name="文字方塊 6">
            <a:extLst>
              <a:ext uri="{FF2B5EF4-FFF2-40B4-BE49-F238E27FC236}">
                <a16:creationId xmlns:a16="http://schemas.microsoft.com/office/drawing/2014/main" id="{85C474DA-7187-4AC2-90B1-2286796EFF89}"/>
              </a:ext>
            </a:extLst>
          </p:cNvPr>
          <p:cNvSpPr txBox="1"/>
          <p:nvPr/>
        </p:nvSpPr>
        <p:spPr>
          <a:xfrm>
            <a:off x="1259632" y="5949280"/>
            <a:ext cx="7586500" cy="646331"/>
          </a:xfrm>
          <a:prstGeom prst="rect">
            <a:avLst/>
          </a:prstGeom>
          <a:noFill/>
        </p:spPr>
        <p:txBody>
          <a:bodyPr wrap="square">
            <a:spAutoFit/>
          </a:bodyPr>
          <a:lstStyle/>
          <a:p>
            <a:r>
              <a:rPr lang="zh-TW" altLang="en-US" sz="1800" b="0" i="0" dirty="0">
                <a:solidFill>
                  <a:srgbClr val="9A6E3A"/>
                </a:solidFill>
                <a:effectLst/>
                <a:latin typeface="Liberation Mono"/>
              </a:rPr>
              <a:t>結果</a:t>
            </a:r>
            <a:endParaRPr lang="en-US" altLang="zh-TW" sz="1800" b="0" i="0" dirty="0">
              <a:solidFill>
                <a:srgbClr val="9A6E3A"/>
              </a:solidFill>
              <a:effectLst/>
              <a:latin typeface="Liberation Mono"/>
            </a:endParaRPr>
          </a:p>
          <a:p>
            <a:r>
              <a:rPr lang="en-US" altLang="zh-TW" sz="1800" b="0" i="0" dirty="0">
                <a:solidFill>
                  <a:srgbClr val="9A6E3A"/>
                </a:solidFill>
                <a:effectLst/>
                <a:latin typeface="Liberation Mono"/>
              </a:rPr>
              <a:t>&lt;</a:t>
            </a:r>
            <a:r>
              <a:rPr lang="en-US" altLang="zh-TW" sz="1800" b="0" i="0" dirty="0">
                <a:solidFill>
                  <a:srgbClr val="000000"/>
                </a:solidFill>
                <a:effectLst/>
                <a:latin typeface="Liberation Mono"/>
              </a:rPr>
              <a:t>div </a:t>
            </a:r>
            <a:r>
              <a:rPr lang="en-US" altLang="zh-TW" sz="1800" b="0" i="0" dirty="0">
                <a:solidFill>
                  <a:srgbClr val="0714B7"/>
                </a:solidFill>
                <a:effectLst/>
                <a:latin typeface="Liberation Mono"/>
              </a:rPr>
              <a:t>class</a:t>
            </a:r>
            <a:r>
              <a:rPr lang="en-US" altLang="zh-TW" sz="1800" b="0" i="0" dirty="0">
                <a:solidFill>
                  <a:srgbClr val="9A6E3A"/>
                </a:solidFill>
                <a:effectLst/>
                <a:latin typeface="Liberation Mono"/>
              </a:rPr>
              <a:t>=</a:t>
            </a:r>
            <a:r>
              <a:rPr lang="en-US" altLang="zh-TW" sz="1800" b="0" i="0" dirty="0">
                <a:solidFill>
                  <a:srgbClr val="039624"/>
                </a:solidFill>
                <a:effectLst/>
                <a:latin typeface="Liberation Mono"/>
              </a:rPr>
              <a:t>"hello big"</a:t>
            </a:r>
            <a:r>
              <a:rPr lang="en-US" altLang="zh-TW" sz="1800" b="0" i="0" dirty="0">
                <a:solidFill>
                  <a:srgbClr val="9A6E3A"/>
                </a:solidFill>
                <a:effectLst/>
                <a:latin typeface="Liberation Mono"/>
              </a:rPr>
              <a:t>&gt;</a:t>
            </a:r>
            <a:r>
              <a:rPr lang="en-US" altLang="zh-TW" sz="1800" b="0" i="0" dirty="0">
                <a:solidFill>
                  <a:srgbClr val="000000"/>
                </a:solidFill>
                <a:effectLst/>
                <a:latin typeface="Liberation Mono"/>
              </a:rPr>
              <a:t>Hello</a:t>
            </a:r>
            <a:r>
              <a:rPr lang="en-US" altLang="zh-TW" sz="1800" b="0" i="0" dirty="0">
                <a:solidFill>
                  <a:srgbClr val="9A6E3A"/>
                </a:solidFill>
                <a:effectLst/>
                <a:latin typeface="Liberation Mono"/>
              </a:rPr>
              <a:t>&lt;/</a:t>
            </a:r>
            <a:r>
              <a:rPr lang="en-US" altLang="zh-TW" sz="1800" b="0" i="0" dirty="0">
                <a:solidFill>
                  <a:srgbClr val="000000"/>
                </a:solidFill>
                <a:effectLst/>
                <a:latin typeface="Liberation Mono"/>
              </a:rPr>
              <a:t>div</a:t>
            </a:r>
            <a:r>
              <a:rPr lang="en-US" altLang="zh-TW" sz="1800" b="0" i="0" dirty="0">
                <a:solidFill>
                  <a:srgbClr val="9A6E3A"/>
                </a:solidFill>
                <a:effectLst/>
                <a:latin typeface="Liberation Mono"/>
              </a:rPr>
              <a:t>&gt;</a:t>
            </a:r>
            <a:r>
              <a:rPr lang="en-US" altLang="zh-TW" sz="1800" b="0" i="0" dirty="0">
                <a:solidFill>
                  <a:srgbClr val="000000"/>
                </a:solidFill>
                <a:effectLst/>
                <a:latin typeface="Liberation Mono"/>
              </a:rPr>
              <a:t> </a:t>
            </a:r>
            <a:r>
              <a:rPr lang="en-US" altLang="zh-TW" sz="1800" b="0" i="0" dirty="0">
                <a:solidFill>
                  <a:srgbClr val="9A6E3A"/>
                </a:solidFill>
                <a:effectLst/>
                <a:latin typeface="Liberation Mono"/>
              </a:rPr>
              <a:t>&lt;</a:t>
            </a:r>
            <a:r>
              <a:rPr lang="en-US" altLang="zh-TW" sz="1800" b="0" i="0" dirty="0">
                <a:solidFill>
                  <a:srgbClr val="000000"/>
                </a:solidFill>
                <a:effectLst/>
                <a:latin typeface="Liberation Mono"/>
              </a:rPr>
              <a:t>div </a:t>
            </a:r>
            <a:r>
              <a:rPr lang="en-US" altLang="zh-TW" sz="1800" b="0" i="0" dirty="0">
                <a:solidFill>
                  <a:srgbClr val="0714B7"/>
                </a:solidFill>
                <a:effectLst/>
                <a:latin typeface="Liberation Mono"/>
              </a:rPr>
              <a:t>class</a:t>
            </a:r>
            <a:r>
              <a:rPr lang="en-US" altLang="zh-TW" sz="1800" b="0" i="0" dirty="0">
                <a:solidFill>
                  <a:srgbClr val="9A6E3A"/>
                </a:solidFill>
                <a:effectLst/>
                <a:latin typeface="Liberation Mono"/>
              </a:rPr>
              <a:t>=</a:t>
            </a:r>
            <a:r>
              <a:rPr lang="en-US" altLang="zh-TW" sz="1800" b="0" i="0" dirty="0">
                <a:solidFill>
                  <a:srgbClr val="039624"/>
                </a:solidFill>
                <a:effectLst/>
                <a:latin typeface="Liberation Mono"/>
              </a:rPr>
              <a:t>"goodbye small"</a:t>
            </a:r>
            <a:r>
              <a:rPr lang="en-US" altLang="zh-TW" sz="1800" b="0" i="0" dirty="0">
                <a:solidFill>
                  <a:srgbClr val="9A6E3A"/>
                </a:solidFill>
                <a:effectLst/>
                <a:latin typeface="Liberation Mono"/>
              </a:rPr>
              <a:t>&gt;</a:t>
            </a:r>
            <a:r>
              <a:rPr lang="en-US" altLang="zh-TW" sz="1800" b="0" i="0" dirty="0">
                <a:solidFill>
                  <a:srgbClr val="000000"/>
                </a:solidFill>
                <a:effectLst/>
                <a:latin typeface="Liberation Mono"/>
              </a:rPr>
              <a:t>Goodbye</a:t>
            </a:r>
            <a:r>
              <a:rPr lang="en-US" altLang="zh-TW" sz="1800" b="0" i="0" dirty="0">
                <a:solidFill>
                  <a:srgbClr val="9A6E3A"/>
                </a:solidFill>
                <a:effectLst/>
                <a:latin typeface="Liberation Mono"/>
              </a:rPr>
              <a:t>&lt;/</a:t>
            </a:r>
            <a:r>
              <a:rPr lang="en-US" altLang="zh-TW" sz="1800" b="0" i="0" dirty="0">
                <a:solidFill>
                  <a:srgbClr val="000000"/>
                </a:solidFill>
                <a:effectLst/>
                <a:latin typeface="Liberation Mono"/>
              </a:rPr>
              <a:t>div</a:t>
            </a:r>
            <a:r>
              <a:rPr lang="en-US" altLang="zh-TW" sz="1800" b="0" i="0" dirty="0">
                <a:solidFill>
                  <a:srgbClr val="9A6E3A"/>
                </a:solidFill>
                <a:effectLst/>
                <a:latin typeface="Liberation Mono"/>
              </a:rPr>
              <a:t>&gt;</a:t>
            </a:r>
            <a:endParaRPr lang="zh-TW" altLang="en-US" sz="1800" dirty="0"/>
          </a:p>
        </p:txBody>
      </p:sp>
    </p:spTree>
    <p:extLst>
      <p:ext uri="{BB962C8B-B14F-4D97-AF65-F5344CB8AC3E}">
        <p14:creationId xmlns:p14="http://schemas.microsoft.com/office/powerpoint/2010/main" val="1881151308"/>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EDB7C21-854D-49C1-A558-E6CD3DD9667D}"/>
              </a:ext>
            </a:extLst>
          </p:cNvPr>
          <p:cNvSpPr>
            <a:spLocks noGrp="1"/>
          </p:cNvSpPr>
          <p:nvPr>
            <p:ph type="title"/>
          </p:nvPr>
        </p:nvSpPr>
        <p:spPr>
          <a:xfrm>
            <a:off x="755576" y="498227"/>
            <a:ext cx="8229600" cy="720080"/>
          </a:xfrm>
        </p:spPr>
        <p:txBody>
          <a:bodyPr/>
          <a:lstStyle/>
          <a:p>
            <a:r>
              <a:rPr lang="en-US" altLang="zh-TW" sz="3200" dirty="0"/>
              <a:t>jQuery – </a:t>
            </a:r>
            <a:r>
              <a:rPr lang="zh-TW" altLang="en-US" sz="3200" dirty="0"/>
              <a:t>刪除 </a:t>
            </a:r>
            <a:r>
              <a:rPr lang="en-US" altLang="zh-TW" sz="3200" dirty="0"/>
              <a:t>CSS </a:t>
            </a:r>
            <a:r>
              <a:rPr lang="zh-TW" altLang="en-US" sz="3200" dirty="0"/>
              <a:t>類別</a:t>
            </a:r>
          </a:p>
        </p:txBody>
      </p:sp>
      <p:sp>
        <p:nvSpPr>
          <p:cNvPr id="3" name="文字版面配置區 2">
            <a:extLst>
              <a:ext uri="{FF2B5EF4-FFF2-40B4-BE49-F238E27FC236}">
                <a16:creationId xmlns:a16="http://schemas.microsoft.com/office/drawing/2014/main" id="{26923623-265F-49F0-987E-B8B8A40AE6B7}"/>
              </a:ext>
            </a:extLst>
          </p:cNvPr>
          <p:cNvSpPr>
            <a:spLocks noGrp="1"/>
          </p:cNvSpPr>
          <p:nvPr>
            <p:ph type="body" idx="1"/>
          </p:nvPr>
        </p:nvSpPr>
        <p:spPr>
          <a:xfrm>
            <a:off x="395536" y="1268760"/>
            <a:ext cx="8064896" cy="4680520"/>
          </a:xfrm>
        </p:spPr>
        <p:txBody>
          <a:bodyPr/>
          <a:lstStyle/>
          <a:p>
            <a:r>
              <a:rPr lang="en-US" altLang="zh-TW" sz="2400" dirty="0"/>
              <a:t>jQuery </a:t>
            </a:r>
            <a:r>
              <a:rPr lang="zh-TW" altLang="en-US" sz="2400" dirty="0"/>
              <a:t>提供</a:t>
            </a:r>
            <a:r>
              <a:rPr lang="en-US" altLang="zh-TW" sz="2400" dirty="0" err="1"/>
              <a:t>removeClass</a:t>
            </a:r>
            <a:r>
              <a:rPr lang="en-US" altLang="zh-TW" sz="2400" dirty="0"/>
              <a:t>()</a:t>
            </a:r>
            <a:r>
              <a:rPr lang="zh-TW" altLang="en-US" sz="2400" dirty="0"/>
              <a:t>方法將 </a:t>
            </a:r>
            <a:r>
              <a:rPr lang="en-US" altLang="zh-TW" sz="2400" dirty="0"/>
              <a:t>CSS </a:t>
            </a:r>
            <a:r>
              <a:rPr lang="zh-TW" altLang="en-US" sz="2400" dirty="0"/>
              <a:t>類別刪除匹配的 </a:t>
            </a:r>
            <a:r>
              <a:rPr lang="en-US" altLang="zh-TW" sz="2400" dirty="0"/>
              <a:t>HTML </a:t>
            </a:r>
            <a:r>
              <a:rPr lang="zh-TW" altLang="en-US" sz="2400" dirty="0"/>
              <a:t>元素</a:t>
            </a:r>
            <a:endParaRPr lang="en-US" altLang="zh-TW" sz="2400" dirty="0"/>
          </a:p>
          <a:p>
            <a:pPr marL="0" indent="0">
              <a:buNone/>
            </a:pPr>
            <a:r>
              <a:rPr lang="en-US" altLang="zh-TW" sz="1800" dirty="0"/>
              <a:t>&lt;style&gt;</a:t>
            </a:r>
          </a:p>
          <a:p>
            <a:pPr marL="0" indent="0">
              <a:buNone/>
            </a:pPr>
            <a:r>
              <a:rPr lang="en-US" altLang="zh-TW" sz="1800" dirty="0"/>
              <a:t>   .big{ font-weight: bold; font-size:20px; }</a:t>
            </a:r>
          </a:p>
          <a:p>
            <a:pPr marL="0" indent="0">
              <a:buNone/>
            </a:pPr>
            <a:r>
              <a:rPr lang="en-US" altLang="zh-TW" sz="1800" dirty="0"/>
              <a:t>   .small{ font-weight: normal; font-size:10px; }</a:t>
            </a:r>
          </a:p>
          <a:p>
            <a:pPr marL="0" indent="0">
              <a:buNone/>
            </a:pPr>
            <a:r>
              <a:rPr lang="en-US" altLang="zh-TW" sz="1800" dirty="0"/>
              <a:t>&lt;/style&gt;</a:t>
            </a:r>
          </a:p>
          <a:p>
            <a:pPr marL="0" indent="0">
              <a:buNone/>
            </a:pPr>
            <a:r>
              <a:rPr lang="en-US" altLang="zh-TW" sz="1800" dirty="0"/>
              <a:t>&lt;body&gt;</a:t>
            </a:r>
          </a:p>
          <a:p>
            <a:pPr marL="0" indent="0">
              <a:buNone/>
            </a:pPr>
            <a:r>
              <a:rPr lang="en-US" altLang="zh-TW" sz="1800" dirty="0"/>
              <a:t>&lt;div class="container"&gt;</a:t>
            </a:r>
          </a:p>
          <a:p>
            <a:pPr marL="0" indent="0">
              <a:buNone/>
            </a:pPr>
            <a:r>
              <a:rPr lang="en-US" altLang="zh-TW" sz="1800" dirty="0"/>
              <a:t>   &lt;h2&gt;jQuery </a:t>
            </a:r>
            <a:r>
              <a:rPr lang="en-US" altLang="zh-TW" sz="1800" dirty="0" err="1"/>
              <a:t>addClass</a:t>
            </a:r>
            <a:r>
              <a:rPr lang="en-US" altLang="zh-TW" sz="1800" dirty="0"/>
              <a:t>() Method&lt;/h2&gt;</a:t>
            </a:r>
          </a:p>
          <a:p>
            <a:pPr marL="0" indent="0">
              <a:buNone/>
            </a:pPr>
            <a:r>
              <a:rPr lang="en-US" altLang="zh-TW" sz="1800" dirty="0"/>
              <a:t>   &lt;div class="hello big"&gt;Hello&lt;/div&gt;</a:t>
            </a:r>
          </a:p>
          <a:p>
            <a:pPr marL="0" indent="0">
              <a:buNone/>
            </a:pPr>
            <a:r>
              <a:rPr lang="en-US" altLang="zh-TW" sz="1800" dirty="0"/>
              <a:t>   &lt;div class="goodbye small"&gt;Goodbye&lt;/div&gt;</a:t>
            </a:r>
          </a:p>
          <a:p>
            <a:pPr marL="0" indent="0">
              <a:buNone/>
            </a:pPr>
            <a:r>
              <a:rPr lang="en-US" altLang="zh-TW" sz="1800" dirty="0"/>
              <a:t>&lt;/div&gt;</a:t>
            </a:r>
          </a:p>
          <a:p>
            <a:pPr marL="0" indent="0">
              <a:buNone/>
            </a:pPr>
            <a:r>
              <a:rPr lang="en-US" altLang="zh-TW" sz="1800" dirty="0"/>
              <a:t>&lt;/body&gt;</a:t>
            </a:r>
            <a:endParaRPr lang="zh-TW" altLang="en-US" sz="1800" dirty="0"/>
          </a:p>
        </p:txBody>
      </p:sp>
      <p:sp>
        <p:nvSpPr>
          <p:cNvPr id="5" name="文字方塊 4">
            <a:extLst>
              <a:ext uri="{FF2B5EF4-FFF2-40B4-BE49-F238E27FC236}">
                <a16:creationId xmlns:a16="http://schemas.microsoft.com/office/drawing/2014/main" id="{94327219-4869-4D72-B7BA-65D4921BD421}"/>
              </a:ext>
            </a:extLst>
          </p:cNvPr>
          <p:cNvSpPr txBox="1"/>
          <p:nvPr/>
        </p:nvSpPr>
        <p:spPr>
          <a:xfrm>
            <a:off x="1979712" y="5159361"/>
            <a:ext cx="4572000" cy="707886"/>
          </a:xfrm>
          <a:prstGeom prst="rect">
            <a:avLst/>
          </a:prstGeom>
          <a:noFill/>
          <a:ln>
            <a:solidFill>
              <a:srgbClr val="CC0000"/>
            </a:solidFill>
          </a:ln>
        </p:spPr>
        <p:txBody>
          <a:bodyPr wrap="square">
            <a:spAutoFit/>
          </a:bodyPr>
          <a:lstStyle/>
          <a:p>
            <a:r>
              <a:rPr lang="en-US" altLang="zh-TW" sz="2000" b="0" i="0" dirty="0">
                <a:solidFill>
                  <a:srgbClr val="DD4A68"/>
                </a:solidFill>
                <a:effectLst/>
                <a:latin typeface="Liberation Mono"/>
              </a:rPr>
              <a:t>$</a:t>
            </a:r>
            <a:r>
              <a:rPr lang="en-US" altLang="zh-TW" sz="2000" b="0" i="0" dirty="0">
                <a:solidFill>
                  <a:srgbClr val="999999"/>
                </a:solidFill>
                <a:effectLst/>
                <a:latin typeface="Liberation Mono"/>
              </a:rPr>
              <a:t>(</a:t>
            </a:r>
            <a:r>
              <a:rPr lang="en-US" altLang="zh-TW" sz="2000" b="0" i="0" dirty="0">
                <a:solidFill>
                  <a:srgbClr val="000000"/>
                </a:solidFill>
                <a:effectLst/>
                <a:latin typeface="Liberation Mono"/>
              </a:rPr>
              <a:t> </a:t>
            </a:r>
            <a:r>
              <a:rPr lang="en-US" altLang="zh-TW" sz="2000" b="0" i="0" dirty="0">
                <a:solidFill>
                  <a:srgbClr val="039624"/>
                </a:solidFill>
                <a:effectLst/>
                <a:latin typeface="Liberation Mono"/>
              </a:rPr>
              <a:t>".hello"</a:t>
            </a:r>
            <a:r>
              <a:rPr lang="en-US" altLang="zh-TW" sz="2000" b="0" i="0" dirty="0">
                <a:solidFill>
                  <a:srgbClr val="000000"/>
                </a:solidFill>
                <a:effectLst/>
                <a:latin typeface="Liberation Mono"/>
              </a:rPr>
              <a:t> </a:t>
            </a:r>
            <a:r>
              <a:rPr lang="en-US" altLang="zh-TW" sz="2000" b="0" i="0" dirty="0">
                <a:solidFill>
                  <a:srgbClr val="999999"/>
                </a:solidFill>
                <a:effectLst/>
                <a:latin typeface="Liberation Mono"/>
              </a:rPr>
              <a:t>).</a:t>
            </a:r>
            <a:r>
              <a:rPr lang="en-US" altLang="zh-TW" sz="2000" b="0" i="0" dirty="0">
                <a:solidFill>
                  <a:srgbClr val="DD4A68"/>
                </a:solidFill>
                <a:effectLst/>
                <a:latin typeface="Liberation Mono"/>
              </a:rPr>
              <a:t> </a:t>
            </a:r>
            <a:r>
              <a:rPr lang="en-US" altLang="zh-TW" sz="2000" b="0" i="0" dirty="0" err="1">
                <a:solidFill>
                  <a:srgbClr val="DD4A68"/>
                </a:solidFill>
                <a:effectLst/>
                <a:latin typeface="Liberation Mono"/>
              </a:rPr>
              <a:t>removeClass</a:t>
            </a:r>
            <a:r>
              <a:rPr lang="en-US" altLang="zh-TW" sz="2000" b="0" i="0" dirty="0">
                <a:solidFill>
                  <a:srgbClr val="999999"/>
                </a:solidFill>
                <a:effectLst/>
                <a:latin typeface="Liberation Mono"/>
              </a:rPr>
              <a:t>(</a:t>
            </a:r>
            <a:r>
              <a:rPr lang="en-US" altLang="zh-TW" sz="2000" b="0" i="0" dirty="0">
                <a:solidFill>
                  <a:srgbClr val="039624"/>
                </a:solidFill>
                <a:effectLst/>
                <a:latin typeface="Liberation Mono"/>
              </a:rPr>
              <a:t>"big"</a:t>
            </a:r>
            <a:r>
              <a:rPr lang="en-US" altLang="zh-TW" sz="2000" b="0" i="0" dirty="0">
                <a:solidFill>
                  <a:srgbClr val="000000"/>
                </a:solidFill>
                <a:effectLst/>
                <a:latin typeface="Liberation Mono"/>
              </a:rPr>
              <a:t> </a:t>
            </a:r>
            <a:r>
              <a:rPr lang="en-US" altLang="zh-TW" sz="2000" b="0" i="0" dirty="0">
                <a:solidFill>
                  <a:srgbClr val="999999"/>
                </a:solidFill>
                <a:effectLst/>
                <a:latin typeface="Liberation Mono"/>
              </a:rPr>
              <a:t>);</a:t>
            </a:r>
            <a:r>
              <a:rPr lang="en-US" altLang="zh-TW" sz="2000" b="0" i="0" dirty="0">
                <a:solidFill>
                  <a:srgbClr val="000000"/>
                </a:solidFill>
                <a:effectLst/>
                <a:latin typeface="Liberation Mono"/>
              </a:rPr>
              <a:t> </a:t>
            </a:r>
            <a:r>
              <a:rPr lang="en-US" altLang="zh-TW" sz="2000" b="0" i="0" dirty="0">
                <a:solidFill>
                  <a:srgbClr val="DD4A68"/>
                </a:solidFill>
                <a:effectLst/>
                <a:latin typeface="Liberation Mono"/>
              </a:rPr>
              <a:t>$</a:t>
            </a:r>
            <a:r>
              <a:rPr lang="en-US" altLang="zh-TW" sz="2000" b="0" i="0" dirty="0">
                <a:solidFill>
                  <a:srgbClr val="999999"/>
                </a:solidFill>
                <a:effectLst/>
                <a:latin typeface="Liberation Mono"/>
              </a:rPr>
              <a:t>(</a:t>
            </a:r>
            <a:r>
              <a:rPr lang="en-US" altLang="zh-TW" sz="2000" b="0" i="0" dirty="0">
                <a:solidFill>
                  <a:srgbClr val="000000"/>
                </a:solidFill>
                <a:effectLst/>
                <a:latin typeface="Liberation Mono"/>
              </a:rPr>
              <a:t> </a:t>
            </a:r>
            <a:r>
              <a:rPr lang="en-US" altLang="zh-TW" sz="2000" b="0" i="0" dirty="0">
                <a:solidFill>
                  <a:srgbClr val="039624"/>
                </a:solidFill>
                <a:effectLst/>
                <a:latin typeface="Liberation Mono"/>
              </a:rPr>
              <a:t>".goodbye"</a:t>
            </a:r>
            <a:r>
              <a:rPr lang="en-US" altLang="zh-TW" sz="2000" b="0" i="0" dirty="0">
                <a:solidFill>
                  <a:srgbClr val="000000"/>
                </a:solidFill>
                <a:effectLst/>
                <a:latin typeface="Liberation Mono"/>
              </a:rPr>
              <a:t> </a:t>
            </a:r>
            <a:r>
              <a:rPr lang="en-US" altLang="zh-TW" sz="2000" b="0" i="0" dirty="0">
                <a:solidFill>
                  <a:srgbClr val="999999"/>
                </a:solidFill>
                <a:effectLst/>
                <a:latin typeface="Liberation Mono"/>
              </a:rPr>
              <a:t>).</a:t>
            </a:r>
            <a:r>
              <a:rPr lang="en-US" altLang="zh-TW" sz="2000" b="0" i="0" dirty="0">
                <a:solidFill>
                  <a:srgbClr val="DD4A68"/>
                </a:solidFill>
                <a:effectLst/>
                <a:latin typeface="Liberation Mono"/>
              </a:rPr>
              <a:t> </a:t>
            </a:r>
            <a:r>
              <a:rPr lang="en-US" altLang="zh-TW" sz="2000" b="0" i="0" dirty="0" err="1">
                <a:solidFill>
                  <a:srgbClr val="DD4A68"/>
                </a:solidFill>
                <a:effectLst/>
                <a:latin typeface="Liberation Mono"/>
              </a:rPr>
              <a:t>removeClass</a:t>
            </a:r>
            <a:r>
              <a:rPr lang="en-US" altLang="zh-TW" sz="2000" b="0" i="0" dirty="0">
                <a:solidFill>
                  <a:srgbClr val="999999"/>
                </a:solidFill>
                <a:effectLst/>
                <a:latin typeface="Liberation Mono"/>
              </a:rPr>
              <a:t>(</a:t>
            </a:r>
            <a:r>
              <a:rPr lang="en-US" altLang="zh-TW" sz="2000" b="0" i="0" dirty="0">
                <a:solidFill>
                  <a:srgbClr val="039624"/>
                </a:solidFill>
                <a:effectLst/>
                <a:latin typeface="Liberation Mono"/>
              </a:rPr>
              <a:t>"small"</a:t>
            </a:r>
            <a:r>
              <a:rPr lang="en-US" altLang="zh-TW" sz="2000" b="0" i="0" dirty="0">
                <a:solidFill>
                  <a:srgbClr val="000000"/>
                </a:solidFill>
                <a:effectLst/>
                <a:latin typeface="Liberation Mono"/>
              </a:rPr>
              <a:t> </a:t>
            </a:r>
            <a:r>
              <a:rPr lang="en-US" altLang="zh-TW" sz="2000" b="0" i="0" dirty="0">
                <a:solidFill>
                  <a:srgbClr val="999999"/>
                </a:solidFill>
                <a:effectLst/>
                <a:latin typeface="Liberation Mono"/>
              </a:rPr>
              <a:t>);</a:t>
            </a:r>
            <a:endParaRPr lang="zh-TW" altLang="en-US" sz="2000" dirty="0"/>
          </a:p>
        </p:txBody>
      </p:sp>
      <p:sp>
        <p:nvSpPr>
          <p:cNvPr id="7" name="文字方塊 6">
            <a:extLst>
              <a:ext uri="{FF2B5EF4-FFF2-40B4-BE49-F238E27FC236}">
                <a16:creationId xmlns:a16="http://schemas.microsoft.com/office/drawing/2014/main" id="{85C474DA-7187-4AC2-90B1-2286796EFF89}"/>
              </a:ext>
            </a:extLst>
          </p:cNvPr>
          <p:cNvSpPr txBox="1"/>
          <p:nvPr/>
        </p:nvSpPr>
        <p:spPr>
          <a:xfrm>
            <a:off x="1259632" y="5949280"/>
            <a:ext cx="7586500" cy="646331"/>
          </a:xfrm>
          <a:prstGeom prst="rect">
            <a:avLst/>
          </a:prstGeom>
          <a:noFill/>
        </p:spPr>
        <p:txBody>
          <a:bodyPr wrap="square">
            <a:spAutoFit/>
          </a:bodyPr>
          <a:lstStyle/>
          <a:p>
            <a:r>
              <a:rPr lang="zh-TW" altLang="en-US" sz="1800" b="0" i="0" dirty="0">
                <a:solidFill>
                  <a:srgbClr val="9A6E3A"/>
                </a:solidFill>
                <a:effectLst/>
                <a:latin typeface="Liberation Mono"/>
              </a:rPr>
              <a:t>結果</a:t>
            </a:r>
            <a:endParaRPr lang="en-US" altLang="zh-TW" sz="1800" b="0" i="0" dirty="0">
              <a:solidFill>
                <a:srgbClr val="9A6E3A"/>
              </a:solidFill>
              <a:effectLst/>
              <a:latin typeface="Liberation Mono"/>
            </a:endParaRPr>
          </a:p>
          <a:p>
            <a:r>
              <a:rPr lang="en-US" altLang="zh-TW" sz="1800" b="0" i="0" dirty="0">
                <a:solidFill>
                  <a:srgbClr val="9A6E3A"/>
                </a:solidFill>
                <a:effectLst/>
                <a:latin typeface="Liberation Mono"/>
              </a:rPr>
              <a:t>&lt;</a:t>
            </a:r>
            <a:r>
              <a:rPr lang="en-US" altLang="zh-TW" sz="1800" b="0" i="0" dirty="0">
                <a:solidFill>
                  <a:srgbClr val="000000"/>
                </a:solidFill>
                <a:effectLst/>
                <a:latin typeface="Liberation Mono"/>
              </a:rPr>
              <a:t>div </a:t>
            </a:r>
            <a:r>
              <a:rPr lang="en-US" altLang="zh-TW" sz="1800" b="0" i="0" dirty="0">
                <a:solidFill>
                  <a:srgbClr val="0714B7"/>
                </a:solidFill>
                <a:effectLst/>
                <a:latin typeface="Liberation Mono"/>
              </a:rPr>
              <a:t>class</a:t>
            </a:r>
            <a:r>
              <a:rPr lang="en-US" altLang="zh-TW" sz="1800" b="0" i="0" dirty="0">
                <a:solidFill>
                  <a:srgbClr val="9A6E3A"/>
                </a:solidFill>
                <a:effectLst/>
                <a:latin typeface="Liberation Mono"/>
              </a:rPr>
              <a:t>=</a:t>
            </a:r>
            <a:r>
              <a:rPr lang="en-US" altLang="zh-TW" sz="1800" b="0" i="0" dirty="0">
                <a:solidFill>
                  <a:srgbClr val="039624"/>
                </a:solidFill>
                <a:effectLst/>
                <a:latin typeface="Liberation Mono"/>
              </a:rPr>
              <a:t>"hello"</a:t>
            </a:r>
            <a:r>
              <a:rPr lang="en-US" altLang="zh-TW" sz="1800" b="0" i="0" dirty="0">
                <a:solidFill>
                  <a:srgbClr val="9A6E3A"/>
                </a:solidFill>
                <a:effectLst/>
                <a:latin typeface="Liberation Mono"/>
              </a:rPr>
              <a:t>&gt;</a:t>
            </a:r>
            <a:r>
              <a:rPr lang="en-US" altLang="zh-TW" sz="1800" b="0" i="0" dirty="0">
                <a:solidFill>
                  <a:srgbClr val="000000"/>
                </a:solidFill>
                <a:effectLst/>
                <a:latin typeface="Liberation Mono"/>
              </a:rPr>
              <a:t>Hello</a:t>
            </a:r>
            <a:r>
              <a:rPr lang="en-US" altLang="zh-TW" sz="1800" b="0" i="0" dirty="0">
                <a:solidFill>
                  <a:srgbClr val="9A6E3A"/>
                </a:solidFill>
                <a:effectLst/>
                <a:latin typeface="Liberation Mono"/>
              </a:rPr>
              <a:t>&lt;/</a:t>
            </a:r>
            <a:r>
              <a:rPr lang="en-US" altLang="zh-TW" sz="1800" b="0" i="0" dirty="0">
                <a:solidFill>
                  <a:srgbClr val="000000"/>
                </a:solidFill>
                <a:effectLst/>
                <a:latin typeface="Liberation Mono"/>
              </a:rPr>
              <a:t>div</a:t>
            </a:r>
            <a:r>
              <a:rPr lang="en-US" altLang="zh-TW" sz="1800" b="0" i="0" dirty="0">
                <a:solidFill>
                  <a:srgbClr val="9A6E3A"/>
                </a:solidFill>
                <a:effectLst/>
                <a:latin typeface="Liberation Mono"/>
              </a:rPr>
              <a:t>&gt;</a:t>
            </a:r>
            <a:r>
              <a:rPr lang="en-US" altLang="zh-TW" sz="1800" b="0" i="0" dirty="0">
                <a:solidFill>
                  <a:srgbClr val="000000"/>
                </a:solidFill>
                <a:effectLst/>
                <a:latin typeface="Liberation Mono"/>
              </a:rPr>
              <a:t> </a:t>
            </a:r>
            <a:r>
              <a:rPr lang="en-US" altLang="zh-TW" sz="1800" b="0" i="0" dirty="0">
                <a:solidFill>
                  <a:srgbClr val="9A6E3A"/>
                </a:solidFill>
                <a:effectLst/>
                <a:latin typeface="Liberation Mono"/>
              </a:rPr>
              <a:t>&lt;</a:t>
            </a:r>
            <a:r>
              <a:rPr lang="en-US" altLang="zh-TW" sz="1800" b="0" i="0" dirty="0">
                <a:solidFill>
                  <a:srgbClr val="000000"/>
                </a:solidFill>
                <a:effectLst/>
                <a:latin typeface="Liberation Mono"/>
              </a:rPr>
              <a:t>div </a:t>
            </a:r>
            <a:r>
              <a:rPr lang="en-US" altLang="zh-TW" sz="1800" b="0" i="0" dirty="0">
                <a:solidFill>
                  <a:srgbClr val="0714B7"/>
                </a:solidFill>
                <a:effectLst/>
                <a:latin typeface="Liberation Mono"/>
              </a:rPr>
              <a:t>class</a:t>
            </a:r>
            <a:r>
              <a:rPr lang="en-US" altLang="zh-TW" sz="1800" b="0" i="0" dirty="0">
                <a:solidFill>
                  <a:srgbClr val="9A6E3A"/>
                </a:solidFill>
                <a:effectLst/>
                <a:latin typeface="Liberation Mono"/>
              </a:rPr>
              <a:t>=</a:t>
            </a:r>
            <a:r>
              <a:rPr lang="en-US" altLang="zh-TW" sz="1800" b="0" i="0" dirty="0">
                <a:solidFill>
                  <a:srgbClr val="039624"/>
                </a:solidFill>
                <a:effectLst/>
                <a:latin typeface="Liberation Mono"/>
              </a:rPr>
              <a:t>"goodbye"</a:t>
            </a:r>
            <a:r>
              <a:rPr lang="en-US" altLang="zh-TW" sz="1800" b="0" i="0" dirty="0">
                <a:solidFill>
                  <a:srgbClr val="9A6E3A"/>
                </a:solidFill>
                <a:effectLst/>
                <a:latin typeface="Liberation Mono"/>
              </a:rPr>
              <a:t>&gt;</a:t>
            </a:r>
            <a:r>
              <a:rPr lang="en-US" altLang="zh-TW" sz="1800" b="0" i="0" dirty="0">
                <a:solidFill>
                  <a:srgbClr val="000000"/>
                </a:solidFill>
                <a:effectLst/>
                <a:latin typeface="Liberation Mono"/>
              </a:rPr>
              <a:t>Goodbye</a:t>
            </a:r>
            <a:r>
              <a:rPr lang="en-US" altLang="zh-TW" sz="1800" b="0" i="0" dirty="0">
                <a:solidFill>
                  <a:srgbClr val="9A6E3A"/>
                </a:solidFill>
                <a:effectLst/>
                <a:latin typeface="Liberation Mono"/>
              </a:rPr>
              <a:t>&lt;/</a:t>
            </a:r>
            <a:r>
              <a:rPr lang="en-US" altLang="zh-TW" sz="1800" b="0" i="0" dirty="0">
                <a:solidFill>
                  <a:srgbClr val="000000"/>
                </a:solidFill>
                <a:effectLst/>
                <a:latin typeface="Liberation Mono"/>
              </a:rPr>
              <a:t>div</a:t>
            </a:r>
            <a:r>
              <a:rPr lang="en-US" altLang="zh-TW" sz="1800" b="0" i="0" dirty="0">
                <a:solidFill>
                  <a:srgbClr val="9A6E3A"/>
                </a:solidFill>
                <a:effectLst/>
                <a:latin typeface="Liberation Mono"/>
              </a:rPr>
              <a:t>&gt;</a:t>
            </a:r>
            <a:endParaRPr lang="zh-TW" altLang="en-US" sz="1800" dirty="0"/>
          </a:p>
        </p:txBody>
      </p:sp>
    </p:spTree>
    <p:extLst>
      <p:ext uri="{BB962C8B-B14F-4D97-AF65-F5344CB8AC3E}">
        <p14:creationId xmlns:p14="http://schemas.microsoft.com/office/powerpoint/2010/main" val="1184293540"/>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5FF5921-3B5D-4FD4-8386-0C584A81B7C6}"/>
              </a:ext>
            </a:extLst>
          </p:cNvPr>
          <p:cNvSpPr>
            <a:spLocks noGrp="1"/>
          </p:cNvSpPr>
          <p:nvPr>
            <p:ph type="title"/>
          </p:nvPr>
        </p:nvSpPr>
        <p:spPr>
          <a:xfrm>
            <a:off x="683568" y="404664"/>
            <a:ext cx="8229600" cy="576064"/>
          </a:xfrm>
        </p:spPr>
        <p:txBody>
          <a:bodyPr/>
          <a:lstStyle/>
          <a:p>
            <a:r>
              <a:rPr lang="en-US" altLang="zh-TW" sz="3200" dirty="0"/>
              <a:t>jQuery - </a:t>
            </a:r>
            <a:r>
              <a:rPr lang="zh-TW" altLang="en-US" sz="3200" dirty="0"/>
              <a:t>切換 </a:t>
            </a:r>
            <a:r>
              <a:rPr lang="en-US" altLang="zh-TW" sz="3200" dirty="0"/>
              <a:t>CSS </a:t>
            </a:r>
            <a:endParaRPr lang="zh-TW" altLang="en-US" sz="3200" dirty="0"/>
          </a:p>
        </p:txBody>
      </p:sp>
      <p:sp>
        <p:nvSpPr>
          <p:cNvPr id="3" name="文字版面配置區 2">
            <a:extLst>
              <a:ext uri="{FF2B5EF4-FFF2-40B4-BE49-F238E27FC236}">
                <a16:creationId xmlns:a16="http://schemas.microsoft.com/office/drawing/2014/main" id="{B969E093-DD47-41D1-91E0-9AE92E3FC010}"/>
              </a:ext>
            </a:extLst>
          </p:cNvPr>
          <p:cNvSpPr>
            <a:spLocks noGrp="1"/>
          </p:cNvSpPr>
          <p:nvPr>
            <p:ph type="body" idx="1"/>
          </p:nvPr>
        </p:nvSpPr>
        <p:spPr>
          <a:xfrm>
            <a:off x="539552" y="908720"/>
            <a:ext cx="8229600" cy="5832648"/>
          </a:xfrm>
        </p:spPr>
        <p:txBody>
          <a:bodyPr/>
          <a:lstStyle/>
          <a:p>
            <a:pPr marL="0" indent="0">
              <a:buNone/>
            </a:pPr>
            <a:r>
              <a:rPr lang="en-US" altLang="zh-TW" sz="1800" dirty="0"/>
              <a:t>&lt;script&gt;</a:t>
            </a:r>
          </a:p>
          <a:p>
            <a:pPr marL="0" indent="0">
              <a:buNone/>
            </a:pPr>
            <a:r>
              <a:rPr lang="en-US" altLang="zh-TW" sz="1800" dirty="0"/>
              <a:t>   $(document).ready(function() {</a:t>
            </a:r>
          </a:p>
          <a:p>
            <a:pPr marL="0" indent="0">
              <a:buNone/>
            </a:pPr>
            <a:r>
              <a:rPr lang="en-US" altLang="zh-TW" sz="1800" dirty="0"/>
              <a:t>      $("button").click(function(){</a:t>
            </a:r>
          </a:p>
          <a:p>
            <a:pPr marL="0" indent="0">
              <a:buNone/>
            </a:pPr>
            <a:r>
              <a:rPr lang="en-US" altLang="zh-TW" sz="1800" dirty="0"/>
              <a:t>         $( ".hello" ).</a:t>
            </a:r>
            <a:r>
              <a:rPr lang="en-US" altLang="zh-TW" sz="1800" dirty="0" err="1">
                <a:solidFill>
                  <a:srgbClr val="CC0000"/>
                </a:solidFill>
              </a:rPr>
              <a:t>toggleClass</a:t>
            </a:r>
            <a:r>
              <a:rPr lang="en-US" altLang="zh-TW" sz="1800" dirty="0"/>
              <a:t>("big" );</a:t>
            </a:r>
          </a:p>
          <a:p>
            <a:pPr marL="0" indent="0">
              <a:buNone/>
            </a:pPr>
            <a:r>
              <a:rPr lang="en-US" altLang="zh-TW" sz="1800" dirty="0"/>
              <a:t>      });</a:t>
            </a:r>
          </a:p>
          <a:p>
            <a:pPr marL="0" indent="0">
              <a:buNone/>
            </a:pPr>
            <a:r>
              <a:rPr lang="en-US" altLang="zh-TW" sz="1800" dirty="0"/>
              <a:t>   });</a:t>
            </a:r>
          </a:p>
          <a:p>
            <a:pPr marL="0" indent="0">
              <a:buNone/>
            </a:pPr>
            <a:r>
              <a:rPr lang="en-US" altLang="zh-TW" sz="1800" dirty="0"/>
              <a:t>&lt;/script&gt;</a:t>
            </a:r>
          </a:p>
          <a:p>
            <a:pPr marL="0" indent="0">
              <a:buNone/>
            </a:pPr>
            <a:r>
              <a:rPr lang="en-US" altLang="zh-TW" sz="1800" dirty="0"/>
              <a:t>&lt;style&gt;   .big{ font-weight: bold; font-size:20px; }  &lt;/style&gt;</a:t>
            </a:r>
          </a:p>
          <a:p>
            <a:pPr marL="0" indent="0">
              <a:buNone/>
            </a:pPr>
            <a:r>
              <a:rPr lang="en-US" altLang="zh-TW" sz="1800" dirty="0"/>
              <a:t>&lt;/head&gt;</a:t>
            </a:r>
          </a:p>
          <a:p>
            <a:pPr marL="0" indent="0">
              <a:buNone/>
            </a:pPr>
            <a:r>
              <a:rPr lang="en-US" altLang="zh-TW" sz="1800" dirty="0"/>
              <a:t>&lt;body&gt;</a:t>
            </a:r>
          </a:p>
          <a:p>
            <a:pPr marL="0" indent="0">
              <a:buNone/>
            </a:pPr>
            <a:r>
              <a:rPr lang="en-US" altLang="zh-TW" sz="1800" dirty="0"/>
              <a:t>   &lt;div class="container"&gt;</a:t>
            </a:r>
          </a:p>
          <a:p>
            <a:pPr marL="0" indent="0">
              <a:buNone/>
            </a:pPr>
            <a:r>
              <a:rPr lang="en-US" altLang="zh-TW" sz="1800" dirty="0"/>
              <a:t>      &lt;h2&gt;jQuery </a:t>
            </a:r>
            <a:r>
              <a:rPr lang="en-US" altLang="zh-TW" sz="1800" dirty="0" err="1"/>
              <a:t>toggleClass</a:t>
            </a:r>
            <a:r>
              <a:rPr lang="en-US" altLang="zh-TW" sz="1800" dirty="0"/>
              <a:t>() Method&lt;/h2&gt;</a:t>
            </a:r>
          </a:p>
          <a:p>
            <a:pPr marL="0" indent="0">
              <a:buNone/>
            </a:pPr>
            <a:r>
              <a:rPr lang="en-US" altLang="zh-TW" sz="1800" dirty="0"/>
              <a:t>      &lt;div class="hello big"&gt;Hello&lt;/div&gt;</a:t>
            </a:r>
          </a:p>
          <a:p>
            <a:pPr marL="0" indent="0">
              <a:buNone/>
            </a:pPr>
            <a:r>
              <a:rPr lang="en-US" altLang="zh-TW" sz="1800" dirty="0"/>
              <a:t>      &lt;div class="goodbye"&gt;Goodbye&lt;/div&gt;</a:t>
            </a:r>
          </a:p>
          <a:p>
            <a:pPr marL="0" indent="0">
              <a:buNone/>
            </a:pPr>
            <a:r>
              <a:rPr lang="en-US" altLang="zh-TW" sz="1800" dirty="0"/>
              <a:t>   &lt;/div&gt; &lt;</a:t>
            </a:r>
            <a:r>
              <a:rPr lang="en-US" altLang="zh-TW" sz="1800" dirty="0" err="1"/>
              <a:t>br</a:t>
            </a:r>
            <a:r>
              <a:rPr lang="en-US" altLang="zh-TW" sz="1800" dirty="0"/>
              <a:t>&gt;   </a:t>
            </a:r>
          </a:p>
          <a:p>
            <a:pPr marL="0" indent="0">
              <a:buNone/>
            </a:pPr>
            <a:r>
              <a:rPr lang="en-US" altLang="zh-TW" sz="1800" dirty="0"/>
              <a:t>   &lt;button&gt;Toggle Class&lt;/button&gt;</a:t>
            </a:r>
          </a:p>
          <a:p>
            <a:pPr marL="0" indent="0">
              <a:buNone/>
            </a:pPr>
            <a:r>
              <a:rPr lang="en-US" altLang="zh-TW" sz="1800" dirty="0"/>
              <a:t>&lt;/body&gt;</a:t>
            </a:r>
            <a:endParaRPr lang="zh-TW" altLang="en-US" sz="1800" dirty="0"/>
          </a:p>
        </p:txBody>
      </p:sp>
    </p:spTree>
    <p:extLst>
      <p:ext uri="{BB962C8B-B14F-4D97-AF65-F5344CB8AC3E}">
        <p14:creationId xmlns:p14="http://schemas.microsoft.com/office/powerpoint/2010/main" val="227244014"/>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280854A-1F5F-4AE9-A178-B9167E3FAB1B}"/>
              </a:ext>
            </a:extLst>
          </p:cNvPr>
          <p:cNvSpPr>
            <a:spLocks noGrp="1"/>
          </p:cNvSpPr>
          <p:nvPr>
            <p:ph type="title"/>
          </p:nvPr>
        </p:nvSpPr>
        <p:spPr>
          <a:xfrm>
            <a:off x="755576" y="476672"/>
            <a:ext cx="8229600" cy="648047"/>
          </a:xfrm>
        </p:spPr>
        <p:txBody>
          <a:bodyPr/>
          <a:lstStyle/>
          <a:p>
            <a:r>
              <a:rPr lang="en-US" altLang="zh-TW" sz="3200" dirty="0"/>
              <a:t>jQuery - </a:t>
            </a:r>
            <a:r>
              <a:rPr lang="zh-TW" altLang="en-US" sz="3200" dirty="0"/>
              <a:t>設置 </a:t>
            </a:r>
            <a:r>
              <a:rPr lang="en-US" altLang="zh-TW" sz="3200" dirty="0"/>
              <a:t>CSS </a:t>
            </a:r>
            <a:r>
              <a:rPr lang="zh-TW" altLang="en-US" sz="3200" dirty="0"/>
              <a:t>屬性</a:t>
            </a:r>
          </a:p>
        </p:txBody>
      </p:sp>
      <p:sp>
        <p:nvSpPr>
          <p:cNvPr id="3" name="文字版面配置區 2">
            <a:extLst>
              <a:ext uri="{FF2B5EF4-FFF2-40B4-BE49-F238E27FC236}">
                <a16:creationId xmlns:a16="http://schemas.microsoft.com/office/drawing/2014/main" id="{B23AF2EE-1FC5-4B12-8515-CBD1F7F29CA5}"/>
              </a:ext>
            </a:extLst>
          </p:cNvPr>
          <p:cNvSpPr>
            <a:spLocks noGrp="1"/>
          </p:cNvSpPr>
          <p:nvPr>
            <p:ph type="body" idx="1"/>
          </p:nvPr>
        </p:nvSpPr>
        <p:spPr>
          <a:xfrm>
            <a:off x="323528" y="1052736"/>
            <a:ext cx="8363272" cy="5544616"/>
          </a:xfrm>
        </p:spPr>
        <p:txBody>
          <a:bodyPr/>
          <a:lstStyle/>
          <a:p>
            <a:r>
              <a:rPr lang="zh-TW" altLang="en-US" sz="2000" dirty="0"/>
              <a:t>採用第一個匹配的 </a:t>
            </a:r>
            <a:r>
              <a:rPr lang="en-US" altLang="zh-TW" sz="2000" dirty="0"/>
              <a:t>&lt;div&gt; </a:t>
            </a:r>
            <a:r>
              <a:rPr lang="zh-TW" altLang="en-US" sz="2000" dirty="0"/>
              <a:t>的顏色，並使用 </a:t>
            </a:r>
            <a:r>
              <a:rPr lang="en-US" altLang="zh-TW" sz="2000" dirty="0"/>
              <a:t>div </a:t>
            </a:r>
            <a:r>
              <a:rPr lang="zh-TW" altLang="en-US" sz="2000" dirty="0"/>
              <a:t>背景顏色更改所有 </a:t>
            </a:r>
            <a:r>
              <a:rPr lang="en-US" altLang="zh-TW" sz="2000" dirty="0"/>
              <a:t>&lt;p&gt; </a:t>
            </a:r>
            <a:r>
              <a:rPr lang="zh-TW" altLang="en-US" sz="2000" dirty="0"/>
              <a:t>的文本顏色</a:t>
            </a:r>
            <a:endParaRPr lang="en-US" altLang="zh-TW" sz="2000" dirty="0"/>
          </a:p>
          <a:p>
            <a:pPr marL="0" indent="0">
              <a:buNone/>
            </a:pPr>
            <a:r>
              <a:rPr lang="en-US" altLang="zh-TW" sz="1400" dirty="0"/>
              <a:t>&lt;script&gt;</a:t>
            </a:r>
          </a:p>
          <a:p>
            <a:pPr marL="0" indent="0">
              <a:buNone/>
            </a:pPr>
            <a:r>
              <a:rPr lang="en-US" altLang="zh-TW" sz="1400" dirty="0"/>
              <a:t>   $(document).ready(function() {</a:t>
            </a:r>
          </a:p>
          <a:p>
            <a:pPr marL="0" indent="0">
              <a:buNone/>
            </a:pPr>
            <a:r>
              <a:rPr lang="en-US" altLang="zh-TW" sz="1400" dirty="0"/>
              <a:t>      $("button").click(function(){</a:t>
            </a:r>
          </a:p>
          <a:p>
            <a:pPr marL="0" indent="0">
              <a:buNone/>
            </a:pPr>
            <a:r>
              <a:rPr lang="en-US" altLang="zh-TW" sz="1400" dirty="0">
                <a:solidFill>
                  <a:srgbClr val="CC0000"/>
                </a:solidFill>
              </a:rPr>
              <a:t>         var color = $("div").</a:t>
            </a:r>
            <a:r>
              <a:rPr lang="en-US" altLang="zh-TW" sz="1400" dirty="0" err="1">
                <a:solidFill>
                  <a:srgbClr val="CC0000"/>
                </a:solidFill>
              </a:rPr>
              <a:t>css</a:t>
            </a:r>
            <a:r>
              <a:rPr lang="en-US" altLang="zh-TW" sz="1400" dirty="0">
                <a:solidFill>
                  <a:srgbClr val="CC0000"/>
                </a:solidFill>
              </a:rPr>
              <a:t>("background-color");</a:t>
            </a:r>
          </a:p>
          <a:p>
            <a:pPr marL="0" indent="0">
              <a:buNone/>
            </a:pPr>
            <a:r>
              <a:rPr lang="en-US" altLang="zh-TW" sz="1400" dirty="0">
                <a:solidFill>
                  <a:srgbClr val="CC0000"/>
                </a:solidFill>
              </a:rPr>
              <a:t>         $("p").</a:t>
            </a:r>
            <a:r>
              <a:rPr lang="en-US" altLang="zh-TW" sz="1400" dirty="0" err="1">
                <a:solidFill>
                  <a:srgbClr val="CC0000"/>
                </a:solidFill>
              </a:rPr>
              <a:t>css</a:t>
            </a:r>
            <a:r>
              <a:rPr lang="en-US" altLang="zh-TW" sz="1400" dirty="0">
                <a:solidFill>
                  <a:srgbClr val="CC0000"/>
                </a:solidFill>
              </a:rPr>
              <a:t>("color", color);</a:t>
            </a:r>
          </a:p>
          <a:p>
            <a:pPr marL="0" indent="0">
              <a:buNone/>
            </a:pPr>
            <a:r>
              <a:rPr lang="en-US" altLang="zh-TW" sz="1400" dirty="0"/>
              <a:t>      });</a:t>
            </a:r>
          </a:p>
          <a:p>
            <a:pPr marL="0" indent="0">
              <a:buNone/>
            </a:pPr>
            <a:r>
              <a:rPr lang="en-US" altLang="zh-TW" sz="1400" dirty="0"/>
              <a:t>   });</a:t>
            </a:r>
          </a:p>
          <a:p>
            <a:pPr marL="0" indent="0">
              <a:buNone/>
            </a:pPr>
            <a:r>
              <a:rPr lang="en-US" altLang="zh-TW" sz="1400" dirty="0"/>
              <a:t>&lt;/script&gt;</a:t>
            </a:r>
          </a:p>
          <a:p>
            <a:pPr marL="0" indent="0">
              <a:buNone/>
            </a:pPr>
            <a:r>
              <a:rPr lang="en-US" altLang="zh-TW" sz="1400" dirty="0"/>
              <a:t>&lt;style&gt;</a:t>
            </a:r>
          </a:p>
          <a:p>
            <a:pPr marL="0" indent="0">
              <a:buNone/>
            </a:pPr>
            <a:r>
              <a:rPr lang="en-US" altLang="zh-TW" sz="1400" dirty="0"/>
              <a:t>   button{margin:10px;width:150px;cursor:pointer}</a:t>
            </a:r>
          </a:p>
          <a:p>
            <a:pPr marL="0" indent="0">
              <a:buNone/>
            </a:pPr>
            <a:r>
              <a:rPr lang="en-US" altLang="zh-TW" sz="1400" dirty="0"/>
              <a:t>   div{ margin:10px;padding:12px; width:125px;}</a:t>
            </a:r>
          </a:p>
          <a:p>
            <a:pPr marL="0" indent="0">
              <a:buNone/>
            </a:pPr>
            <a:r>
              <a:rPr lang="en-US" altLang="zh-TW" sz="1400" dirty="0"/>
              <a:t>&lt;/style&gt;</a:t>
            </a:r>
          </a:p>
          <a:p>
            <a:pPr marL="0" indent="0">
              <a:buNone/>
            </a:pPr>
            <a:r>
              <a:rPr lang="en-US" altLang="zh-TW" sz="1400" dirty="0"/>
              <a:t>&lt;/head&gt;</a:t>
            </a:r>
          </a:p>
          <a:p>
            <a:pPr marL="0" indent="0">
              <a:buNone/>
            </a:pPr>
            <a:r>
              <a:rPr lang="en-US" altLang="zh-TW" sz="1400" dirty="0"/>
              <a:t>&lt;body&gt;</a:t>
            </a:r>
          </a:p>
          <a:p>
            <a:pPr marL="0" indent="0">
              <a:buNone/>
            </a:pPr>
            <a:r>
              <a:rPr lang="en-US" altLang="zh-TW" sz="1400" dirty="0"/>
              <a:t>   &lt;p&gt;Click the below button to see the result:&lt;/p&gt;</a:t>
            </a:r>
          </a:p>
          <a:p>
            <a:pPr marL="0" indent="0">
              <a:buNone/>
            </a:pPr>
            <a:r>
              <a:rPr lang="en-US" altLang="zh-TW" sz="1400" dirty="0">
                <a:solidFill>
                  <a:srgbClr val="CC0000"/>
                </a:solidFill>
              </a:rPr>
              <a:t>   &lt;div style="background-color:#9c9cff;"&gt;Blue&lt;/div&gt;</a:t>
            </a:r>
          </a:p>
          <a:p>
            <a:pPr marL="0" indent="0">
              <a:buNone/>
            </a:pPr>
            <a:r>
              <a:rPr lang="en-US" altLang="zh-TW" sz="1400" dirty="0"/>
              <a:t>   &lt;div style="background-color:#93ff93;"&gt;Green&lt;/div&gt;</a:t>
            </a:r>
          </a:p>
          <a:p>
            <a:pPr marL="0" indent="0">
              <a:buNone/>
            </a:pPr>
            <a:r>
              <a:rPr lang="en-US" altLang="zh-TW" sz="1400" dirty="0"/>
              <a:t>   &lt;button&gt;Set CSS Property&lt;/button&gt;</a:t>
            </a:r>
          </a:p>
          <a:p>
            <a:pPr marL="0" indent="0">
              <a:buNone/>
            </a:pPr>
            <a:r>
              <a:rPr lang="en-US" altLang="zh-TW" sz="1400" dirty="0"/>
              <a:t>&lt;/body&gt;</a:t>
            </a:r>
            <a:endParaRPr lang="zh-TW" altLang="en-US" sz="1400" dirty="0"/>
          </a:p>
        </p:txBody>
      </p:sp>
    </p:spTree>
    <p:extLst>
      <p:ext uri="{BB962C8B-B14F-4D97-AF65-F5344CB8AC3E}">
        <p14:creationId xmlns:p14="http://schemas.microsoft.com/office/powerpoint/2010/main" val="1315364562"/>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62A02A7-BF40-4583-B065-B0E530BB80A2}"/>
              </a:ext>
            </a:extLst>
          </p:cNvPr>
          <p:cNvSpPr>
            <a:spLocks noGrp="1"/>
          </p:cNvSpPr>
          <p:nvPr>
            <p:ph type="title"/>
          </p:nvPr>
        </p:nvSpPr>
        <p:spPr>
          <a:xfrm>
            <a:off x="683568" y="476672"/>
            <a:ext cx="8229600" cy="648047"/>
          </a:xfrm>
        </p:spPr>
        <p:txBody>
          <a:bodyPr/>
          <a:lstStyle/>
          <a:p>
            <a:r>
              <a:rPr lang="en-US" altLang="zh-TW" sz="3200" dirty="0"/>
              <a:t>jQuery - </a:t>
            </a:r>
            <a:r>
              <a:rPr lang="zh-TW" altLang="en-US" sz="3200" dirty="0"/>
              <a:t>設置多個 </a:t>
            </a:r>
            <a:r>
              <a:rPr lang="en-US" altLang="zh-TW" sz="3200" dirty="0"/>
              <a:t>CSS </a:t>
            </a:r>
            <a:r>
              <a:rPr lang="zh-TW" altLang="en-US" sz="3200" dirty="0"/>
              <a:t>屬性</a:t>
            </a:r>
          </a:p>
        </p:txBody>
      </p:sp>
      <p:sp>
        <p:nvSpPr>
          <p:cNvPr id="3" name="文字版面配置區 2">
            <a:extLst>
              <a:ext uri="{FF2B5EF4-FFF2-40B4-BE49-F238E27FC236}">
                <a16:creationId xmlns:a16="http://schemas.microsoft.com/office/drawing/2014/main" id="{0B8B9320-2309-4CAE-A20C-D0D7F91A59AE}"/>
              </a:ext>
            </a:extLst>
          </p:cNvPr>
          <p:cNvSpPr>
            <a:spLocks noGrp="1"/>
          </p:cNvSpPr>
          <p:nvPr>
            <p:ph type="body" idx="1"/>
          </p:nvPr>
        </p:nvSpPr>
        <p:spPr>
          <a:xfrm>
            <a:off x="539552" y="1000298"/>
            <a:ext cx="8229600" cy="5597054"/>
          </a:xfrm>
        </p:spPr>
        <p:txBody>
          <a:bodyPr/>
          <a:lstStyle/>
          <a:p>
            <a:r>
              <a:rPr lang="zh-TW" altLang="en-US" sz="2000" dirty="0"/>
              <a:t>使用單個 </a:t>
            </a:r>
            <a:r>
              <a:rPr lang="en-US" altLang="zh-TW" sz="2000" dirty="0"/>
              <a:t>jQuery </a:t>
            </a:r>
            <a:r>
              <a:rPr lang="zh-TW" altLang="en-US" sz="2000" dirty="0"/>
              <a:t>方法</a:t>
            </a:r>
            <a:r>
              <a:rPr lang="en-US" altLang="zh-TW" sz="2000" dirty="0" err="1"/>
              <a:t>css</a:t>
            </a:r>
            <a:r>
              <a:rPr lang="en-US" altLang="zh-TW" sz="2000" dirty="0"/>
              <a:t>()</a:t>
            </a:r>
            <a:r>
              <a:rPr lang="zh-TW" altLang="en-US" sz="2000" dirty="0"/>
              <a:t>在匹配的元素上套用多個 </a:t>
            </a:r>
            <a:r>
              <a:rPr lang="en-US" altLang="zh-TW" sz="2000" dirty="0"/>
              <a:t>CSS </a:t>
            </a:r>
            <a:r>
              <a:rPr lang="zh-TW" altLang="en-US" sz="2000" dirty="0"/>
              <a:t>屬性</a:t>
            </a:r>
            <a:endParaRPr lang="en-US" altLang="zh-TW" sz="2000" dirty="0"/>
          </a:p>
          <a:p>
            <a:pPr marL="0" indent="0">
              <a:buNone/>
            </a:pPr>
            <a:r>
              <a:rPr lang="en-US" altLang="zh-TW" sz="1600" dirty="0"/>
              <a:t>&lt;script&gt;</a:t>
            </a:r>
          </a:p>
          <a:p>
            <a:pPr marL="0" indent="0">
              <a:buNone/>
            </a:pPr>
            <a:r>
              <a:rPr lang="en-US" altLang="zh-TW" sz="1600" dirty="0"/>
              <a:t>   $(document).ready(function() {</a:t>
            </a:r>
          </a:p>
          <a:p>
            <a:pPr marL="0" indent="0">
              <a:buNone/>
            </a:pPr>
            <a:r>
              <a:rPr lang="en-US" altLang="zh-TW" sz="1600" dirty="0"/>
              <a:t>      $("button").click(function(){</a:t>
            </a:r>
          </a:p>
          <a:p>
            <a:pPr marL="0" indent="0">
              <a:buNone/>
            </a:pPr>
            <a:r>
              <a:rPr lang="en-US" altLang="zh-TW" sz="1600" dirty="0"/>
              <a:t>         </a:t>
            </a:r>
            <a:r>
              <a:rPr lang="en-US" altLang="zh-TW" sz="1600" dirty="0">
                <a:solidFill>
                  <a:srgbClr val="CC0000"/>
                </a:solidFill>
              </a:rPr>
              <a:t>$("div").</a:t>
            </a:r>
            <a:r>
              <a:rPr lang="en-US" altLang="zh-TW" sz="1600" dirty="0" err="1">
                <a:solidFill>
                  <a:srgbClr val="CC0000"/>
                </a:solidFill>
              </a:rPr>
              <a:t>css</a:t>
            </a:r>
            <a:r>
              <a:rPr lang="en-US" altLang="zh-TW" sz="1600" dirty="0">
                <a:solidFill>
                  <a:srgbClr val="CC0000"/>
                </a:solidFill>
              </a:rPr>
              <a:t>({"background-color":"#fb7c7c", "font-size": "25px"});</a:t>
            </a:r>
          </a:p>
          <a:p>
            <a:pPr marL="0" indent="0">
              <a:buNone/>
            </a:pPr>
            <a:r>
              <a:rPr lang="en-US" altLang="zh-TW" sz="1600" dirty="0"/>
              <a:t>      });</a:t>
            </a:r>
          </a:p>
          <a:p>
            <a:pPr marL="0" indent="0">
              <a:buNone/>
            </a:pPr>
            <a:r>
              <a:rPr lang="en-US" altLang="zh-TW" sz="1600" dirty="0"/>
              <a:t>   });</a:t>
            </a:r>
          </a:p>
          <a:p>
            <a:pPr marL="0" indent="0">
              <a:buNone/>
            </a:pPr>
            <a:r>
              <a:rPr lang="en-US" altLang="zh-TW" sz="1600" dirty="0"/>
              <a:t>&lt;/script&gt;</a:t>
            </a:r>
          </a:p>
          <a:p>
            <a:pPr marL="0" indent="0">
              <a:buNone/>
            </a:pPr>
            <a:r>
              <a:rPr lang="en-US" altLang="zh-TW" sz="1600" dirty="0"/>
              <a:t>&lt;style&gt;</a:t>
            </a:r>
          </a:p>
          <a:p>
            <a:pPr marL="0" indent="0">
              <a:buNone/>
            </a:pPr>
            <a:r>
              <a:rPr lang="en-US" altLang="zh-TW" sz="1600" dirty="0"/>
              <a:t>   button{margin:10px;width:150px;cursor:pointer}</a:t>
            </a:r>
          </a:p>
          <a:p>
            <a:pPr marL="0" indent="0">
              <a:buNone/>
            </a:pPr>
            <a:r>
              <a:rPr lang="en-US" altLang="zh-TW" sz="1600" dirty="0"/>
              <a:t>   div{ margin:10px;padding:12px; width:125px;}</a:t>
            </a:r>
          </a:p>
          <a:p>
            <a:pPr marL="0" indent="0">
              <a:buNone/>
            </a:pPr>
            <a:r>
              <a:rPr lang="en-US" altLang="zh-TW" sz="1600" dirty="0"/>
              <a:t>&lt;/style&gt;</a:t>
            </a:r>
          </a:p>
          <a:p>
            <a:pPr marL="0" indent="0">
              <a:buNone/>
            </a:pPr>
            <a:r>
              <a:rPr lang="en-US" altLang="zh-TW" sz="1600" dirty="0"/>
              <a:t>&lt;/head&gt;</a:t>
            </a:r>
          </a:p>
          <a:p>
            <a:pPr marL="0" indent="0">
              <a:buNone/>
            </a:pPr>
            <a:r>
              <a:rPr lang="en-US" altLang="zh-TW" sz="1600" dirty="0"/>
              <a:t>&lt;body&gt;</a:t>
            </a:r>
          </a:p>
          <a:p>
            <a:pPr marL="0" indent="0">
              <a:buNone/>
            </a:pPr>
            <a:r>
              <a:rPr lang="en-US" altLang="zh-TW" sz="1600" dirty="0"/>
              <a:t>   &lt;p&gt;Click the below button to see the result:&lt;/p&gt;</a:t>
            </a:r>
          </a:p>
          <a:p>
            <a:pPr marL="0" indent="0">
              <a:buNone/>
            </a:pPr>
            <a:r>
              <a:rPr lang="en-US" altLang="zh-TW" sz="1600" dirty="0"/>
              <a:t>   </a:t>
            </a:r>
            <a:r>
              <a:rPr lang="en-US" altLang="zh-TW" sz="1600" dirty="0">
                <a:solidFill>
                  <a:srgbClr val="CC0000"/>
                </a:solidFill>
              </a:rPr>
              <a:t>&lt;div style="background-color:#9c9cff;"&gt;Blue&lt;/div&gt;</a:t>
            </a:r>
          </a:p>
          <a:p>
            <a:pPr marL="0" indent="0">
              <a:buNone/>
            </a:pPr>
            <a:r>
              <a:rPr lang="en-US" altLang="zh-TW" sz="1600" dirty="0">
                <a:solidFill>
                  <a:srgbClr val="CC0000"/>
                </a:solidFill>
              </a:rPr>
              <a:t>   &lt;div style="background-color:#93ff93;"&gt;Green&lt;/div&gt;</a:t>
            </a:r>
          </a:p>
          <a:p>
            <a:pPr marL="0" indent="0">
              <a:buNone/>
            </a:pPr>
            <a:r>
              <a:rPr lang="en-US" altLang="zh-TW" sz="1600" dirty="0"/>
              <a:t>   &lt;button&gt;Set CSS Property&lt;/button&gt;</a:t>
            </a:r>
          </a:p>
          <a:p>
            <a:pPr marL="0" indent="0">
              <a:buNone/>
            </a:pPr>
            <a:r>
              <a:rPr lang="en-US" altLang="zh-TW" sz="1600" dirty="0"/>
              <a:t>&lt;/body&gt;</a:t>
            </a:r>
            <a:endParaRPr lang="zh-TW" altLang="en-US" sz="1600" dirty="0"/>
          </a:p>
        </p:txBody>
      </p:sp>
    </p:spTree>
    <p:extLst>
      <p:ext uri="{BB962C8B-B14F-4D97-AF65-F5344CB8AC3E}">
        <p14:creationId xmlns:p14="http://schemas.microsoft.com/office/powerpoint/2010/main" val="1227740983"/>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31CA8CF-654C-4523-A563-EAE0032FA75E}"/>
              </a:ext>
            </a:extLst>
          </p:cNvPr>
          <p:cNvSpPr>
            <a:spLocks noGrp="1"/>
          </p:cNvSpPr>
          <p:nvPr>
            <p:ph type="title"/>
          </p:nvPr>
        </p:nvSpPr>
        <p:spPr>
          <a:xfrm>
            <a:off x="683568" y="476672"/>
            <a:ext cx="8229600" cy="720080"/>
          </a:xfrm>
        </p:spPr>
        <p:txBody>
          <a:bodyPr/>
          <a:lstStyle/>
          <a:p>
            <a:r>
              <a:rPr lang="en-US" altLang="zh-TW" sz="3200" dirty="0"/>
              <a:t>jQuery find </a:t>
            </a:r>
            <a:r>
              <a:rPr lang="en-US" altLang="zh-TW" sz="3200" dirty="0" err="1"/>
              <a:t>Css</a:t>
            </a:r>
            <a:endParaRPr lang="zh-TW" altLang="en-US" sz="3200" dirty="0"/>
          </a:p>
        </p:txBody>
      </p:sp>
      <p:sp>
        <p:nvSpPr>
          <p:cNvPr id="3" name="文字版面配置區 2">
            <a:extLst>
              <a:ext uri="{FF2B5EF4-FFF2-40B4-BE49-F238E27FC236}">
                <a16:creationId xmlns:a16="http://schemas.microsoft.com/office/drawing/2014/main" id="{EFD8FDC6-8613-4F73-A2F2-A2EB59689199}"/>
              </a:ext>
            </a:extLst>
          </p:cNvPr>
          <p:cNvSpPr>
            <a:spLocks noGrp="1"/>
          </p:cNvSpPr>
          <p:nvPr>
            <p:ph type="body" idx="1"/>
          </p:nvPr>
        </p:nvSpPr>
        <p:spPr>
          <a:xfrm>
            <a:off x="35496" y="1340768"/>
            <a:ext cx="3528392" cy="4785395"/>
          </a:xfrm>
        </p:spPr>
        <p:txBody>
          <a:bodyPr/>
          <a:lstStyle/>
          <a:p>
            <a:pPr marL="0" indent="0">
              <a:buNone/>
            </a:pPr>
            <a:r>
              <a:rPr lang="en-US" altLang="zh-TW" sz="1200" dirty="0"/>
              <a:t>&lt;div class="great-grand-parent"&gt;</a:t>
            </a:r>
          </a:p>
          <a:p>
            <a:pPr marL="0" indent="0">
              <a:buNone/>
            </a:pPr>
            <a:r>
              <a:rPr lang="en-US" altLang="zh-TW" sz="1200" dirty="0"/>
              <a:t>   &lt;div class="grand-parent"&gt;</a:t>
            </a:r>
          </a:p>
          <a:p>
            <a:pPr marL="0" indent="0">
              <a:buNone/>
            </a:pPr>
            <a:r>
              <a:rPr lang="en-US" altLang="zh-TW" sz="1200" dirty="0"/>
              <a:t>      &lt;</a:t>
            </a:r>
            <a:r>
              <a:rPr lang="en-US" altLang="zh-TW" sz="1200" dirty="0" err="1"/>
              <a:t>ul</a:t>
            </a:r>
            <a:r>
              <a:rPr lang="en-US" altLang="zh-TW" sz="1200" dirty="0"/>
              <a:t> class="parent"&gt;</a:t>
            </a:r>
          </a:p>
          <a:p>
            <a:pPr marL="0" indent="0">
              <a:buNone/>
            </a:pPr>
            <a:r>
              <a:rPr lang="en-US" altLang="zh-TW" sz="1200" dirty="0"/>
              <a:t>         &lt;li class="child-one"&gt;Child One&lt;/li&gt;</a:t>
            </a:r>
          </a:p>
          <a:p>
            <a:pPr marL="0" indent="0">
              <a:buNone/>
            </a:pPr>
            <a:r>
              <a:rPr lang="en-US" altLang="zh-TW" sz="1200" dirty="0"/>
              <a:t>         &lt;li class="child-two"&gt;Child Two&lt;/li&gt;</a:t>
            </a:r>
          </a:p>
          <a:p>
            <a:pPr marL="0" indent="0">
              <a:buNone/>
            </a:pPr>
            <a:r>
              <a:rPr lang="en-US" altLang="zh-TW" sz="1200" dirty="0"/>
              <a:t>      &lt;/</a:t>
            </a:r>
            <a:r>
              <a:rPr lang="en-US" altLang="zh-TW" sz="1200" dirty="0" err="1"/>
              <a:t>ul</a:t>
            </a:r>
            <a:r>
              <a:rPr lang="en-US" altLang="zh-TW" sz="1200" dirty="0"/>
              <a:t>&gt;</a:t>
            </a:r>
          </a:p>
          <a:p>
            <a:pPr marL="0" indent="0">
              <a:buNone/>
            </a:pPr>
            <a:r>
              <a:rPr lang="en-US" altLang="zh-TW" sz="1200" dirty="0"/>
              <a:t>   &lt;/div&gt;</a:t>
            </a:r>
          </a:p>
          <a:p>
            <a:pPr marL="0" indent="0">
              <a:buNone/>
            </a:pPr>
            <a:r>
              <a:rPr lang="en-US" altLang="zh-TW" sz="1200" dirty="0"/>
              <a:t>   &lt;div class="grand-parent"&gt;</a:t>
            </a:r>
          </a:p>
          <a:p>
            <a:pPr marL="0" indent="0">
              <a:buNone/>
            </a:pPr>
            <a:r>
              <a:rPr lang="en-US" altLang="zh-TW" sz="1200" dirty="0"/>
              <a:t>      &lt;</a:t>
            </a:r>
            <a:r>
              <a:rPr lang="en-US" altLang="zh-TW" sz="1200" dirty="0" err="1"/>
              <a:t>ul</a:t>
            </a:r>
            <a:r>
              <a:rPr lang="en-US" altLang="zh-TW" sz="1200" dirty="0"/>
              <a:t> class="parent"&gt;</a:t>
            </a:r>
          </a:p>
          <a:p>
            <a:pPr marL="0" indent="0">
              <a:buNone/>
            </a:pPr>
            <a:r>
              <a:rPr lang="en-US" altLang="zh-TW" sz="1200" dirty="0"/>
              <a:t>         &lt;li class="child-three"&gt;Child Three&lt;/li&gt;</a:t>
            </a:r>
          </a:p>
          <a:p>
            <a:pPr marL="0" indent="0">
              <a:buNone/>
            </a:pPr>
            <a:r>
              <a:rPr lang="en-US" altLang="zh-TW" sz="1200" dirty="0"/>
              <a:t>         &lt;li class="child-four"&gt;Child Four&lt;/li&gt;</a:t>
            </a:r>
          </a:p>
          <a:p>
            <a:pPr marL="0" indent="0">
              <a:buNone/>
            </a:pPr>
            <a:r>
              <a:rPr lang="en-US" altLang="zh-TW" sz="1200" dirty="0"/>
              <a:t>      &lt;/</a:t>
            </a:r>
            <a:r>
              <a:rPr lang="en-US" altLang="zh-TW" sz="1200" dirty="0" err="1"/>
              <a:t>ul</a:t>
            </a:r>
            <a:r>
              <a:rPr lang="en-US" altLang="zh-TW" sz="1200" dirty="0"/>
              <a:t>&gt;</a:t>
            </a:r>
          </a:p>
          <a:p>
            <a:pPr marL="0" indent="0">
              <a:buNone/>
            </a:pPr>
            <a:r>
              <a:rPr lang="en-US" altLang="zh-TW" sz="1200" dirty="0"/>
              <a:t>   &lt;/div&gt;</a:t>
            </a:r>
          </a:p>
          <a:p>
            <a:pPr marL="0" indent="0">
              <a:buNone/>
            </a:pPr>
            <a:r>
              <a:rPr lang="en-US" altLang="zh-TW" sz="1200" dirty="0"/>
              <a:t>&lt;/div&gt;</a:t>
            </a:r>
            <a:endParaRPr lang="zh-TW" altLang="en-US" sz="1200" dirty="0"/>
          </a:p>
        </p:txBody>
      </p:sp>
      <p:sp>
        <p:nvSpPr>
          <p:cNvPr id="5" name="文字方塊 4">
            <a:extLst>
              <a:ext uri="{FF2B5EF4-FFF2-40B4-BE49-F238E27FC236}">
                <a16:creationId xmlns:a16="http://schemas.microsoft.com/office/drawing/2014/main" id="{5508A241-8844-4339-B6AC-843DE4C2D221}"/>
              </a:ext>
            </a:extLst>
          </p:cNvPr>
          <p:cNvSpPr txBox="1"/>
          <p:nvPr/>
        </p:nvSpPr>
        <p:spPr>
          <a:xfrm>
            <a:off x="2627784" y="1552488"/>
            <a:ext cx="6462464" cy="400110"/>
          </a:xfrm>
          <a:prstGeom prst="rect">
            <a:avLst/>
          </a:prstGeom>
          <a:noFill/>
          <a:ln>
            <a:solidFill>
              <a:srgbClr val="C00000"/>
            </a:solidFill>
          </a:ln>
        </p:spPr>
        <p:txBody>
          <a:bodyPr wrap="square">
            <a:spAutoFit/>
          </a:bodyPr>
          <a:lstStyle/>
          <a:p>
            <a:r>
              <a:rPr lang="en-US" altLang="zh-TW" sz="2000" b="0" i="0" dirty="0">
                <a:solidFill>
                  <a:srgbClr val="DD4A68"/>
                </a:solidFill>
                <a:effectLst/>
                <a:latin typeface="Liberation Mono"/>
              </a:rPr>
              <a:t>$</a:t>
            </a:r>
            <a:r>
              <a:rPr lang="en-US" altLang="zh-TW" sz="2000" b="0" i="0" dirty="0">
                <a:solidFill>
                  <a:srgbClr val="999999"/>
                </a:solidFill>
                <a:effectLst/>
                <a:latin typeface="Liberation Mono"/>
              </a:rPr>
              <a:t>(</a:t>
            </a:r>
            <a:r>
              <a:rPr lang="en-US" altLang="zh-TW" sz="2000" b="0" i="0" dirty="0">
                <a:solidFill>
                  <a:srgbClr val="000000"/>
                </a:solidFill>
                <a:effectLst/>
                <a:latin typeface="Liberation Mono"/>
              </a:rPr>
              <a:t> </a:t>
            </a:r>
            <a:r>
              <a:rPr lang="en-US" altLang="zh-TW" sz="2000" b="0" i="0" dirty="0">
                <a:solidFill>
                  <a:srgbClr val="039624"/>
                </a:solidFill>
                <a:effectLst/>
                <a:latin typeface="Liberation Mono"/>
              </a:rPr>
              <a:t>".grand-parent"</a:t>
            </a:r>
            <a:r>
              <a:rPr lang="en-US" altLang="zh-TW" sz="2000" b="0" i="0" dirty="0">
                <a:solidFill>
                  <a:srgbClr val="000000"/>
                </a:solidFill>
                <a:effectLst/>
                <a:latin typeface="Liberation Mono"/>
              </a:rPr>
              <a:t> </a:t>
            </a:r>
            <a:r>
              <a:rPr lang="en-US" altLang="zh-TW" sz="2000" b="0" i="0" dirty="0">
                <a:solidFill>
                  <a:srgbClr val="999999"/>
                </a:solidFill>
                <a:effectLst/>
                <a:latin typeface="Liberation Mono"/>
              </a:rPr>
              <a:t>).</a:t>
            </a:r>
            <a:r>
              <a:rPr lang="en-US" altLang="zh-TW" sz="2000" b="0" i="0" dirty="0">
                <a:solidFill>
                  <a:srgbClr val="DD4A68"/>
                </a:solidFill>
                <a:effectLst/>
                <a:latin typeface="Liberation Mono"/>
              </a:rPr>
              <a:t>find</a:t>
            </a:r>
            <a:r>
              <a:rPr lang="en-US" altLang="zh-TW" sz="2000" b="0" i="0" dirty="0">
                <a:solidFill>
                  <a:srgbClr val="999999"/>
                </a:solidFill>
                <a:effectLst/>
                <a:latin typeface="Liberation Mono"/>
              </a:rPr>
              <a:t>(</a:t>
            </a:r>
            <a:r>
              <a:rPr lang="en-US" altLang="zh-TW" sz="2000" b="0" i="0" dirty="0">
                <a:solidFill>
                  <a:srgbClr val="039624"/>
                </a:solidFill>
                <a:effectLst/>
                <a:latin typeface="Liberation Mono"/>
              </a:rPr>
              <a:t>"li"</a:t>
            </a:r>
            <a:r>
              <a:rPr lang="en-US" altLang="zh-TW" sz="2000" b="0" i="0" dirty="0">
                <a:solidFill>
                  <a:srgbClr val="999999"/>
                </a:solidFill>
                <a:effectLst/>
                <a:latin typeface="Liberation Mono"/>
              </a:rPr>
              <a:t>).</a:t>
            </a:r>
            <a:r>
              <a:rPr lang="en-US" altLang="zh-TW" sz="2000" b="0" i="0" dirty="0" err="1">
                <a:solidFill>
                  <a:srgbClr val="DD4A68"/>
                </a:solidFill>
                <a:effectLst/>
                <a:latin typeface="Liberation Mono"/>
              </a:rPr>
              <a:t>css</a:t>
            </a:r>
            <a:r>
              <a:rPr lang="en-US" altLang="zh-TW" sz="2000" b="0" i="0" dirty="0">
                <a:solidFill>
                  <a:srgbClr val="999999"/>
                </a:solidFill>
                <a:effectLst/>
                <a:latin typeface="Liberation Mono"/>
              </a:rPr>
              <a:t>(</a:t>
            </a:r>
            <a:r>
              <a:rPr lang="en-US" altLang="zh-TW" sz="2000" b="0" i="0" dirty="0">
                <a:solidFill>
                  <a:srgbClr val="000000"/>
                </a:solidFill>
                <a:effectLst/>
                <a:latin typeface="Liberation Mono"/>
              </a:rPr>
              <a:t> </a:t>
            </a:r>
            <a:r>
              <a:rPr lang="en-US" altLang="zh-TW" sz="2000" b="0" i="0" dirty="0">
                <a:solidFill>
                  <a:srgbClr val="039624"/>
                </a:solidFill>
                <a:effectLst/>
                <a:latin typeface="Liberation Mono"/>
              </a:rPr>
              <a:t>"border"</a:t>
            </a:r>
            <a:r>
              <a:rPr lang="en-US" altLang="zh-TW" sz="2000" b="0" i="0" dirty="0">
                <a:solidFill>
                  <a:srgbClr val="999999"/>
                </a:solidFill>
                <a:effectLst/>
                <a:latin typeface="Liberation Mono"/>
              </a:rPr>
              <a:t>,</a:t>
            </a:r>
            <a:r>
              <a:rPr lang="en-US" altLang="zh-TW" sz="2000" b="0" i="0" dirty="0">
                <a:solidFill>
                  <a:srgbClr val="000000"/>
                </a:solidFill>
                <a:effectLst/>
                <a:latin typeface="Liberation Mono"/>
              </a:rPr>
              <a:t> </a:t>
            </a:r>
            <a:r>
              <a:rPr lang="en-US" altLang="zh-TW" sz="2000" b="0" i="0" dirty="0">
                <a:solidFill>
                  <a:srgbClr val="039624"/>
                </a:solidFill>
                <a:effectLst/>
                <a:latin typeface="Liberation Mono"/>
              </a:rPr>
              <a:t>"2px solid red"</a:t>
            </a:r>
            <a:r>
              <a:rPr lang="en-US" altLang="zh-TW" sz="2000" b="0" i="0" dirty="0">
                <a:solidFill>
                  <a:srgbClr val="000000"/>
                </a:solidFill>
                <a:effectLst/>
                <a:latin typeface="Liberation Mono"/>
              </a:rPr>
              <a:t> </a:t>
            </a:r>
            <a:r>
              <a:rPr lang="en-US" altLang="zh-TW" sz="2000" b="0" i="0" dirty="0">
                <a:solidFill>
                  <a:srgbClr val="999999"/>
                </a:solidFill>
                <a:effectLst/>
                <a:latin typeface="Liberation Mono"/>
              </a:rPr>
              <a:t>);</a:t>
            </a:r>
            <a:endParaRPr lang="zh-TW" altLang="en-US" sz="2000" dirty="0"/>
          </a:p>
        </p:txBody>
      </p:sp>
      <p:sp>
        <p:nvSpPr>
          <p:cNvPr id="7" name="文字方塊 6">
            <a:extLst>
              <a:ext uri="{FF2B5EF4-FFF2-40B4-BE49-F238E27FC236}">
                <a16:creationId xmlns:a16="http://schemas.microsoft.com/office/drawing/2014/main" id="{E843A81D-F814-4F63-B16A-474636B4FE68}"/>
              </a:ext>
            </a:extLst>
          </p:cNvPr>
          <p:cNvSpPr txBox="1"/>
          <p:nvPr/>
        </p:nvSpPr>
        <p:spPr>
          <a:xfrm>
            <a:off x="3203848" y="2924944"/>
            <a:ext cx="6100718" cy="3108543"/>
          </a:xfrm>
          <a:prstGeom prst="rect">
            <a:avLst/>
          </a:prstGeom>
          <a:noFill/>
        </p:spPr>
        <p:txBody>
          <a:bodyPr wrap="square">
            <a:spAutoFit/>
          </a:bodyPr>
          <a:lstStyle/>
          <a:p>
            <a:r>
              <a:rPr lang="en-US" altLang="zh-TW" sz="1400" dirty="0"/>
              <a:t>&lt;div class="great-grand-parent"&gt;</a:t>
            </a:r>
          </a:p>
          <a:p>
            <a:r>
              <a:rPr lang="en-US" altLang="zh-TW" sz="1400" dirty="0"/>
              <a:t>   &lt;div class="grand-parent"&gt;</a:t>
            </a:r>
          </a:p>
          <a:p>
            <a:r>
              <a:rPr lang="en-US" altLang="zh-TW" sz="1400" dirty="0"/>
              <a:t>      &lt;</a:t>
            </a:r>
            <a:r>
              <a:rPr lang="en-US" altLang="zh-TW" sz="1400" dirty="0" err="1"/>
              <a:t>ul</a:t>
            </a:r>
            <a:r>
              <a:rPr lang="en-US" altLang="zh-TW" sz="1400" dirty="0"/>
              <a:t> class="parent"&gt;</a:t>
            </a:r>
          </a:p>
          <a:p>
            <a:r>
              <a:rPr lang="en-US" altLang="zh-TW" sz="1400" dirty="0">
                <a:solidFill>
                  <a:srgbClr val="CC0000"/>
                </a:solidFill>
              </a:rPr>
              <a:t>         &lt;li class="child-one"  style="border:2px solid red"&gt;Child One&lt;/li&gt;</a:t>
            </a:r>
          </a:p>
          <a:p>
            <a:r>
              <a:rPr lang="en-US" altLang="zh-TW" sz="1400" dirty="0">
                <a:solidFill>
                  <a:srgbClr val="CC0000"/>
                </a:solidFill>
              </a:rPr>
              <a:t>         &lt;li class="child-two"  style="border:2px solid red"&gt;Child Two&lt;/li&gt;</a:t>
            </a:r>
          </a:p>
          <a:p>
            <a:r>
              <a:rPr lang="en-US" altLang="zh-TW" sz="1400" dirty="0"/>
              <a:t>      &lt;/</a:t>
            </a:r>
            <a:r>
              <a:rPr lang="en-US" altLang="zh-TW" sz="1400" dirty="0" err="1"/>
              <a:t>ul</a:t>
            </a:r>
            <a:r>
              <a:rPr lang="en-US" altLang="zh-TW" sz="1400" dirty="0"/>
              <a:t>&gt;</a:t>
            </a:r>
          </a:p>
          <a:p>
            <a:r>
              <a:rPr lang="en-US" altLang="zh-TW" sz="1400" dirty="0"/>
              <a:t>   &lt;/div&gt;</a:t>
            </a:r>
          </a:p>
          <a:p>
            <a:r>
              <a:rPr lang="en-US" altLang="zh-TW" sz="1400" dirty="0"/>
              <a:t>   &lt;div class="grand-parent" style="border:2px solid red"&gt;</a:t>
            </a:r>
          </a:p>
          <a:p>
            <a:r>
              <a:rPr lang="en-US" altLang="zh-TW" sz="1400" dirty="0"/>
              <a:t>      &lt;</a:t>
            </a:r>
            <a:r>
              <a:rPr lang="en-US" altLang="zh-TW" sz="1400" dirty="0" err="1"/>
              <a:t>ul</a:t>
            </a:r>
            <a:r>
              <a:rPr lang="en-US" altLang="zh-TW" sz="1400" dirty="0"/>
              <a:t> class="parent"&gt;</a:t>
            </a:r>
          </a:p>
          <a:p>
            <a:r>
              <a:rPr lang="en-US" altLang="zh-TW" sz="1400" dirty="0"/>
              <a:t>         </a:t>
            </a:r>
            <a:r>
              <a:rPr lang="en-US" altLang="zh-TW" sz="1400" dirty="0">
                <a:solidFill>
                  <a:srgbClr val="CC0000"/>
                </a:solidFill>
              </a:rPr>
              <a:t>&lt;li class="child-three"  style="border:2px solid red"&gt;Child Three&lt;/li&gt;</a:t>
            </a:r>
          </a:p>
          <a:p>
            <a:r>
              <a:rPr lang="en-US" altLang="zh-TW" sz="1400" dirty="0">
                <a:solidFill>
                  <a:srgbClr val="CC0000"/>
                </a:solidFill>
              </a:rPr>
              <a:t>         &lt;li class="child-four"  style="border:2px solid red"&gt;Child Four&lt;/li&gt;</a:t>
            </a:r>
          </a:p>
          <a:p>
            <a:r>
              <a:rPr lang="en-US" altLang="zh-TW" sz="1400" dirty="0"/>
              <a:t>      &lt;/</a:t>
            </a:r>
            <a:r>
              <a:rPr lang="en-US" altLang="zh-TW" sz="1400" dirty="0" err="1"/>
              <a:t>ul</a:t>
            </a:r>
            <a:r>
              <a:rPr lang="en-US" altLang="zh-TW" sz="1400" dirty="0"/>
              <a:t>&gt;</a:t>
            </a:r>
          </a:p>
          <a:p>
            <a:r>
              <a:rPr lang="en-US" altLang="zh-TW" sz="1400" dirty="0"/>
              <a:t>   &lt;/div&gt;</a:t>
            </a:r>
          </a:p>
          <a:p>
            <a:r>
              <a:rPr lang="en-US" altLang="zh-TW" sz="1400" dirty="0"/>
              <a:t>&lt;/div&gt;</a:t>
            </a:r>
            <a:endParaRPr lang="zh-TW" altLang="en-US" sz="1400" dirty="0"/>
          </a:p>
        </p:txBody>
      </p:sp>
    </p:spTree>
    <p:extLst>
      <p:ext uri="{BB962C8B-B14F-4D97-AF65-F5344CB8AC3E}">
        <p14:creationId xmlns:p14="http://schemas.microsoft.com/office/powerpoint/2010/main" val="347724048"/>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090AAD6-9BA0-4C2D-BE8C-D87FD945A630}"/>
              </a:ext>
            </a:extLst>
          </p:cNvPr>
          <p:cNvSpPr>
            <a:spLocks noGrp="1"/>
          </p:cNvSpPr>
          <p:nvPr>
            <p:ph type="title"/>
          </p:nvPr>
        </p:nvSpPr>
        <p:spPr>
          <a:xfrm>
            <a:off x="755576" y="332656"/>
            <a:ext cx="8229600" cy="792162"/>
          </a:xfrm>
        </p:spPr>
        <p:txBody>
          <a:bodyPr/>
          <a:lstStyle/>
          <a:p>
            <a:r>
              <a:rPr lang="en-US" altLang="zh-TW" dirty="0"/>
              <a:t>jQuery </a:t>
            </a:r>
            <a:r>
              <a:rPr lang="zh-TW" altLang="en-US" dirty="0"/>
              <a:t>事件</a:t>
            </a:r>
            <a:r>
              <a:rPr lang="en-US" altLang="zh-TW" dirty="0"/>
              <a:t>(1)</a:t>
            </a:r>
            <a:endParaRPr lang="zh-TW" altLang="en-US" dirty="0"/>
          </a:p>
        </p:txBody>
      </p:sp>
      <p:sp>
        <p:nvSpPr>
          <p:cNvPr id="3" name="文字版面配置區 2">
            <a:extLst>
              <a:ext uri="{FF2B5EF4-FFF2-40B4-BE49-F238E27FC236}">
                <a16:creationId xmlns:a16="http://schemas.microsoft.com/office/drawing/2014/main" id="{57A7795F-2D8D-49ED-88CB-B7BE5887D780}"/>
              </a:ext>
            </a:extLst>
          </p:cNvPr>
          <p:cNvSpPr>
            <a:spLocks noGrp="1"/>
          </p:cNvSpPr>
          <p:nvPr>
            <p:ph type="body" idx="1"/>
          </p:nvPr>
        </p:nvSpPr>
        <p:spPr>
          <a:xfrm>
            <a:off x="179512" y="1052736"/>
            <a:ext cx="8928992" cy="5616624"/>
          </a:xfrm>
        </p:spPr>
        <p:txBody>
          <a:bodyPr/>
          <a:lstStyle/>
          <a:p>
            <a:r>
              <a:rPr lang="en-US" altLang="zh-TW" sz="2400" dirty="0"/>
              <a:t>mouse enter </a:t>
            </a:r>
            <a:r>
              <a:rPr lang="zh-TW" altLang="en-US" sz="2400" dirty="0"/>
              <a:t>事件</a:t>
            </a:r>
            <a:endParaRPr lang="en-US" altLang="zh-TW" sz="2400" dirty="0"/>
          </a:p>
          <a:p>
            <a:pPr marL="0" indent="0">
              <a:buNone/>
            </a:pPr>
            <a:r>
              <a:rPr lang="en-US" altLang="zh-TW" sz="1800" dirty="0"/>
              <a:t>&lt;script&gt;</a:t>
            </a:r>
          </a:p>
          <a:p>
            <a:pPr marL="0" indent="0">
              <a:buNone/>
            </a:pPr>
            <a:r>
              <a:rPr lang="en-US" altLang="zh-TW" sz="1800" dirty="0"/>
              <a:t>   $(document).ready(function() {</a:t>
            </a:r>
          </a:p>
          <a:p>
            <a:pPr marL="0" indent="0">
              <a:buNone/>
            </a:pPr>
            <a:r>
              <a:rPr lang="en-US" altLang="zh-TW" sz="1800" dirty="0"/>
              <a:t>      $("div").</a:t>
            </a:r>
            <a:r>
              <a:rPr lang="en-US" altLang="zh-TW" sz="1800" dirty="0" err="1">
                <a:solidFill>
                  <a:srgbClr val="CC0000"/>
                </a:solidFill>
              </a:rPr>
              <a:t>mouseenter</a:t>
            </a:r>
            <a:r>
              <a:rPr lang="en-US" altLang="zh-TW" sz="1800" dirty="0"/>
              <a:t>(function(){</a:t>
            </a:r>
          </a:p>
          <a:p>
            <a:pPr marL="0" indent="0">
              <a:buNone/>
            </a:pPr>
            <a:r>
              <a:rPr lang="en-US" altLang="zh-TW" sz="1800" dirty="0"/>
              <a:t>         alert('Cursor is in!');</a:t>
            </a:r>
          </a:p>
          <a:p>
            <a:pPr marL="0" indent="0">
              <a:buNone/>
            </a:pPr>
            <a:r>
              <a:rPr lang="en-US" altLang="zh-TW" sz="1800" dirty="0"/>
              <a:t>      });</a:t>
            </a:r>
          </a:p>
          <a:p>
            <a:pPr marL="0" indent="0">
              <a:buNone/>
            </a:pPr>
            <a:r>
              <a:rPr lang="en-US" altLang="zh-TW" sz="1800" dirty="0"/>
              <a:t>   });</a:t>
            </a:r>
          </a:p>
          <a:p>
            <a:pPr marL="0" indent="0">
              <a:buNone/>
            </a:pPr>
            <a:r>
              <a:rPr lang="en-US" altLang="zh-TW" sz="1800" dirty="0"/>
              <a:t>&lt;/script&gt;</a:t>
            </a:r>
          </a:p>
          <a:p>
            <a:pPr marL="0" indent="0">
              <a:buNone/>
            </a:pPr>
            <a:r>
              <a:rPr lang="en-US" altLang="zh-TW" sz="1800" dirty="0"/>
              <a:t>&lt;style&gt;</a:t>
            </a:r>
          </a:p>
          <a:p>
            <a:pPr marL="0" indent="0">
              <a:buNone/>
            </a:pPr>
            <a:r>
              <a:rPr lang="en-US" altLang="zh-TW" sz="1800" dirty="0"/>
              <a:t>   div{ margin:10px;padding:12px; border:2px solid #666; width:60px;cursor:pointer}</a:t>
            </a:r>
          </a:p>
          <a:p>
            <a:pPr marL="0" indent="0">
              <a:buNone/>
            </a:pPr>
            <a:r>
              <a:rPr lang="en-US" altLang="zh-TW" sz="1800" dirty="0"/>
              <a:t>&lt;/style&gt;</a:t>
            </a:r>
          </a:p>
          <a:p>
            <a:pPr marL="0" indent="0">
              <a:buNone/>
            </a:pPr>
            <a:r>
              <a:rPr lang="en-US" altLang="zh-TW" sz="1800" dirty="0"/>
              <a:t>&lt;/head&gt;</a:t>
            </a:r>
          </a:p>
          <a:p>
            <a:pPr marL="0" indent="0">
              <a:buNone/>
            </a:pPr>
            <a:r>
              <a:rPr lang="en-US" altLang="zh-TW" sz="1800" dirty="0"/>
              <a:t>&lt;body&gt;</a:t>
            </a:r>
          </a:p>
          <a:p>
            <a:pPr marL="0" indent="0">
              <a:buNone/>
            </a:pPr>
            <a:r>
              <a:rPr lang="en-US" altLang="zh-TW" sz="1800" dirty="0">
                <a:solidFill>
                  <a:srgbClr val="CC0000"/>
                </a:solidFill>
              </a:rPr>
              <a:t>    &lt;div&gt;One&lt;/div&gt;</a:t>
            </a:r>
          </a:p>
          <a:p>
            <a:pPr marL="0" indent="0">
              <a:buNone/>
            </a:pPr>
            <a:r>
              <a:rPr lang="en-US" altLang="zh-TW" sz="1800" dirty="0"/>
              <a:t>&lt;/body&gt;</a:t>
            </a:r>
            <a:endParaRPr lang="zh-TW" altLang="en-US" sz="1800" dirty="0"/>
          </a:p>
        </p:txBody>
      </p:sp>
    </p:spTree>
    <p:extLst>
      <p:ext uri="{BB962C8B-B14F-4D97-AF65-F5344CB8AC3E}">
        <p14:creationId xmlns:p14="http://schemas.microsoft.com/office/powerpoint/2010/main" val="420005937"/>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090AAD6-9BA0-4C2D-BE8C-D87FD945A630}"/>
              </a:ext>
            </a:extLst>
          </p:cNvPr>
          <p:cNvSpPr>
            <a:spLocks noGrp="1"/>
          </p:cNvSpPr>
          <p:nvPr>
            <p:ph type="title"/>
          </p:nvPr>
        </p:nvSpPr>
        <p:spPr>
          <a:xfrm>
            <a:off x="755576" y="332656"/>
            <a:ext cx="8229600" cy="792162"/>
          </a:xfrm>
        </p:spPr>
        <p:txBody>
          <a:bodyPr/>
          <a:lstStyle/>
          <a:p>
            <a:r>
              <a:rPr lang="en-US" altLang="zh-TW" dirty="0"/>
              <a:t>jQuery </a:t>
            </a:r>
            <a:r>
              <a:rPr lang="zh-TW" altLang="en-US" dirty="0"/>
              <a:t>事件</a:t>
            </a:r>
            <a:r>
              <a:rPr lang="en-US" altLang="zh-TW" dirty="0"/>
              <a:t>(2)</a:t>
            </a:r>
            <a:endParaRPr lang="zh-TW" altLang="en-US" dirty="0"/>
          </a:p>
        </p:txBody>
      </p:sp>
      <p:sp>
        <p:nvSpPr>
          <p:cNvPr id="3" name="文字版面配置區 2">
            <a:extLst>
              <a:ext uri="{FF2B5EF4-FFF2-40B4-BE49-F238E27FC236}">
                <a16:creationId xmlns:a16="http://schemas.microsoft.com/office/drawing/2014/main" id="{57A7795F-2D8D-49ED-88CB-B7BE5887D780}"/>
              </a:ext>
            </a:extLst>
          </p:cNvPr>
          <p:cNvSpPr>
            <a:spLocks noGrp="1"/>
          </p:cNvSpPr>
          <p:nvPr>
            <p:ph type="body" idx="1"/>
          </p:nvPr>
        </p:nvSpPr>
        <p:spPr>
          <a:xfrm>
            <a:off x="179512" y="1052736"/>
            <a:ext cx="8928992" cy="5616624"/>
          </a:xfrm>
        </p:spPr>
        <p:txBody>
          <a:bodyPr/>
          <a:lstStyle/>
          <a:p>
            <a:r>
              <a:rPr lang="en-US" altLang="zh-TW" sz="2400" dirty="0"/>
              <a:t>mouse leave  </a:t>
            </a:r>
            <a:r>
              <a:rPr lang="zh-TW" altLang="en-US" sz="2400" dirty="0"/>
              <a:t>事件</a:t>
            </a:r>
            <a:endParaRPr lang="en-US" altLang="zh-TW" sz="2400" dirty="0"/>
          </a:p>
          <a:p>
            <a:pPr marL="0" indent="0">
              <a:buNone/>
            </a:pPr>
            <a:r>
              <a:rPr lang="en-US" altLang="zh-TW" sz="1800" dirty="0"/>
              <a:t>&lt;script&gt;</a:t>
            </a:r>
          </a:p>
          <a:p>
            <a:pPr marL="0" indent="0">
              <a:buNone/>
            </a:pPr>
            <a:r>
              <a:rPr lang="en-US" altLang="zh-TW" sz="1800" dirty="0"/>
              <a:t>   $(document).ready(function() {</a:t>
            </a:r>
          </a:p>
          <a:p>
            <a:pPr marL="0" indent="0">
              <a:buNone/>
            </a:pPr>
            <a:r>
              <a:rPr lang="en-US" altLang="zh-TW" sz="1800" dirty="0"/>
              <a:t>      $("</a:t>
            </a:r>
            <a:r>
              <a:rPr lang="en-US" altLang="zh-TW" sz="1800" dirty="0">
                <a:solidFill>
                  <a:srgbClr val="CC0000"/>
                </a:solidFill>
              </a:rPr>
              <a:t>div</a:t>
            </a:r>
            <a:r>
              <a:rPr lang="en-US" altLang="zh-TW" sz="1800" dirty="0"/>
              <a:t>").</a:t>
            </a:r>
            <a:r>
              <a:rPr lang="en-US" altLang="zh-TW" sz="1800" dirty="0" err="1">
                <a:solidFill>
                  <a:srgbClr val="CC0000"/>
                </a:solidFill>
              </a:rPr>
              <a:t>mouseleave</a:t>
            </a:r>
            <a:r>
              <a:rPr lang="en-US" altLang="zh-TW" sz="1800" dirty="0"/>
              <a:t>(function(){</a:t>
            </a:r>
          </a:p>
          <a:p>
            <a:pPr marL="0" indent="0">
              <a:buNone/>
            </a:pPr>
            <a:r>
              <a:rPr lang="en-US" altLang="zh-TW" sz="1800" dirty="0"/>
              <a:t>         alert('</a:t>
            </a:r>
            <a:r>
              <a:rPr lang="en-US" altLang="zh-TW" sz="1800" dirty="0" err="1"/>
              <a:t>Curosr</a:t>
            </a:r>
            <a:r>
              <a:rPr lang="en-US" altLang="zh-TW" sz="1800" dirty="0"/>
              <a:t> is out!');</a:t>
            </a:r>
          </a:p>
          <a:p>
            <a:pPr marL="0" indent="0">
              <a:buNone/>
            </a:pPr>
            <a:r>
              <a:rPr lang="en-US" altLang="zh-TW" sz="1800" dirty="0"/>
              <a:t>      });</a:t>
            </a:r>
          </a:p>
          <a:p>
            <a:pPr marL="0" indent="0">
              <a:buNone/>
            </a:pPr>
            <a:r>
              <a:rPr lang="en-US" altLang="zh-TW" sz="1800" dirty="0"/>
              <a:t>   });</a:t>
            </a:r>
          </a:p>
          <a:p>
            <a:pPr marL="0" indent="0">
              <a:buNone/>
            </a:pPr>
            <a:r>
              <a:rPr lang="en-US" altLang="zh-TW" sz="1800" dirty="0"/>
              <a:t>&lt;/script&gt;</a:t>
            </a:r>
          </a:p>
          <a:p>
            <a:pPr marL="0" indent="0">
              <a:buNone/>
            </a:pPr>
            <a:r>
              <a:rPr lang="en-US" altLang="zh-TW" sz="1800" dirty="0"/>
              <a:t>&lt;style&gt;</a:t>
            </a:r>
          </a:p>
          <a:p>
            <a:pPr marL="0" indent="0">
              <a:buNone/>
            </a:pPr>
            <a:r>
              <a:rPr lang="en-US" altLang="zh-TW" sz="1800" dirty="0"/>
              <a:t>   div{ margin:10px;padding:12px; border:2px solid #666; width:60px; </a:t>
            </a:r>
            <a:r>
              <a:rPr lang="en-US" altLang="zh-TW" sz="1800" dirty="0" err="1"/>
              <a:t>cursor:pointer</a:t>
            </a:r>
            <a:r>
              <a:rPr lang="en-US" altLang="zh-TW" sz="1800" dirty="0"/>
              <a:t>}</a:t>
            </a:r>
          </a:p>
          <a:p>
            <a:pPr marL="0" indent="0">
              <a:buNone/>
            </a:pPr>
            <a:r>
              <a:rPr lang="en-US" altLang="zh-TW" sz="1800" dirty="0"/>
              <a:t>&lt;/style&gt;</a:t>
            </a:r>
          </a:p>
          <a:p>
            <a:pPr marL="0" indent="0">
              <a:buNone/>
            </a:pPr>
            <a:r>
              <a:rPr lang="en-US" altLang="zh-TW" sz="1800" dirty="0"/>
              <a:t>&lt;/head&gt;</a:t>
            </a:r>
          </a:p>
          <a:p>
            <a:pPr marL="0" indent="0">
              <a:buNone/>
            </a:pPr>
            <a:r>
              <a:rPr lang="en-US" altLang="zh-TW" sz="1800" dirty="0"/>
              <a:t>&lt;body&gt;</a:t>
            </a:r>
          </a:p>
          <a:p>
            <a:pPr marL="0" indent="0">
              <a:buNone/>
            </a:pPr>
            <a:r>
              <a:rPr lang="en-US" altLang="zh-TW" sz="1800" dirty="0">
                <a:solidFill>
                  <a:srgbClr val="CC0000"/>
                </a:solidFill>
              </a:rPr>
              <a:t>&lt;div&gt;One&lt;/div&gt;</a:t>
            </a:r>
          </a:p>
          <a:p>
            <a:pPr marL="0" indent="0">
              <a:buNone/>
            </a:pPr>
            <a:r>
              <a:rPr lang="en-US" altLang="zh-TW" sz="1800" dirty="0"/>
              <a:t>&lt;/body&gt;</a:t>
            </a:r>
            <a:endParaRPr lang="zh-TW" altLang="en-US" sz="1800" dirty="0"/>
          </a:p>
        </p:txBody>
      </p:sp>
    </p:spTree>
    <p:extLst>
      <p:ext uri="{BB962C8B-B14F-4D97-AF65-F5344CB8AC3E}">
        <p14:creationId xmlns:p14="http://schemas.microsoft.com/office/powerpoint/2010/main" val="3992735316"/>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090AAD6-9BA0-4C2D-BE8C-D87FD945A630}"/>
              </a:ext>
            </a:extLst>
          </p:cNvPr>
          <p:cNvSpPr>
            <a:spLocks noGrp="1"/>
          </p:cNvSpPr>
          <p:nvPr>
            <p:ph type="title"/>
          </p:nvPr>
        </p:nvSpPr>
        <p:spPr>
          <a:xfrm>
            <a:off x="755576" y="332656"/>
            <a:ext cx="8229600" cy="792162"/>
          </a:xfrm>
        </p:spPr>
        <p:txBody>
          <a:bodyPr/>
          <a:lstStyle/>
          <a:p>
            <a:r>
              <a:rPr lang="en-US" altLang="zh-TW" dirty="0"/>
              <a:t>jQuery </a:t>
            </a:r>
            <a:r>
              <a:rPr lang="zh-TW" altLang="en-US" dirty="0"/>
              <a:t>事件</a:t>
            </a:r>
            <a:r>
              <a:rPr lang="en-US" altLang="zh-TW" dirty="0"/>
              <a:t>(3)</a:t>
            </a:r>
            <a:endParaRPr lang="zh-TW" altLang="en-US" dirty="0"/>
          </a:p>
        </p:txBody>
      </p:sp>
      <p:sp>
        <p:nvSpPr>
          <p:cNvPr id="3" name="文字版面配置區 2">
            <a:extLst>
              <a:ext uri="{FF2B5EF4-FFF2-40B4-BE49-F238E27FC236}">
                <a16:creationId xmlns:a16="http://schemas.microsoft.com/office/drawing/2014/main" id="{57A7795F-2D8D-49ED-88CB-B7BE5887D780}"/>
              </a:ext>
            </a:extLst>
          </p:cNvPr>
          <p:cNvSpPr>
            <a:spLocks noGrp="1"/>
          </p:cNvSpPr>
          <p:nvPr>
            <p:ph type="body" idx="1"/>
          </p:nvPr>
        </p:nvSpPr>
        <p:spPr>
          <a:xfrm>
            <a:off x="179512" y="1052736"/>
            <a:ext cx="8928992" cy="5616624"/>
          </a:xfrm>
        </p:spPr>
        <p:txBody>
          <a:bodyPr/>
          <a:lstStyle/>
          <a:p>
            <a:r>
              <a:rPr lang="en-US" altLang="zh-TW" sz="2400" dirty="0"/>
              <a:t>mouse down  </a:t>
            </a:r>
            <a:r>
              <a:rPr lang="zh-TW" altLang="en-US" sz="2400" dirty="0"/>
              <a:t>事件</a:t>
            </a:r>
            <a:endParaRPr lang="en-US" altLang="zh-TW" sz="2400" dirty="0"/>
          </a:p>
          <a:p>
            <a:pPr marL="0" indent="0">
              <a:buNone/>
            </a:pPr>
            <a:r>
              <a:rPr lang="en-US" altLang="zh-TW" sz="1800" dirty="0"/>
              <a:t>&lt;script&gt;</a:t>
            </a:r>
          </a:p>
          <a:p>
            <a:pPr marL="0" indent="0">
              <a:buNone/>
            </a:pPr>
            <a:r>
              <a:rPr lang="en-US" altLang="zh-TW" sz="1800" dirty="0"/>
              <a:t>    $(document).ready(function() {</a:t>
            </a:r>
          </a:p>
          <a:p>
            <a:pPr marL="0" indent="0">
              <a:buNone/>
            </a:pPr>
            <a:r>
              <a:rPr lang="en-US" altLang="zh-TW" sz="1800" dirty="0"/>
              <a:t>      $("</a:t>
            </a:r>
            <a:r>
              <a:rPr lang="en-US" altLang="zh-TW" sz="1800" dirty="0">
                <a:solidFill>
                  <a:srgbClr val="CC0000"/>
                </a:solidFill>
              </a:rPr>
              <a:t>div</a:t>
            </a:r>
            <a:r>
              <a:rPr lang="en-US" altLang="zh-TW" sz="1800" dirty="0"/>
              <a:t>").</a:t>
            </a:r>
            <a:r>
              <a:rPr lang="en-US" altLang="zh-TW" sz="1800" dirty="0" err="1">
                <a:solidFill>
                  <a:srgbClr val="CC0000"/>
                </a:solidFill>
              </a:rPr>
              <a:t>mousedown</a:t>
            </a:r>
            <a:r>
              <a:rPr lang="en-US" altLang="zh-TW" sz="1800" dirty="0"/>
              <a:t>(function(){</a:t>
            </a:r>
          </a:p>
          <a:p>
            <a:pPr marL="0" indent="0">
              <a:buNone/>
            </a:pPr>
            <a:r>
              <a:rPr lang="en-US" altLang="zh-TW" sz="1800" dirty="0"/>
              <a:t>         alert('Mouse button is down!');</a:t>
            </a:r>
          </a:p>
          <a:p>
            <a:pPr marL="0" indent="0">
              <a:buNone/>
            </a:pPr>
            <a:r>
              <a:rPr lang="en-US" altLang="zh-TW" sz="1800" dirty="0"/>
              <a:t>      });</a:t>
            </a:r>
          </a:p>
          <a:p>
            <a:pPr marL="0" indent="0">
              <a:buNone/>
            </a:pPr>
            <a:r>
              <a:rPr lang="en-US" altLang="zh-TW" sz="1800" dirty="0"/>
              <a:t>   });</a:t>
            </a:r>
          </a:p>
          <a:p>
            <a:pPr marL="0" indent="0">
              <a:buNone/>
            </a:pPr>
            <a:r>
              <a:rPr lang="en-US" altLang="zh-TW" sz="1800" dirty="0"/>
              <a:t>&lt;/script&gt;</a:t>
            </a:r>
          </a:p>
          <a:p>
            <a:pPr marL="0" indent="0">
              <a:buNone/>
            </a:pPr>
            <a:r>
              <a:rPr lang="en-US" altLang="zh-TW" sz="1800" dirty="0"/>
              <a:t>&lt;style&gt;</a:t>
            </a:r>
          </a:p>
          <a:p>
            <a:pPr marL="0" indent="0">
              <a:buNone/>
            </a:pPr>
            <a:r>
              <a:rPr lang="en-US" altLang="zh-TW" sz="1800" dirty="0"/>
              <a:t>   div{ margin:10px;padding:12px; border:2px solid #666; width:60px; </a:t>
            </a:r>
            <a:r>
              <a:rPr lang="en-US" altLang="zh-TW" sz="1800" dirty="0" err="1"/>
              <a:t>cursor:pointer</a:t>
            </a:r>
            <a:r>
              <a:rPr lang="en-US" altLang="zh-TW" sz="1800" dirty="0"/>
              <a:t>}</a:t>
            </a:r>
          </a:p>
          <a:p>
            <a:pPr marL="0" indent="0">
              <a:buNone/>
            </a:pPr>
            <a:r>
              <a:rPr lang="en-US" altLang="zh-TW" sz="1800" dirty="0"/>
              <a:t>&lt;/style&gt;</a:t>
            </a:r>
          </a:p>
          <a:p>
            <a:pPr marL="0" indent="0">
              <a:buNone/>
            </a:pPr>
            <a:r>
              <a:rPr lang="en-US" altLang="zh-TW" sz="1800" dirty="0"/>
              <a:t>&lt;/head&gt;</a:t>
            </a:r>
          </a:p>
          <a:p>
            <a:pPr marL="0" indent="0">
              <a:buNone/>
            </a:pPr>
            <a:r>
              <a:rPr lang="en-US" altLang="zh-TW" sz="1800" dirty="0"/>
              <a:t>&lt;body&gt;</a:t>
            </a:r>
          </a:p>
          <a:p>
            <a:pPr marL="0" indent="0">
              <a:buNone/>
            </a:pPr>
            <a:r>
              <a:rPr lang="en-US" altLang="zh-TW" sz="1800" dirty="0">
                <a:solidFill>
                  <a:srgbClr val="CC0000"/>
                </a:solidFill>
              </a:rPr>
              <a:t>&lt;div&gt;One&lt;/div&gt;</a:t>
            </a:r>
          </a:p>
          <a:p>
            <a:pPr marL="0" indent="0">
              <a:buNone/>
            </a:pPr>
            <a:r>
              <a:rPr lang="en-US" altLang="zh-TW" sz="1800" dirty="0"/>
              <a:t>&lt;/body&gt;</a:t>
            </a:r>
            <a:endParaRPr lang="zh-TW" altLang="en-US" sz="1800" dirty="0"/>
          </a:p>
        </p:txBody>
      </p:sp>
    </p:spTree>
    <p:extLst>
      <p:ext uri="{BB962C8B-B14F-4D97-AF65-F5344CB8AC3E}">
        <p14:creationId xmlns:p14="http://schemas.microsoft.com/office/powerpoint/2010/main" val="404992410"/>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090AAD6-9BA0-4C2D-BE8C-D87FD945A630}"/>
              </a:ext>
            </a:extLst>
          </p:cNvPr>
          <p:cNvSpPr>
            <a:spLocks noGrp="1"/>
          </p:cNvSpPr>
          <p:nvPr>
            <p:ph type="title"/>
          </p:nvPr>
        </p:nvSpPr>
        <p:spPr>
          <a:xfrm>
            <a:off x="755576" y="332656"/>
            <a:ext cx="8229600" cy="792162"/>
          </a:xfrm>
        </p:spPr>
        <p:txBody>
          <a:bodyPr/>
          <a:lstStyle/>
          <a:p>
            <a:r>
              <a:rPr lang="en-US" altLang="zh-TW" dirty="0"/>
              <a:t>jQuery </a:t>
            </a:r>
            <a:r>
              <a:rPr lang="zh-TW" altLang="en-US" dirty="0"/>
              <a:t>事件</a:t>
            </a:r>
            <a:r>
              <a:rPr lang="en-US" altLang="zh-TW" dirty="0"/>
              <a:t>(4)</a:t>
            </a:r>
            <a:endParaRPr lang="zh-TW" altLang="en-US" dirty="0"/>
          </a:p>
        </p:txBody>
      </p:sp>
      <p:sp>
        <p:nvSpPr>
          <p:cNvPr id="3" name="文字版面配置區 2">
            <a:extLst>
              <a:ext uri="{FF2B5EF4-FFF2-40B4-BE49-F238E27FC236}">
                <a16:creationId xmlns:a16="http://schemas.microsoft.com/office/drawing/2014/main" id="{57A7795F-2D8D-49ED-88CB-B7BE5887D780}"/>
              </a:ext>
            </a:extLst>
          </p:cNvPr>
          <p:cNvSpPr>
            <a:spLocks noGrp="1"/>
          </p:cNvSpPr>
          <p:nvPr>
            <p:ph type="body" idx="1"/>
          </p:nvPr>
        </p:nvSpPr>
        <p:spPr>
          <a:xfrm>
            <a:off x="179512" y="1052736"/>
            <a:ext cx="8928992" cy="5616624"/>
          </a:xfrm>
        </p:spPr>
        <p:txBody>
          <a:bodyPr/>
          <a:lstStyle/>
          <a:p>
            <a:r>
              <a:rPr lang="en-US" altLang="zh-TW" sz="2400" dirty="0"/>
              <a:t>mouse up  </a:t>
            </a:r>
            <a:r>
              <a:rPr lang="zh-TW" altLang="en-US" sz="2400" dirty="0"/>
              <a:t>事件</a:t>
            </a:r>
            <a:endParaRPr lang="en-US" altLang="zh-TW" sz="2400" dirty="0"/>
          </a:p>
          <a:p>
            <a:pPr marL="0" indent="0">
              <a:buNone/>
            </a:pPr>
            <a:r>
              <a:rPr lang="en-US" altLang="zh-TW" sz="1800" dirty="0"/>
              <a:t>&lt;script&gt;</a:t>
            </a:r>
          </a:p>
          <a:p>
            <a:pPr marL="0" indent="0">
              <a:buNone/>
            </a:pPr>
            <a:r>
              <a:rPr lang="en-US" altLang="zh-TW" sz="1800" dirty="0"/>
              <a:t>    $(document).ready(function() {</a:t>
            </a:r>
          </a:p>
          <a:p>
            <a:pPr marL="0" indent="0">
              <a:buNone/>
            </a:pPr>
            <a:r>
              <a:rPr lang="en-US" altLang="zh-TW" sz="1800" dirty="0"/>
              <a:t>      $("</a:t>
            </a:r>
            <a:r>
              <a:rPr lang="en-US" altLang="zh-TW" sz="1800" dirty="0">
                <a:solidFill>
                  <a:srgbClr val="CC0000"/>
                </a:solidFill>
              </a:rPr>
              <a:t>div</a:t>
            </a:r>
            <a:r>
              <a:rPr lang="en-US" altLang="zh-TW" sz="1800" dirty="0"/>
              <a:t>").</a:t>
            </a:r>
            <a:r>
              <a:rPr lang="en-US" altLang="zh-TW" sz="1800" dirty="0" err="1">
                <a:solidFill>
                  <a:srgbClr val="CC0000"/>
                </a:solidFill>
              </a:rPr>
              <a:t>mouseup</a:t>
            </a:r>
            <a:r>
              <a:rPr lang="en-US" altLang="zh-TW" sz="1800" dirty="0"/>
              <a:t>(function(){</a:t>
            </a:r>
          </a:p>
          <a:p>
            <a:pPr marL="0" indent="0">
              <a:buNone/>
            </a:pPr>
            <a:r>
              <a:rPr lang="en-US" altLang="zh-TW" sz="1800" dirty="0"/>
              <a:t>         alert('Mouse button is released!');</a:t>
            </a:r>
          </a:p>
          <a:p>
            <a:pPr marL="0" indent="0">
              <a:buNone/>
            </a:pPr>
            <a:r>
              <a:rPr lang="en-US" altLang="zh-TW" sz="1800" dirty="0"/>
              <a:t>      });</a:t>
            </a:r>
          </a:p>
          <a:p>
            <a:pPr marL="0" indent="0">
              <a:buNone/>
            </a:pPr>
            <a:r>
              <a:rPr lang="en-US" altLang="zh-TW" sz="1800" dirty="0"/>
              <a:t>   });</a:t>
            </a:r>
          </a:p>
          <a:p>
            <a:pPr marL="0" indent="0">
              <a:buNone/>
            </a:pPr>
            <a:r>
              <a:rPr lang="en-US" altLang="zh-TW" sz="1800" dirty="0"/>
              <a:t>&lt;/script&gt;</a:t>
            </a:r>
          </a:p>
          <a:p>
            <a:pPr marL="0" indent="0">
              <a:buNone/>
            </a:pPr>
            <a:r>
              <a:rPr lang="en-US" altLang="zh-TW" sz="1800" dirty="0"/>
              <a:t>&lt;style&gt;</a:t>
            </a:r>
          </a:p>
          <a:p>
            <a:pPr marL="0" indent="0">
              <a:buNone/>
            </a:pPr>
            <a:r>
              <a:rPr lang="en-US" altLang="zh-TW" sz="1800" dirty="0"/>
              <a:t>   div{ margin:10px;padding:12px; border:2px solid #666; width:60px; </a:t>
            </a:r>
            <a:r>
              <a:rPr lang="en-US" altLang="zh-TW" sz="1800" dirty="0" err="1"/>
              <a:t>cursor:pointer</a:t>
            </a:r>
            <a:r>
              <a:rPr lang="en-US" altLang="zh-TW" sz="1800" dirty="0"/>
              <a:t>}</a:t>
            </a:r>
          </a:p>
          <a:p>
            <a:pPr marL="0" indent="0">
              <a:buNone/>
            </a:pPr>
            <a:r>
              <a:rPr lang="en-US" altLang="zh-TW" sz="1800" dirty="0"/>
              <a:t>&lt;/style&gt;</a:t>
            </a:r>
          </a:p>
          <a:p>
            <a:pPr marL="0" indent="0">
              <a:buNone/>
            </a:pPr>
            <a:r>
              <a:rPr lang="en-US" altLang="zh-TW" sz="1800" dirty="0"/>
              <a:t>&lt;/head&gt;</a:t>
            </a:r>
          </a:p>
          <a:p>
            <a:pPr marL="0" indent="0">
              <a:buNone/>
            </a:pPr>
            <a:r>
              <a:rPr lang="en-US" altLang="zh-TW" sz="1800" dirty="0"/>
              <a:t>&lt;body&gt;</a:t>
            </a:r>
          </a:p>
          <a:p>
            <a:pPr marL="0" indent="0">
              <a:buNone/>
            </a:pPr>
            <a:r>
              <a:rPr lang="en-US" altLang="zh-TW" sz="1800" dirty="0">
                <a:solidFill>
                  <a:srgbClr val="CC0000"/>
                </a:solidFill>
              </a:rPr>
              <a:t>&lt;div&gt;One&lt;/div&gt;</a:t>
            </a:r>
          </a:p>
          <a:p>
            <a:pPr marL="0" indent="0">
              <a:buNone/>
            </a:pPr>
            <a:r>
              <a:rPr lang="en-US" altLang="zh-TW" sz="1800" dirty="0"/>
              <a:t>&lt;/body&gt;</a:t>
            </a:r>
            <a:endParaRPr lang="zh-TW" altLang="en-US" sz="1800" dirty="0"/>
          </a:p>
        </p:txBody>
      </p:sp>
    </p:spTree>
    <p:extLst>
      <p:ext uri="{BB962C8B-B14F-4D97-AF65-F5344CB8AC3E}">
        <p14:creationId xmlns:p14="http://schemas.microsoft.com/office/powerpoint/2010/main" val="594858813"/>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82E2B56-304B-461E-9EF7-D1BDAACFA323}"/>
              </a:ext>
            </a:extLst>
          </p:cNvPr>
          <p:cNvSpPr>
            <a:spLocks noGrp="1"/>
          </p:cNvSpPr>
          <p:nvPr>
            <p:ph type="title"/>
          </p:nvPr>
        </p:nvSpPr>
        <p:spPr>
          <a:xfrm>
            <a:off x="611560" y="404664"/>
            <a:ext cx="8229600" cy="792162"/>
          </a:xfrm>
        </p:spPr>
        <p:txBody>
          <a:bodyPr/>
          <a:lstStyle/>
          <a:p>
            <a:r>
              <a:rPr lang="en-US" altLang="zh-TW" dirty="0"/>
              <a:t>jQuery </a:t>
            </a:r>
            <a:r>
              <a:rPr lang="zh-TW" altLang="en-US" dirty="0"/>
              <a:t>事件</a:t>
            </a:r>
            <a:r>
              <a:rPr lang="en-US" altLang="zh-TW" dirty="0"/>
              <a:t>(5)</a:t>
            </a:r>
            <a:endParaRPr lang="zh-TW" altLang="en-US" dirty="0"/>
          </a:p>
        </p:txBody>
      </p:sp>
      <p:sp>
        <p:nvSpPr>
          <p:cNvPr id="3" name="文字版面配置區 2">
            <a:extLst>
              <a:ext uri="{FF2B5EF4-FFF2-40B4-BE49-F238E27FC236}">
                <a16:creationId xmlns:a16="http://schemas.microsoft.com/office/drawing/2014/main" id="{B23F7FF1-4C17-4CA9-8748-BA8D7DCD7059}"/>
              </a:ext>
            </a:extLst>
          </p:cNvPr>
          <p:cNvSpPr>
            <a:spLocks noGrp="1"/>
          </p:cNvSpPr>
          <p:nvPr>
            <p:ph type="body" idx="1"/>
          </p:nvPr>
        </p:nvSpPr>
        <p:spPr>
          <a:xfrm>
            <a:off x="395536" y="1196826"/>
            <a:ext cx="8229600" cy="5328518"/>
          </a:xfrm>
        </p:spPr>
        <p:txBody>
          <a:bodyPr/>
          <a:lstStyle/>
          <a:p>
            <a:r>
              <a:rPr lang="en-US" altLang="zh-TW" sz="2400" dirty="0"/>
              <a:t>click</a:t>
            </a:r>
            <a:r>
              <a:rPr lang="zh-TW" altLang="en-US" sz="2400" dirty="0"/>
              <a:t>傳入參數</a:t>
            </a:r>
            <a:endParaRPr lang="en-US" altLang="zh-TW" sz="2400" dirty="0"/>
          </a:p>
          <a:p>
            <a:pPr marL="0" indent="0">
              <a:buNone/>
            </a:pPr>
            <a:r>
              <a:rPr lang="en-US" altLang="zh-TW" sz="1400" dirty="0"/>
              <a:t>&lt;script&gt;</a:t>
            </a:r>
          </a:p>
          <a:p>
            <a:pPr marL="0" indent="0">
              <a:buNone/>
            </a:pPr>
            <a:r>
              <a:rPr lang="en-US" altLang="zh-TW" sz="1400" dirty="0"/>
              <a:t>   $(document).ready(function() {</a:t>
            </a:r>
          </a:p>
          <a:p>
            <a:pPr marL="0" indent="0">
              <a:buNone/>
            </a:pPr>
            <a:r>
              <a:rPr lang="en-US" altLang="zh-TW" sz="1400" dirty="0"/>
              <a:t>      $("div").</a:t>
            </a:r>
            <a:r>
              <a:rPr lang="en-US" altLang="zh-TW" sz="1400" dirty="0">
                <a:solidFill>
                  <a:srgbClr val="CC0000"/>
                </a:solidFill>
              </a:rPr>
              <a:t>click</a:t>
            </a:r>
            <a:r>
              <a:rPr lang="en-US" altLang="zh-TW" sz="1400" dirty="0"/>
              <a:t>(function(</a:t>
            </a:r>
            <a:r>
              <a:rPr lang="en-US" altLang="zh-TW" sz="1400" dirty="0" err="1">
                <a:solidFill>
                  <a:srgbClr val="CC0000"/>
                </a:solidFill>
              </a:rPr>
              <a:t>eventObj</a:t>
            </a:r>
            <a:r>
              <a:rPr lang="en-US" altLang="zh-TW" sz="1400" dirty="0"/>
              <a:t>){</a:t>
            </a:r>
          </a:p>
          <a:p>
            <a:pPr marL="0" indent="0">
              <a:buNone/>
            </a:pPr>
            <a:r>
              <a:rPr lang="en-US" altLang="zh-TW" sz="1400" dirty="0"/>
              <a:t>         alert('Event type is ' + </a:t>
            </a:r>
            <a:r>
              <a:rPr lang="en-US" altLang="zh-TW" sz="1400" dirty="0" err="1">
                <a:solidFill>
                  <a:srgbClr val="CC0000"/>
                </a:solidFill>
              </a:rPr>
              <a:t>eventObj.type</a:t>
            </a:r>
            <a:r>
              <a:rPr lang="en-US" altLang="zh-TW" sz="1400" dirty="0"/>
              <a:t>);</a:t>
            </a:r>
          </a:p>
          <a:p>
            <a:pPr marL="0" indent="0">
              <a:buNone/>
            </a:pPr>
            <a:r>
              <a:rPr lang="en-US" altLang="zh-TW" sz="1400" dirty="0"/>
              <a:t>         alert('</a:t>
            </a:r>
            <a:r>
              <a:rPr lang="en-US" altLang="zh-TW" sz="1400" dirty="0" err="1"/>
              <a:t>pageX</a:t>
            </a:r>
            <a:r>
              <a:rPr lang="en-US" altLang="zh-TW" sz="1400" dirty="0"/>
              <a:t> : ' + </a:t>
            </a:r>
            <a:r>
              <a:rPr lang="en-US" altLang="zh-TW" sz="1400" dirty="0" err="1">
                <a:solidFill>
                  <a:srgbClr val="CC0000"/>
                </a:solidFill>
              </a:rPr>
              <a:t>eventObj.pageX</a:t>
            </a:r>
            <a:r>
              <a:rPr lang="en-US" altLang="zh-TW" sz="1400" dirty="0"/>
              <a:t>);</a:t>
            </a:r>
          </a:p>
          <a:p>
            <a:pPr marL="0" indent="0">
              <a:buNone/>
            </a:pPr>
            <a:r>
              <a:rPr lang="en-US" altLang="zh-TW" sz="1400" dirty="0"/>
              <a:t>         alert('</a:t>
            </a:r>
            <a:r>
              <a:rPr lang="en-US" altLang="zh-TW" sz="1400" dirty="0" err="1"/>
              <a:t>pageY</a:t>
            </a:r>
            <a:r>
              <a:rPr lang="en-US" altLang="zh-TW" sz="1400" dirty="0"/>
              <a:t> : ' + </a:t>
            </a:r>
            <a:r>
              <a:rPr lang="en-US" altLang="zh-TW" sz="1400" dirty="0" err="1">
                <a:solidFill>
                  <a:srgbClr val="CC0000"/>
                </a:solidFill>
              </a:rPr>
              <a:t>eventObj.pageY</a:t>
            </a:r>
            <a:r>
              <a:rPr lang="en-US" altLang="zh-TW" sz="1400" dirty="0"/>
              <a:t>);</a:t>
            </a:r>
          </a:p>
          <a:p>
            <a:pPr marL="0" indent="0">
              <a:buNone/>
            </a:pPr>
            <a:r>
              <a:rPr lang="en-US" altLang="zh-TW" sz="1400" dirty="0"/>
              <a:t>         alert('Target : ' + </a:t>
            </a:r>
            <a:r>
              <a:rPr lang="en-US" altLang="zh-TW" sz="1400" dirty="0" err="1">
                <a:solidFill>
                  <a:srgbClr val="CC0000"/>
                </a:solidFill>
              </a:rPr>
              <a:t>eventObj.target.innerHTML</a:t>
            </a:r>
            <a:r>
              <a:rPr lang="en-US" altLang="zh-TW" sz="1400" dirty="0"/>
              <a:t>);</a:t>
            </a:r>
          </a:p>
          <a:p>
            <a:pPr marL="0" indent="0">
              <a:buNone/>
            </a:pPr>
            <a:r>
              <a:rPr lang="en-US" altLang="zh-TW" sz="1400" dirty="0"/>
              <a:t>      });</a:t>
            </a:r>
          </a:p>
          <a:p>
            <a:pPr marL="0" indent="0">
              <a:buNone/>
            </a:pPr>
            <a:r>
              <a:rPr lang="en-US" altLang="zh-TW" sz="1400" dirty="0"/>
              <a:t>   });</a:t>
            </a:r>
          </a:p>
          <a:p>
            <a:pPr marL="0" indent="0">
              <a:buNone/>
            </a:pPr>
            <a:r>
              <a:rPr lang="en-US" altLang="zh-TW" sz="1400" dirty="0"/>
              <a:t>&lt;/script&gt;</a:t>
            </a:r>
          </a:p>
          <a:p>
            <a:pPr marL="0" indent="0">
              <a:buNone/>
            </a:pPr>
            <a:r>
              <a:rPr lang="en-US" altLang="zh-TW" sz="1400" dirty="0"/>
              <a:t>&lt;style&gt;</a:t>
            </a:r>
          </a:p>
          <a:p>
            <a:pPr marL="0" indent="0">
              <a:buNone/>
            </a:pPr>
            <a:r>
              <a:rPr lang="en-US" altLang="zh-TW" sz="1400" dirty="0"/>
              <a:t>   div{ margin:10px;padding:12px; border:2px solid #666; width:60px;cursor:pointer}</a:t>
            </a:r>
          </a:p>
          <a:p>
            <a:pPr marL="0" indent="0">
              <a:buNone/>
            </a:pPr>
            <a:r>
              <a:rPr lang="en-US" altLang="zh-TW" sz="1400" dirty="0"/>
              <a:t>&lt;/style&gt;</a:t>
            </a:r>
          </a:p>
          <a:p>
            <a:pPr marL="0" indent="0">
              <a:buNone/>
            </a:pPr>
            <a:r>
              <a:rPr lang="en-US" altLang="zh-TW" sz="1400" dirty="0"/>
              <a:t>&lt;/head&gt;</a:t>
            </a:r>
          </a:p>
          <a:p>
            <a:pPr marL="0" indent="0">
              <a:buNone/>
            </a:pPr>
            <a:r>
              <a:rPr lang="en-US" altLang="zh-TW" sz="1400" dirty="0"/>
              <a:t>&lt;body&gt;</a:t>
            </a:r>
          </a:p>
          <a:p>
            <a:pPr marL="0" indent="0">
              <a:buNone/>
            </a:pPr>
            <a:r>
              <a:rPr lang="en-US" altLang="zh-TW" sz="1400" dirty="0"/>
              <a:t>   &lt;div&gt;One&lt;/div&gt;</a:t>
            </a:r>
          </a:p>
          <a:p>
            <a:pPr marL="0" indent="0">
              <a:buNone/>
            </a:pPr>
            <a:r>
              <a:rPr lang="en-US" altLang="zh-TW" sz="1400" dirty="0"/>
              <a:t>   &lt;div&gt;Two&lt;/div&gt;</a:t>
            </a:r>
          </a:p>
          <a:p>
            <a:pPr marL="0" indent="0">
              <a:buNone/>
            </a:pPr>
            <a:r>
              <a:rPr lang="en-US" altLang="zh-TW" sz="1400" dirty="0"/>
              <a:t>   &lt;div&gt;Three&lt;/div&gt;</a:t>
            </a:r>
          </a:p>
          <a:p>
            <a:pPr marL="0" indent="0">
              <a:buNone/>
            </a:pPr>
            <a:r>
              <a:rPr lang="en-US" altLang="zh-TW" sz="1400" dirty="0"/>
              <a:t>&lt;/body&gt;</a:t>
            </a:r>
            <a:endParaRPr lang="zh-TW" altLang="en-US" sz="1400" dirty="0"/>
          </a:p>
        </p:txBody>
      </p:sp>
    </p:spTree>
    <p:extLst>
      <p:ext uri="{BB962C8B-B14F-4D97-AF65-F5344CB8AC3E}">
        <p14:creationId xmlns:p14="http://schemas.microsoft.com/office/powerpoint/2010/main" val="449940027"/>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69C65AC-DEF8-46D3-84A2-699938063E9F}"/>
              </a:ext>
            </a:extLst>
          </p:cNvPr>
          <p:cNvSpPr>
            <a:spLocks noGrp="1"/>
          </p:cNvSpPr>
          <p:nvPr>
            <p:ph type="title"/>
          </p:nvPr>
        </p:nvSpPr>
        <p:spPr>
          <a:xfrm>
            <a:off x="683568" y="404590"/>
            <a:ext cx="8229600" cy="792162"/>
          </a:xfrm>
        </p:spPr>
        <p:txBody>
          <a:bodyPr/>
          <a:lstStyle/>
          <a:p>
            <a:r>
              <a:rPr lang="en-US" altLang="zh-TW" dirty="0"/>
              <a:t>jQuery </a:t>
            </a:r>
            <a:r>
              <a:rPr lang="zh-TW" altLang="en-US" dirty="0"/>
              <a:t>事件</a:t>
            </a:r>
            <a:r>
              <a:rPr lang="en-US" altLang="zh-TW" dirty="0"/>
              <a:t>(6)</a:t>
            </a:r>
            <a:endParaRPr lang="zh-TW" altLang="en-US" dirty="0"/>
          </a:p>
        </p:txBody>
      </p:sp>
      <p:sp>
        <p:nvSpPr>
          <p:cNvPr id="3" name="文字版面配置區 2">
            <a:extLst>
              <a:ext uri="{FF2B5EF4-FFF2-40B4-BE49-F238E27FC236}">
                <a16:creationId xmlns:a16="http://schemas.microsoft.com/office/drawing/2014/main" id="{1F5A1441-B5C6-4EDC-AB5B-D70C85070C32}"/>
              </a:ext>
            </a:extLst>
          </p:cNvPr>
          <p:cNvSpPr>
            <a:spLocks noGrp="1"/>
          </p:cNvSpPr>
          <p:nvPr>
            <p:ph type="body" idx="1"/>
          </p:nvPr>
        </p:nvSpPr>
        <p:spPr>
          <a:xfrm>
            <a:off x="457200" y="1124744"/>
            <a:ext cx="8229600" cy="5472608"/>
          </a:xfrm>
        </p:spPr>
        <p:txBody>
          <a:bodyPr/>
          <a:lstStyle/>
          <a:p>
            <a:pPr marL="0" indent="0">
              <a:buNone/>
            </a:pPr>
            <a:r>
              <a:rPr lang="en-US" altLang="zh-TW" sz="1800" dirty="0"/>
              <a:t>&lt;script&gt;</a:t>
            </a:r>
          </a:p>
          <a:p>
            <a:pPr marL="0" indent="0">
              <a:buNone/>
            </a:pPr>
            <a:r>
              <a:rPr lang="en-US" altLang="zh-TW" sz="1800" dirty="0"/>
              <a:t>   $(document).ready(function() {</a:t>
            </a:r>
          </a:p>
          <a:p>
            <a:pPr marL="0" indent="0">
              <a:buNone/>
            </a:pPr>
            <a:r>
              <a:rPr lang="en-US" altLang="zh-TW" sz="1800" dirty="0"/>
              <a:t>      $("</a:t>
            </a:r>
            <a:r>
              <a:rPr lang="en-US" altLang="zh-TW" sz="1800" dirty="0">
                <a:solidFill>
                  <a:srgbClr val="CC0000"/>
                </a:solidFill>
              </a:rPr>
              <a:t>div</a:t>
            </a:r>
            <a:r>
              <a:rPr lang="en-US" altLang="zh-TW" sz="1800" dirty="0"/>
              <a:t>").</a:t>
            </a:r>
            <a:r>
              <a:rPr lang="en-US" altLang="zh-TW" sz="1800" dirty="0">
                <a:solidFill>
                  <a:srgbClr val="CC0000"/>
                </a:solidFill>
              </a:rPr>
              <a:t>click</a:t>
            </a:r>
            <a:r>
              <a:rPr lang="en-US" altLang="zh-TW" sz="1800" dirty="0"/>
              <a:t>(function(){</a:t>
            </a:r>
          </a:p>
          <a:p>
            <a:pPr marL="0" indent="0">
              <a:buNone/>
            </a:pPr>
            <a:r>
              <a:rPr lang="en-US" altLang="zh-TW" sz="1800" dirty="0"/>
              <a:t>         alert($(</a:t>
            </a:r>
            <a:r>
              <a:rPr lang="en-US" altLang="zh-TW" sz="1800" dirty="0">
                <a:solidFill>
                  <a:srgbClr val="CC0000"/>
                </a:solidFill>
              </a:rPr>
              <a:t>this</a:t>
            </a:r>
            <a:r>
              <a:rPr lang="en-US" altLang="zh-TW" sz="1800" dirty="0"/>
              <a:t>).text());</a:t>
            </a:r>
          </a:p>
          <a:p>
            <a:pPr marL="0" indent="0">
              <a:buNone/>
            </a:pPr>
            <a:r>
              <a:rPr lang="en-US" altLang="zh-TW" sz="1800" dirty="0"/>
              <a:t>      });</a:t>
            </a:r>
          </a:p>
          <a:p>
            <a:pPr marL="0" indent="0">
              <a:buNone/>
            </a:pPr>
            <a:r>
              <a:rPr lang="en-US" altLang="zh-TW" sz="1800" dirty="0"/>
              <a:t>   });</a:t>
            </a:r>
          </a:p>
          <a:p>
            <a:pPr marL="0" indent="0">
              <a:buNone/>
            </a:pPr>
            <a:r>
              <a:rPr lang="en-US" altLang="zh-TW" sz="1800" dirty="0"/>
              <a:t>&lt;/script&gt;</a:t>
            </a:r>
          </a:p>
          <a:p>
            <a:pPr marL="0" indent="0">
              <a:buNone/>
            </a:pPr>
            <a:r>
              <a:rPr lang="en-US" altLang="zh-TW" sz="1800" dirty="0"/>
              <a:t>&lt;style&gt;</a:t>
            </a:r>
          </a:p>
          <a:p>
            <a:pPr marL="0" indent="0">
              <a:buNone/>
            </a:pPr>
            <a:r>
              <a:rPr lang="en-US" altLang="zh-TW" sz="1800" dirty="0"/>
              <a:t>   div{ margin:10px;padding:12px; border:2px solid #666; width:60px;cursor:pointer}</a:t>
            </a:r>
          </a:p>
          <a:p>
            <a:pPr marL="0" indent="0">
              <a:buNone/>
            </a:pPr>
            <a:r>
              <a:rPr lang="en-US" altLang="zh-TW" sz="1800" dirty="0"/>
              <a:t>&lt;/style&gt;</a:t>
            </a:r>
          </a:p>
          <a:p>
            <a:pPr marL="0" indent="0">
              <a:buNone/>
            </a:pPr>
            <a:r>
              <a:rPr lang="en-US" altLang="zh-TW" sz="1800" dirty="0"/>
              <a:t>&lt;/head&gt;</a:t>
            </a:r>
          </a:p>
          <a:p>
            <a:pPr marL="0" indent="0">
              <a:buNone/>
            </a:pPr>
            <a:r>
              <a:rPr lang="en-US" altLang="zh-TW" sz="1800" dirty="0"/>
              <a:t>&lt;body&gt;</a:t>
            </a:r>
          </a:p>
          <a:p>
            <a:pPr marL="0" indent="0">
              <a:buNone/>
            </a:pPr>
            <a:r>
              <a:rPr lang="en-US" altLang="zh-TW" sz="1800" dirty="0"/>
              <a:t>   &lt;div&gt;</a:t>
            </a:r>
            <a:r>
              <a:rPr lang="en-US" altLang="zh-TW" sz="1800" dirty="0">
                <a:solidFill>
                  <a:srgbClr val="CC0000"/>
                </a:solidFill>
              </a:rPr>
              <a:t>One</a:t>
            </a:r>
            <a:r>
              <a:rPr lang="en-US" altLang="zh-TW" sz="1800" dirty="0"/>
              <a:t>&lt;/div&gt;</a:t>
            </a:r>
          </a:p>
          <a:p>
            <a:pPr marL="0" indent="0">
              <a:buNone/>
            </a:pPr>
            <a:r>
              <a:rPr lang="en-US" altLang="zh-TW" sz="1800" dirty="0"/>
              <a:t>   &lt;div&gt;</a:t>
            </a:r>
            <a:r>
              <a:rPr lang="en-US" altLang="zh-TW" sz="1800" dirty="0">
                <a:solidFill>
                  <a:srgbClr val="CC0000"/>
                </a:solidFill>
              </a:rPr>
              <a:t>Two</a:t>
            </a:r>
            <a:r>
              <a:rPr lang="en-US" altLang="zh-TW" sz="1800" dirty="0"/>
              <a:t>&lt;/div&gt;</a:t>
            </a:r>
          </a:p>
          <a:p>
            <a:pPr marL="0" indent="0">
              <a:buNone/>
            </a:pPr>
            <a:r>
              <a:rPr lang="en-US" altLang="zh-TW" sz="1800" dirty="0"/>
              <a:t>   &lt;div&gt;</a:t>
            </a:r>
            <a:r>
              <a:rPr lang="en-US" altLang="zh-TW" sz="1800" dirty="0">
                <a:solidFill>
                  <a:srgbClr val="CC0000"/>
                </a:solidFill>
              </a:rPr>
              <a:t>Three</a:t>
            </a:r>
            <a:r>
              <a:rPr lang="en-US" altLang="zh-TW" sz="1800" dirty="0"/>
              <a:t>&lt;/div&gt;</a:t>
            </a:r>
          </a:p>
          <a:p>
            <a:pPr marL="0" indent="0">
              <a:buNone/>
            </a:pPr>
            <a:r>
              <a:rPr lang="en-US" altLang="zh-TW" sz="1800" dirty="0"/>
              <a:t>&lt;/body&gt;</a:t>
            </a:r>
            <a:endParaRPr lang="zh-TW" altLang="en-US" sz="1800" dirty="0"/>
          </a:p>
        </p:txBody>
      </p:sp>
    </p:spTree>
    <p:extLst>
      <p:ext uri="{BB962C8B-B14F-4D97-AF65-F5344CB8AC3E}">
        <p14:creationId xmlns:p14="http://schemas.microsoft.com/office/powerpoint/2010/main" val="2295448935"/>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3" name="標題 1"/>
          <p:cNvSpPr>
            <a:spLocks noGrp="1"/>
          </p:cNvSpPr>
          <p:nvPr>
            <p:ph type="title"/>
          </p:nvPr>
        </p:nvSpPr>
        <p:spPr/>
        <p:txBody>
          <a:bodyPr/>
          <a:lstStyle/>
          <a:p>
            <a:pPr eaLnBrk="1" hangingPunct="1"/>
            <a:r>
              <a:rPr lang="en-US" altLang="zh-TW" sz="3200" dirty="0">
                <a:latin typeface="Arial" charset="0"/>
                <a:ea typeface="微軟正黑體" pitchFamily="34" charset="-120"/>
                <a:cs typeface="Arial" charset="0"/>
              </a:rPr>
              <a:t>jQuery</a:t>
            </a:r>
            <a:r>
              <a:rPr lang="zh-TW" altLang="en-US" sz="3200" dirty="0">
                <a:latin typeface="Arial" charset="0"/>
                <a:ea typeface="微軟正黑體" pitchFamily="34" charset="-120"/>
                <a:cs typeface="Arial" charset="0"/>
              </a:rPr>
              <a:t>鍵盤事件程序 </a:t>
            </a:r>
            <a:r>
              <a:rPr lang="en-US" altLang="zh-TW" sz="3200" dirty="0">
                <a:latin typeface="Arial" charset="0"/>
                <a:ea typeface="微軟正黑體" pitchFamily="34" charset="-120"/>
                <a:cs typeface="Arial" charset="0"/>
              </a:rPr>
              <a:t>keypress</a:t>
            </a:r>
            <a:endParaRPr lang="zh-TW" altLang="en-US" sz="3200" dirty="0">
              <a:latin typeface="Arial" charset="0"/>
              <a:ea typeface="微軟正黑體" pitchFamily="34" charset="-120"/>
              <a:cs typeface="Arial" charset="0"/>
            </a:endParaRPr>
          </a:p>
        </p:txBody>
      </p:sp>
      <p:sp>
        <p:nvSpPr>
          <p:cNvPr id="125954" name="文字版面配置區 2"/>
          <p:cNvSpPr>
            <a:spLocks noGrp="1"/>
          </p:cNvSpPr>
          <p:nvPr>
            <p:ph type="body" idx="1"/>
          </p:nvPr>
        </p:nvSpPr>
        <p:spPr/>
        <p:txBody>
          <a:bodyPr/>
          <a:lstStyle/>
          <a:p>
            <a:pPr eaLnBrk="1" hangingPunct="1">
              <a:spcAft>
                <a:spcPts val="1200"/>
              </a:spcAft>
            </a:pPr>
            <a:r>
              <a:rPr lang="zh-TW" altLang="en-US" sz="2400" dirty="0">
                <a:latin typeface="Arial" charset="0"/>
                <a:ea typeface="新細明體" charset="-120"/>
                <a:cs typeface="Arial" charset="0"/>
              </a:rPr>
              <a:t> </a:t>
            </a:r>
            <a:r>
              <a:rPr lang="en-US" altLang="zh-TW" sz="2400" dirty="0">
                <a:latin typeface="Arial" charset="0"/>
                <a:ea typeface="新細明體" charset="-120"/>
                <a:cs typeface="Arial" charset="0"/>
              </a:rPr>
              <a:t>Keypress</a:t>
            </a:r>
            <a:r>
              <a:rPr lang="zh-TW" altLang="en-US" sz="2400" dirty="0">
                <a:latin typeface="Arial" charset="0"/>
                <a:ea typeface="微軟正黑體" pitchFamily="34" charset="-120"/>
                <a:cs typeface="Arial" charset="0"/>
              </a:rPr>
              <a:t>事件發生是因為使用者按下鍵盤按鍵</a:t>
            </a:r>
            <a:endParaRPr lang="en-US" altLang="zh-TW" sz="2400" dirty="0">
              <a:latin typeface="Arial" charset="0"/>
              <a:ea typeface="微軟正黑體" pitchFamily="34" charset="-120"/>
              <a:cs typeface="Arial" charset="0"/>
            </a:endParaRPr>
          </a:p>
          <a:p>
            <a:pPr eaLnBrk="1" hangingPunct="1">
              <a:spcAft>
                <a:spcPts val="1200"/>
              </a:spcAft>
            </a:pPr>
            <a:r>
              <a:rPr lang="zh-TW" altLang="en-US" sz="2400" dirty="0">
                <a:latin typeface="Arial" charset="0"/>
                <a:ea typeface="新細明體" charset="-120"/>
                <a:cs typeface="Arial" charset="0"/>
              </a:rPr>
              <a:t> </a:t>
            </a:r>
            <a:r>
              <a:rPr lang="en-US" altLang="zh-TW" sz="2400" dirty="0">
                <a:latin typeface="Arial" charset="0"/>
                <a:ea typeface="新細明體" charset="-120"/>
                <a:cs typeface="Arial" charset="0"/>
              </a:rPr>
              <a:t>$("input").keypress(function(event){</a:t>
            </a:r>
            <a:br>
              <a:rPr lang="en-US" altLang="zh-TW" sz="2400" dirty="0">
                <a:latin typeface="Arial" charset="0"/>
                <a:ea typeface="新細明體" charset="-120"/>
                <a:cs typeface="Arial" charset="0"/>
              </a:rPr>
            </a:br>
            <a:r>
              <a:rPr lang="zh-TW" altLang="en-US" sz="2400" dirty="0">
                <a:latin typeface="Arial" charset="0"/>
                <a:ea typeface="新細明體" charset="-120"/>
                <a:cs typeface="Arial" charset="0"/>
              </a:rPr>
              <a:t> </a:t>
            </a:r>
            <a:r>
              <a:rPr lang="en-US" altLang="zh-TW" sz="2400" dirty="0">
                <a:latin typeface="Arial" charset="0"/>
                <a:ea typeface="新細明體" charset="-120"/>
                <a:cs typeface="Arial" charset="0"/>
              </a:rPr>
              <a:t> …</a:t>
            </a:r>
            <a:br>
              <a:rPr lang="en-US" altLang="zh-TW" sz="2400" dirty="0">
                <a:latin typeface="Arial" charset="0"/>
                <a:ea typeface="新細明體" charset="-120"/>
                <a:cs typeface="Arial" charset="0"/>
              </a:rPr>
            </a:br>
            <a:r>
              <a:rPr lang="zh-TW" altLang="en-US" sz="2400" dirty="0">
                <a:latin typeface="Arial" charset="0"/>
                <a:ea typeface="新細明體" charset="-120"/>
                <a:cs typeface="Arial" charset="0"/>
              </a:rPr>
              <a:t> </a:t>
            </a:r>
            <a:r>
              <a:rPr lang="en-US" altLang="zh-TW" sz="2400" dirty="0">
                <a:latin typeface="Arial" charset="0"/>
                <a:ea typeface="新細明體" charset="-120"/>
                <a:cs typeface="Arial" charset="0"/>
              </a:rPr>
              <a:t>});</a:t>
            </a:r>
          </a:p>
          <a:p>
            <a:pPr eaLnBrk="1" hangingPunct="1">
              <a:spcAft>
                <a:spcPts val="1200"/>
              </a:spcAft>
            </a:pPr>
            <a:r>
              <a:rPr lang="zh-TW" altLang="en-US" sz="2400" dirty="0">
                <a:latin typeface="Arial" charset="0"/>
                <a:ea typeface="新細明體" charset="-120"/>
                <a:cs typeface="Arial" charset="0"/>
              </a:rPr>
              <a:t> </a:t>
            </a:r>
            <a:r>
              <a:rPr lang="en-US" altLang="zh-TW" sz="2400" dirty="0" err="1">
                <a:latin typeface="Arial" charset="0"/>
                <a:ea typeface="新細明體" charset="-120"/>
                <a:cs typeface="Arial" charset="0"/>
              </a:rPr>
              <a:t>event.preventDefault</a:t>
            </a:r>
            <a:r>
              <a:rPr lang="en-US" altLang="zh-TW" sz="2400" dirty="0">
                <a:latin typeface="Arial" charset="0"/>
                <a:ea typeface="新細明體" charset="-120"/>
                <a:cs typeface="Arial" charset="0"/>
              </a:rPr>
              <a:t>(</a:t>
            </a:r>
            <a:r>
              <a:rPr lang="zh-TW" altLang="en-US" sz="2400" dirty="0">
                <a:latin typeface="Arial" charset="0"/>
                <a:ea typeface="新細明體" charset="-120"/>
                <a:cs typeface="Arial" charset="0"/>
              </a:rPr>
              <a:t> </a:t>
            </a:r>
            <a:r>
              <a:rPr lang="en-US" altLang="zh-TW" sz="2400" dirty="0">
                <a:latin typeface="Arial" charset="0"/>
                <a:ea typeface="新細明體" charset="-120"/>
                <a:cs typeface="Arial" charset="0"/>
              </a:rPr>
              <a:t>)</a:t>
            </a:r>
            <a:r>
              <a:rPr lang="zh-TW" altLang="en-US" sz="2400" dirty="0">
                <a:latin typeface="Arial" charset="0"/>
                <a:ea typeface="微軟正黑體" pitchFamily="34" charset="-120"/>
              </a:rPr>
              <a:t>終止鍵盤事件發生</a:t>
            </a:r>
            <a:endParaRPr lang="en-US" altLang="zh-TW" sz="2400" dirty="0">
              <a:latin typeface="Arial" charset="0"/>
              <a:ea typeface="微軟正黑體" pitchFamily="34" charset="-120"/>
            </a:endParaRPr>
          </a:p>
          <a:p>
            <a:pPr eaLnBrk="1" hangingPunct="1">
              <a:spcAft>
                <a:spcPts val="1200"/>
              </a:spcAft>
            </a:pPr>
            <a:r>
              <a:rPr lang="zh-TW" altLang="en-US" sz="2400" dirty="0">
                <a:latin typeface="Arial" charset="0"/>
                <a:ea typeface="新細明體" charset="-120"/>
              </a:rPr>
              <a:t> </a:t>
            </a:r>
            <a:r>
              <a:rPr lang="en-US" altLang="zh-TW" sz="2400" dirty="0" err="1">
                <a:latin typeface="Arial" charset="0"/>
                <a:ea typeface="新細明體" charset="-120"/>
              </a:rPr>
              <a:t>event.key</a:t>
            </a:r>
            <a:r>
              <a:rPr lang="zh-TW" altLang="en-US" sz="2400" dirty="0">
                <a:latin typeface="Arial" charset="0"/>
                <a:ea typeface="新細明體" charset="-120"/>
              </a:rPr>
              <a:t> </a:t>
            </a:r>
            <a:r>
              <a:rPr lang="zh-TW" altLang="en-US" sz="2400" dirty="0">
                <a:latin typeface="Arial" charset="0"/>
                <a:ea typeface="微軟正黑體" pitchFamily="34" charset="-120"/>
              </a:rPr>
              <a:t>取得鍵盤按鍵資料</a:t>
            </a:r>
            <a:endParaRPr lang="en-US" altLang="zh-TW" sz="2400" dirty="0">
              <a:latin typeface="Arial" charset="0"/>
              <a:ea typeface="微軟正黑體" pitchFamily="34" charset="-120"/>
            </a:endParaRPr>
          </a:p>
          <a:p>
            <a:pPr eaLnBrk="1" hangingPunct="1">
              <a:spcAft>
                <a:spcPts val="1200"/>
              </a:spcAft>
            </a:pPr>
            <a:r>
              <a:rPr lang="zh-TW" altLang="en-US" sz="2400" dirty="0">
                <a:latin typeface="Arial" charset="0"/>
                <a:ea typeface="微軟正黑體" pitchFamily="34" charset="-120"/>
              </a:rPr>
              <a:t> </a:t>
            </a:r>
            <a:r>
              <a:rPr lang="en-US" altLang="zh-TW" sz="2400" dirty="0" err="1">
                <a:latin typeface="Arial" charset="0"/>
                <a:ea typeface="微軟正黑體" pitchFamily="34" charset="-120"/>
              </a:rPr>
              <a:t>event.charCode</a:t>
            </a:r>
            <a:r>
              <a:rPr lang="zh-TW" altLang="en-US" sz="2400" dirty="0">
                <a:latin typeface="Arial" charset="0"/>
                <a:ea typeface="微軟正黑體" pitchFamily="34" charset="-120"/>
              </a:rPr>
              <a:t>取得鍵盤</a:t>
            </a:r>
            <a:r>
              <a:rPr lang="en-US" altLang="zh-TW" sz="2400" dirty="0">
                <a:latin typeface="Arial" charset="0"/>
                <a:ea typeface="微軟正黑體" pitchFamily="34" charset="-120"/>
              </a:rPr>
              <a:t>ASCII</a:t>
            </a:r>
            <a:r>
              <a:rPr lang="zh-TW" altLang="en-US" sz="2400" dirty="0">
                <a:latin typeface="Arial" charset="0"/>
                <a:ea typeface="微軟正黑體" pitchFamily="34" charset="-120"/>
              </a:rPr>
              <a:t>碼</a:t>
            </a:r>
            <a:r>
              <a:rPr lang="en-US" altLang="zh-TW" sz="2400" dirty="0">
                <a:latin typeface="Arial" charset="0"/>
                <a:ea typeface="微軟正黑體" pitchFamily="34" charset="-120"/>
              </a:rPr>
              <a:t/>
            </a:r>
            <a:br>
              <a:rPr lang="en-US" altLang="zh-TW" sz="2400" dirty="0">
                <a:latin typeface="Arial" charset="0"/>
                <a:ea typeface="微軟正黑體" pitchFamily="34" charset="-120"/>
              </a:rPr>
            </a:br>
            <a:r>
              <a:rPr lang="en-US" altLang="zh-TW" sz="2400" dirty="0">
                <a:latin typeface="Arial" charset="0"/>
                <a:ea typeface="微軟正黑體" pitchFamily="34" charset="-120"/>
              </a:rPr>
              <a:t>(</a:t>
            </a:r>
            <a:r>
              <a:rPr lang="zh-TW" altLang="en-US" sz="2400" dirty="0">
                <a:latin typeface="Arial" charset="0"/>
                <a:ea typeface="微軟正黑體" pitchFamily="34" charset="-120"/>
              </a:rPr>
              <a:t>例如：</a:t>
            </a:r>
            <a:r>
              <a:rPr lang="en-US" altLang="zh-TW" sz="2400" dirty="0">
                <a:latin typeface="Arial" charset="0"/>
                <a:ea typeface="微軟正黑體" pitchFamily="34" charset="-120"/>
              </a:rPr>
              <a:t>0</a:t>
            </a:r>
            <a:r>
              <a:rPr lang="zh-TW" altLang="en-US" sz="2400" dirty="0">
                <a:latin typeface="Arial" charset="0"/>
                <a:ea typeface="微軟正黑體" pitchFamily="34" charset="-120"/>
              </a:rPr>
              <a:t>是</a:t>
            </a:r>
            <a:r>
              <a:rPr lang="en-US" altLang="zh-TW" sz="2400" dirty="0">
                <a:latin typeface="Arial" charset="0"/>
                <a:ea typeface="微軟正黑體" pitchFamily="34" charset="-120"/>
              </a:rPr>
              <a:t>48 , 1</a:t>
            </a:r>
            <a:r>
              <a:rPr lang="zh-TW" altLang="en-US" sz="2400" dirty="0">
                <a:latin typeface="Arial" charset="0"/>
                <a:ea typeface="微軟正黑體" pitchFamily="34" charset="-120"/>
              </a:rPr>
              <a:t>是</a:t>
            </a:r>
            <a:r>
              <a:rPr lang="en-US" altLang="zh-TW" sz="2400" dirty="0">
                <a:latin typeface="Arial" charset="0"/>
                <a:ea typeface="微軟正黑體" pitchFamily="34" charset="-120"/>
              </a:rPr>
              <a:t>49 … 9</a:t>
            </a:r>
            <a:r>
              <a:rPr lang="zh-TW" altLang="en-US" sz="2400" dirty="0">
                <a:latin typeface="Arial" charset="0"/>
                <a:ea typeface="微軟正黑體" pitchFamily="34" charset="-120"/>
              </a:rPr>
              <a:t>是</a:t>
            </a:r>
            <a:r>
              <a:rPr lang="en-US" altLang="zh-TW" sz="2400" dirty="0">
                <a:latin typeface="Arial" charset="0"/>
                <a:ea typeface="微軟正黑體" pitchFamily="34" charset="-120"/>
              </a:rPr>
              <a:t>57)</a:t>
            </a:r>
            <a:endParaRPr lang="zh-TW" altLang="en-US" sz="2400" dirty="0">
              <a:latin typeface="Arial" charset="0"/>
              <a:ea typeface="微軟正黑體" pitchFamily="34" charset="-120"/>
            </a:endParaRP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81CD17C-6A55-460D-83D4-97047029D2A2}"/>
              </a:ext>
            </a:extLst>
          </p:cNvPr>
          <p:cNvSpPr>
            <a:spLocks noGrp="1"/>
          </p:cNvSpPr>
          <p:nvPr>
            <p:ph type="title"/>
          </p:nvPr>
        </p:nvSpPr>
        <p:spPr>
          <a:xfrm>
            <a:off x="539552" y="548680"/>
            <a:ext cx="8229600" cy="792162"/>
          </a:xfrm>
        </p:spPr>
        <p:txBody>
          <a:bodyPr/>
          <a:lstStyle/>
          <a:p>
            <a:r>
              <a:rPr lang="en-US" altLang="zh-TW" dirty="0"/>
              <a:t>jQuery</a:t>
            </a:r>
            <a:r>
              <a:rPr lang="zh-TW" altLang="en-US" dirty="0"/>
              <a:t>鍵盤事件程序 </a:t>
            </a:r>
          </a:p>
        </p:txBody>
      </p:sp>
      <p:sp>
        <p:nvSpPr>
          <p:cNvPr id="3" name="文字版面配置區 2">
            <a:extLst>
              <a:ext uri="{FF2B5EF4-FFF2-40B4-BE49-F238E27FC236}">
                <a16:creationId xmlns:a16="http://schemas.microsoft.com/office/drawing/2014/main" id="{EF11BB29-C41A-42E6-B7D3-C1797F354FB6}"/>
              </a:ext>
            </a:extLst>
          </p:cNvPr>
          <p:cNvSpPr>
            <a:spLocks noGrp="1"/>
          </p:cNvSpPr>
          <p:nvPr>
            <p:ph type="body" idx="1"/>
          </p:nvPr>
        </p:nvSpPr>
        <p:spPr>
          <a:xfrm>
            <a:off x="251520" y="1412776"/>
            <a:ext cx="8435280" cy="4968552"/>
          </a:xfrm>
        </p:spPr>
        <p:txBody>
          <a:bodyPr/>
          <a:lstStyle/>
          <a:p>
            <a:pPr marL="0" indent="0">
              <a:buNone/>
            </a:pPr>
            <a:r>
              <a:rPr lang="en-US" altLang="zh-TW" sz="2000" dirty="0"/>
              <a:t>&lt;script&gt;</a:t>
            </a:r>
          </a:p>
          <a:p>
            <a:pPr marL="0" indent="0">
              <a:buNone/>
            </a:pPr>
            <a:r>
              <a:rPr lang="en-US" altLang="zh-TW" sz="2000" dirty="0"/>
              <a:t>    $(document).on("keypress", function(e){</a:t>
            </a:r>
          </a:p>
          <a:p>
            <a:pPr marL="0" indent="0">
              <a:buNone/>
            </a:pPr>
            <a:r>
              <a:rPr lang="en-US" altLang="zh-TW" sz="2000" dirty="0"/>
              <a:t>        if(</a:t>
            </a:r>
            <a:r>
              <a:rPr lang="en-US" altLang="zh-TW" sz="2000" dirty="0" err="1"/>
              <a:t>e.which</a:t>
            </a:r>
            <a:r>
              <a:rPr lang="en-US" altLang="zh-TW" sz="2000" dirty="0"/>
              <a:t> == 13){</a:t>
            </a:r>
          </a:p>
          <a:p>
            <a:pPr marL="0" indent="0">
              <a:buNone/>
            </a:pPr>
            <a:r>
              <a:rPr lang="en-US" altLang="zh-TW" sz="2000" dirty="0"/>
              <a:t>            $("body").append("&lt;p&gt;You've pressed the enter key!&lt;/p&gt;");</a:t>
            </a:r>
          </a:p>
          <a:p>
            <a:pPr marL="0" indent="0">
              <a:buNone/>
            </a:pPr>
            <a:r>
              <a:rPr lang="en-US" altLang="zh-TW" sz="2000" dirty="0"/>
              <a:t>        }</a:t>
            </a:r>
          </a:p>
          <a:p>
            <a:pPr marL="0" indent="0">
              <a:buNone/>
            </a:pPr>
            <a:r>
              <a:rPr lang="en-US" altLang="zh-TW" sz="2000" dirty="0"/>
              <a:t>    });</a:t>
            </a:r>
          </a:p>
          <a:p>
            <a:pPr marL="0" indent="0">
              <a:buNone/>
            </a:pPr>
            <a:r>
              <a:rPr lang="en-US" altLang="zh-TW" sz="2000" dirty="0"/>
              <a:t>&lt;/script&gt;</a:t>
            </a:r>
          </a:p>
          <a:p>
            <a:pPr marL="0" indent="0">
              <a:buNone/>
            </a:pPr>
            <a:r>
              <a:rPr lang="en-US" altLang="zh-TW" sz="2000" dirty="0"/>
              <a:t>&lt;/head&gt;</a:t>
            </a:r>
          </a:p>
          <a:p>
            <a:pPr marL="0" indent="0">
              <a:buNone/>
            </a:pPr>
            <a:r>
              <a:rPr lang="en-US" altLang="zh-TW" sz="2000" dirty="0"/>
              <a:t>&lt;body&gt;</a:t>
            </a:r>
          </a:p>
          <a:p>
            <a:pPr marL="0" indent="0">
              <a:buNone/>
            </a:pPr>
            <a:r>
              <a:rPr lang="en-US" altLang="zh-TW" sz="2000" dirty="0"/>
              <a:t>    &lt;p&gt;&lt;strong&gt;Note:&lt;/strong&gt;</a:t>
            </a:r>
          </a:p>
          <a:p>
            <a:pPr marL="0" indent="0">
              <a:buNone/>
            </a:pPr>
            <a:r>
              <a:rPr lang="en-US" altLang="zh-TW" sz="2000" dirty="0"/>
              <a:t> Click on the viewport and press the Enter key on the keyboard. </a:t>
            </a:r>
          </a:p>
          <a:p>
            <a:pPr marL="0" indent="0">
              <a:buNone/>
            </a:pPr>
            <a:r>
              <a:rPr lang="en-US" altLang="zh-TW" sz="2000" dirty="0"/>
              <a:t>A message will be displayed.&lt;/p&gt;</a:t>
            </a:r>
          </a:p>
          <a:p>
            <a:pPr marL="0" indent="0">
              <a:buNone/>
            </a:pPr>
            <a:r>
              <a:rPr lang="en-US" altLang="zh-TW" sz="2000" dirty="0"/>
              <a:t>&lt;/body&gt;</a:t>
            </a:r>
            <a:endParaRPr lang="zh-TW" altLang="en-US" sz="2000" dirty="0"/>
          </a:p>
        </p:txBody>
      </p:sp>
    </p:spTree>
    <p:extLst>
      <p:ext uri="{BB962C8B-B14F-4D97-AF65-F5344CB8AC3E}">
        <p14:creationId xmlns:p14="http://schemas.microsoft.com/office/powerpoint/2010/main" val="3949852729"/>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1" name="標題 1"/>
          <p:cNvSpPr>
            <a:spLocks noGrp="1"/>
          </p:cNvSpPr>
          <p:nvPr>
            <p:ph type="title"/>
          </p:nvPr>
        </p:nvSpPr>
        <p:spPr>
          <a:xfrm>
            <a:off x="611560" y="620688"/>
            <a:ext cx="8229600" cy="792162"/>
          </a:xfrm>
        </p:spPr>
        <p:txBody>
          <a:bodyPr/>
          <a:lstStyle/>
          <a:p>
            <a:pPr eaLnBrk="1" hangingPunct="1"/>
            <a:r>
              <a:rPr lang="en-US" altLang="zh-TW" sz="3200" dirty="0">
                <a:latin typeface="Arial" charset="0"/>
                <a:ea typeface="微軟正黑體" pitchFamily="34" charset="-120"/>
                <a:cs typeface="Arial" charset="0"/>
              </a:rPr>
              <a:t>jQuery</a:t>
            </a:r>
            <a:r>
              <a:rPr lang="zh-TW" altLang="en-US" sz="3200" dirty="0">
                <a:latin typeface="Arial" charset="0"/>
                <a:ea typeface="微軟正黑體" pitchFamily="34" charset="-120"/>
                <a:cs typeface="Arial" charset="0"/>
              </a:rPr>
              <a:t>滑鼠事件程序 </a:t>
            </a:r>
            <a:r>
              <a:rPr lang="en-US" altLang="zh-TW" sz="3200" dirty="0" err="1">
                <a:latin typeface="Arial" charset="0"/>
                <a:ea typeface="微軟正黑體" pitchFamily="34" charset="-120"/>
                <a:cs typeface="Arial" charset="0"/>
              </a:rPr>
              <a:t>mousedown</a:t>
            </a:r>
            <a:endParaRPr lang="zh-TW" altLang="en-US" sz="3200" dirty="0">
              <a:latin typeface="Arial" charset="0"/>
              <a:ea typeface="微軟正黑體" pitchFamily="34" charset="-120"/>
              <a:cs typeface="Arial" charset="0"/>
            </a:endParaRPr>
          </a:p>
        </p:txBody>
      </p:sp>
      <p:sp>
        <p:nvSpPr>
          <p:cNvPr id="138242" name="文字版面配置區 2"/>
          <p:cNvSpPr>
            <a:spLocks noGrp="1"/>
          </p:cNvSpPr>
          <p:nvPr>
            <p:ph type="body" idx="1"/>
          </p:nvPr>
        </p:nvSpPr>
        <p:spPr>
          <a:xfrm>
            <a:off x="179512" y="1412776"/>
            <a:ext cx="8291513" cy="5148262"/>
          </a:xfrm>
        </p:spPr>
        <p:txBody>
          <a:bodyPr/>
          <a:lstStyle/>
          <a:p>
            <a:pPr eaLnBrk="1" hangingPunct="1">
              <a:spcAft>
                <a:spcPts val="1200"/>
              </a:spcAft>
            </a:pPr>
            <a:r>
              <a:rPr lang="zh-TW" altLang="en-US" sz="2400" dirty="0">
                <a:latin typeface="Arial" charset="0"/>
                <a:ea typeface="微軟正黑體" pitchFamily="34" charset="-120"/>
                <a:cs typeface="Arial" charset="0"/>
              </a:rPr>
              <a:t> </a:t>
            </a:r>
            <a:r>
              <a:rPr lang="en-US" altLang="zh-TW" sz="2400" dirty="0" err="1">
                <a:latin typeface="Arial" charset="0"/>
                <a:ea typeface="微軟正黑體" pitchFamily="34" charset="-120"/>
                <a:cs typeface="Arial" charset="0"/>
              </a:rPr>
              <a:t>mousedown</a:t>
            </a:r>
            <a:r>
              <a:rPr lang="zh-TW" altLang="en-US" sz="2400" dirty="0">
                <a:latin typeface="Arial" charset="0"/>
                <a:ea typeface="微軟正黑體" pitchFamily="34" charset="-120"/>
                <a:cs typeface="Arial" charset="0"/>
              </a:rPr>
              <a:t>事件發生是因為使用者按下滑鼠左鍵</a:t>
            </a:r>
            <a:endParaRPr lang="en-US" altLang="zh-TW" sz="2400" dirty="0">
              <a:latin typeface="Arial" charset="0"/>
              <a:ea typeface="微軟正黑體" pitchFamily="34" charset="-120"/>
              <a:cs typeface="Arial" charset="0"/>
            </a:endParaRPr>
          </a:p>
          <a:p>
            <a:pPr eaLnBrk="1" hangingPunct="1">
              <a:spcAft>
                <a:spcPts val="1200"/>
              </a:spcAft>
            </a:pPr>
            <a:r>
              <a:rPr lang="zh-TW" altLang="en-US" sz="2400" dirty="0">
                <a:latin typeface="Arial" charset="0"/>
                <a:ea typeface="微軟正黑體" pitchFamily="34" charset="-120"/>
                <a:cs typeface="Arial" charset="0"/>
              </a:rPr>
              <a:t> </a:t>
            </a:r>
            <a:r>
              <a:rPr lang="en-US" altLang="zh-TW" sz="2400" dirty="0">
                <a:latin typeface="Arial" charset="0"/>
                <a:ea typeface="微軟正黑體" pitchFamily="34" charset="-120"/>
                <a:cs typeface="Arial" charset="0"/>
              </a:rPr>
              <a:t>$("#p1").</a:t>
            </a:r>
            <a:r>
              <a:rPr lang="en-US" altLang="zh-TW" sz="2400" dirty="0" err="1">
                <a:latin typeface="Arial" charset="0"/>
                <a:ea typeface="微軟正黑體" pitchFamily="34" charset="-120"/>
                <a:cs typeface="Arial" charset="0"/>
              </a:rPr>
              <a:t>mousedown</a:t>
            </a:r>
            <a:r>
              <a:rPr lang="en-US" altLang="zh-TW" sz="2400" dirty="0">
                <a:latin typeface="Arial" charset="0"/>
                <a:ea typeface="微軟正黑體" pitchFamily="34" charset="-120"/>
                <a:cs typeface="Arial" charset="0"/>
              </a:rPr>
              <a:t>(function(</a:t>
            </a:r>
            <a:r>
              <a:rPr lang="en-US" altLang="zh-TW" sz="2400" dirty="0" err="1">
                <a:latin typeface="Arial" charset="0"/>
                <a:ea typeface="微軟正黑體" pitchFamily="34" charset="-120"/>
                <a:cs typeface="Arial" charset="0"/>
              </a:rPr>
              <a:t>evt</a:t>
            </a:r>
            <a:r>
              <a:rPr lang="en-US" altLang="zh-TW" sz="2400" dirty="0">
                <a:latin typeface="Arial" charset="0"/>
                <a:ea typeface="微軟正黑體" pitchFamily="34" charset="-120"/>
                <a:cs typeface="Arial" charset="0"/>
              </a:rPr>
              <a:t>){</a:t>
            </a:r>
            <a:br>
              <a:rPr lang="en-US" altLang="zh-TW" sz="2400" dirty="0">
                <a:latin typeface="Arial" charset="0"/>
                <a:ea typeface="微軟正黑體" pitchFamily="34" charset="-120"/>
                <a:cs typeface="Arial" charset="0"/>
              </a:rPr>
            </a:br>
            <a:r>
              <a:rPr lang="en-US" altLang="zh-TW" sz="2400" dirty="0">
                <a:latin typeface="Arial" charset="0"/>
                <a:ea typeface="微軟正黑體" pitchFamily="34" charset="-120"/>
                <a:cs typeface="Arial" charset="0"/>
              </a:rPr>
              <a:t> </a:t>
            </a:r>
            <a:r>
              <a:rPr lang="zh-TW" altLang="en-US" sz="2400" dirty="0">
                <a:latin typeface="Arial" charset="0"/>
                <a:ea typeface="微軟正黑體" pitchFamily="34" charset="-120"/>
                <a:cs typeface="Arial" charset="0"/>
              </a:rPr>
              <a:t> </a:t>
            </a:r>
            <a:r>
              <a:rPr lang="en-US" altLang="zh-TW" sz="2400" dirty="0">
                <a:latin typeface="Arial" charset="0"/>
                <a:ea typeface="微軟正黑體" pitchFamily="34" charset="-120"/>
                <a:cs typeface="Arial" charset="0"/>
              </a:rPr>
              <a:t> alert("Mouse down over p1");</a:t>
            </a:r>
            <a:br>
              <a:rPr lang="en-US" altLang="zh-TW" sz="2400" dirty="0">
                <a:latin typeface="Arial" charset="0"/>
                <a:ea typeface="微軟正黑體" pitchFamily="34" charset="-120"/>
                <a:cs typeface="Arial" charset="0"/>
              </a:rPr>
            </a:br>
            <a:r>
              <a:rPr lang="zh-TW" altLang="en-US" sz="2400" dirty="0">
                <a:latin typeface="Arial" charset="0"/>
                <a:ea typeface="微軟正黑體" pitchFamily="34" charset="-120"/>
                <a:cs typeface="Arial" charset="0"/>
              </a:rPr>
              <a:t> </a:t>
            </a:r>
            <a:r>
              <a:rPr lang="en-US" altLang="zh-TW" sz="2400" dirty="0">
                <a:latin typeface="Arial" charset="0"/>
                <a:ea typeface="微軟正黑體" pitchFamily="34" charset="-120"/>
                <a:cs typeface="Arial" charset="0"/>
              </a:rPr>
              <a:t>});</a:t>
            </a:r>
          </a:p>
          <a:p>
            <a:pPr eaLnBrk="1" hangingPunct="1">
              <a:spcAft>
                <a:spcPts val="1200"/>
              </a:spcAft>
            </a:pPr>
            <a:r>
              <a:rPr lang="zh-TW" altLang="en-US" sz="2400" dirty="0">
                <a:latin typeface="Arial" charset="0"/>
                <a:ea typeface="微軟正黑體" pitchFamily="34" charset="-120"/>
                <a:cs typeface="Arial" charset="0"/>
              </a:rPr>
              <a:t> </a:t>
            </a:r>
            <a:r>
              <a:rPr lang="en-US" altLang="zh-TW" sz="2400" dirty="0" err="1">
                <a:latin typeface="Arial" charset="0"/>
                <a:ea typeface="微軟正黑體" pitchFamily="34" charset="-120"/>
                <a:cs typeface="Arial" charset="0"/>
              </a:rPr>
              <a:t>evt.ctrlKey</a:t>
            </a:r>
            <a:r>
              <a:rPr lang="zh-TW" altLang="en-US" sz="2400" dirty="0">
                <a:latin typeface="Arial" charset="0"/>
                <a:ea typeface="微軟正黑體" pitchFamily="34" charset="-120"/>
                <a:cs typeface="Arial" charset="0"/>
              </a:rPr>
              <a:t>取得鍵盤</a:t>
            </a:r>
            <a:r>
              <a:rPr lang="en-US" altLang="zh-TW" sz="2400" dirty="0">
                <a:latin typeface="Arial" charset="0"/>
                <a:ea typeface="微軟正黑體" pitchFamily="34" charset="-120"/>
                <a:cs typeface="Arial" charset="0"/>
              </a:rPr>
              <a:t>Ctrl</a:t>
            </a:r>
            <a:r>
              <a:rPr lang="zh-TW" altLang="en-US" sz="2400" dirty="0">
                <a:latin typeface="Arial" charset="0"/>
                <a:ea typeface="微軟正黑體" pitchFamily="34" charset="-120"/>
                <a:cs typeface="Arial" charset="0"/>
              </a:rPr>
              <a:t>鍵</a:t>
            </a:r>
            <a:endParaRPr lang="en-US" altLang="zh-TW" sz="2400" dirty="0">
              <a:latin typeface="Arial" charset="0"/>
              <a:ea typeface="新細明體" charset="-120"/>
              <a:cs typeface="Arial" charset="0"/>
            </a:endParaRPr>
          </a:p>
          <a:p>
            <a:pPr eaLnBrk="1" hangingPunct="1">
              <a:spcAft>
                <a:spcPts val="1200"/>
              </a:spcAft>
            </a:pPr>
            <a:r>
              <a:rPr lang="zh-TW" altLang="en-US" sz="2400" dirty="0">
                <a:latin typeface="Arial" charset="0"/>
                <a:ea typeface="新細明體" charset="-120"/>
                <a:cs typeface="Arial" charset="0"/>
              </a:rPr>
              <a:t> </a:t>
            </a:r>
            <a:r>
              <a:rPr lang="en-US" altLang="zh-TW" sz="2400" dirty="0" err="1">
                <a:latin typeface="Arial" charset="0"/>
                <a:ea typeface="新細明體" charset="-120"/>
                <a:cs typeface="Arial" charset="0"/>
              </a:rPr>
              <a:t>evt.altKey</a:t>
            </a:r>
            <a:r>
              <a:rPr lang="zh-TW" altLang="en-US" sz="2400" dirty="0">
                <a:latin typeface="Arial" charset="0"/>
                <a:ea typeface="微軟正黑體" pitchFamily="34" charset="-120"/>
              </a:rPr>
              <a:t>取得鍵盤</a:t>
            </a:r>
            <a:r>
              <a:rPr lang="en-US" altLang="zh-TW" sz="2400" dirty="0">
                <a:latin typeface="Arial" charset="0"/>
                <a:ea typeface="微軟正黑體" pitchFamily="34" charset="-120"/>
              </a:rPr>
              <a:t>Alt</a:t>
            </a:r>
            <a:r>
              <a:rPr lang="zh-TW" altLang="en-US" sz="2400" dirty="0">
                <a:latin typeface="Arial" charset="0"/>
                <a:ea typeface="微軟正黑體" pitchFamily="34" charset="-120"/>
              </a:rPr>
              <a:t>鍵</a:t>
            </a:r>
            <a:endParaRPr lang="en-US" altLang="zh-TW" sz="2400" dirty="0">
              <a:latin typeface="Arial" charset="0"/>
              <a:ea typeface="新細明體" charset="-120"/>
            </a:endParaRPr>
          </a:p>
          <a:p>
            <a:pPr eaLnBrk="1" hangingPunct="1">
              <a:spcAft>
                <a:spcPts val="1200"/>
              </a:spcAft>
            </a:pPr>
            <a:r>
              <a:rPr lang="zh-TW" altLang="en-US" sz="2400" dirty="0">
                <a:latin typeface="Arial" charset="0"/>
                <a:ea typeface="新細明體" charset="-120"/>
              </a:rPr>
              <a:t> </a:t>
            </a:r>
            <a:r>
              <a:rPr lang="en-US" altLang="zh-TW" sz="2400" dirty="0" err="1">
                <a:latin typeface="Arial" charset="0"/>
                <a:ea typeface="新細明體" charset="-120"/>
              </a:rPr>
              <a:t>evt.clientX</a:t>
            </a:r>
            <a:r>
              <a:rPr lang="zh-TW" altLang="en-US" sz="2400" dirty="0">
                <a:latin typeface="Arial" charset="0"/>
                <a:ea typeface="微軟正黑體" pitchFamily="34" charset="-120"/>
              </a:rPr>
              <a:t>取得目前滑鼠</a:t>
            </a:r>
            <a:r>
              <a:rPr lang="en-US" altLang="zh-TW" sz="2400" dirty="0">
                <a:latin typeface="Arial" charset="0"/>
                <a:ea typeface="微軟正黑體" pitchFamily="34" charset="-120"/>
              </a:rPr>
              <a:t>x</a:t>
            </a:r>
            <a:r>
              <a:rPr lang="zh-TW" altLang="en-US" sz="2400" dirty="0">
                <a:latin typeface="Arial" charset="0"/>
                <a:ea typeface="微軟正黑體" pitchFamily="34" charset="-120"/>
              </a:rPr>
              <a:t>軸座標</a:t>
            </a:r>
            <a:endParaRPr lang="en-US" altLang="zh-TW" sz="2400" dirty="0">
              <a:latin typeface="Arial" charset="0"/>
              <a:ea typeface="新細明體" charset="-120"/>
            </a:endParaRPr>
          </a:p>
          <a:p>
            <a:pPr eaLnBrk="1" hangingPunct="1">
              <a:spcAft>
                <a:spcPts val="1200"/>
              </a:spcAft>
            </a:pPr>
            <a:r>
              <a:rPr lang="zh-TW" altLang="en-US" sz="2400" dirty="0">
                <a:latin typeface="Arial" charset="0"/>
                <a:ea typeface="新細明體" charset="-120"/>
              </a:rPr>
              <a:t> </a:t>
            </a:r>
            <a:r>
              <a:rPr lang="en-US" altLang="zh-TW" sz="2400" dirty="0" err="1">
                <a:latin typeface="Arial" charset="0"/>
                <a:ea typeface="新細明體" charset="-120"/>
              </a:rPr>
              <a:t>evt.clientY</a:t>
            </a:r>
            <a:r>
              <a:rPr lang="zh-TW" altLang="en-US" sz="2400" dirty="0">
                <a:latin typeface="Arial" charset="0"/>
                <a:ea typeface="微軟正黑體" pitchFamily="34" charset="-120"/>
              </a:rPr>
              <a:t>取得目前滑鼠</a:t>
            </a:r>
            <a:r>
              <a:rPr lang="en-US" altLang="zh-TW" sz="2400" dirty="0">
                <a:latin typeface="Arial" charset="0"/>
                <a:ea typeface="微軟正黑體" pitchFamily="34" charset="-120"/>
              </a:rPr>
              <a:t>y</a:t>
            </a:r>
            <a:r>
              <a:rPr lang="zh-TW" altLang="en-US" sz="2400" dirty="0">
                <a:latin typeface="Arial" charset="0"/>
                <a:ea typeface="微軟正黑體" pitchFamily="34" charset="-120"/>
              </a:rPr>
              <a:t>軸座標</a:t>
            </a:r>
            <a:endParaRPr lang="zh-TW" altLang="en-US" sz="2400" dirty="0">
              <a:latin typeface="Arial" charset="0"/>
              <a:ea typeface="新細明體" charset="-120"/>
            </a:endParaRPr>
          </a:p>
          <a:p>
            <a:pPr eaLnBrk="1" hangingPunct="1">
              <a:spcAft>
                <a:spcPts val="1200"/>
              </a:spcAft>
            </a:pPr>
            <a:endParaRPr lang="zh-TW" altLang="en-US" sz="2400" dirty="0">
              <a:latin typeface="Arial" charset="0"/>
              <a:ea typeface="新細明體" charset="-120"/>
            </a:endParaRP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7" name="標題 1"/>
          <p:cNvSpPr>
            <a:spLocks noGrp="1"/>
          </p:cNvSpPr>
          <p:nvPr>
            <p:ph type="title"/>
          </p:nvPr>
        </p:nvSpPr>
        <p:spPr>
          <a:xfrm>
            <a:off x="914400" y="404664"/>
            <a:ext cx="8229600" cy="792162"/>
          </a:xfrm>
        </p:spPr>
        <p:txBody>
          <a:bodyPr/>
          <a:lstStyle/>
          <a:p>
            <a:pPr eaLnBrk="1" hangingPunct="1"/>
            <a:r>
              <a:rPr lang="en-US" altLang="zh-TW" sz="3200" dirty="0">
                <a:latin typeface="Arial" charset="0"/>
                <a:ea typeface="微軟正黑體" pitchFamily="34" charset="-120"/>
                <a:cs typeface="Arial" charset="0"/>
              </a:rPr>
              <a:t>jQuery</a:t>
            </a:r>
            <a:r>
              <a:rPr lang="zh-TW" altLang="en-US" sz="3200" dirty="0">
                <a:latin typeface="Arial" charset="0"/>
                <a:ea typeface="微軟正黑體" pitchFamily="34" charset="-120"/>
                <a:cs typeface="Arial" charset="0"/>
              </a:rPr>
              <a:t>滑鼠事件程序 </a:t>
            </a:r>
            <a:r>
              <a:rPr lang="en-US" altLang="zh-TW" sz="3200" dirty="0">
                <a:latin typeface="Arial" charset="0"/>
                <a:ea typeface="微軟正黑體" pitchFamily="34" charset="-120"/>
                <a:cs typeface="Arial" charset="0"/>
              </a:rPr>
              <a:t>hover</a:t>
            </a:r>
            <a:endParaRPr lang="zh-TW" altLang="en-US" sz="3200" dirty="0">
              <a:latin typeface="Arial" charset="0"/>
              <a:ea typeface="微軟正黑體" pitchFamily="34" charset="-120"/>
              <a:cs typeface="Arial" charset="0"/>
            </a:endParaRPr>
          </a:p>
        </p:txBody>
      </p:sp>
      <p:sp>
        <p:nvSpPr>
          <p:cNvPr id="142338" name="文字版面配置區 2"/>
          <p:cNvSpPr>
            <a:spLocks noGrp="1"/>
          </p:cNvSpPr>
          <p:nvPr>
            <p:ph type="body" idx="1"/>
          </p:nvPr>
        </p:nvSpPr>
        <p:spPr>
          <a:xfrm>
            <a:off x="539552" y="1130834"/>
            <a:ext cx="8301608" cy="5538525"/>
          </a:xfrm>
        </p:spPr>
        <p:txBody>
          <a:bodyPr/>
          <a:lstStyle/>
          <a:p>
            <a:pPr eaLnBrk="1" hangingPunct="1">
              <a:spcAft>
                <a:spcPts val="1200"/>
              </a:spcAft>
            </a:pPr>
            <a:r>
              <a:rPr lang="zh-TW" altLang="en-US" sz="2400" dirty="0">
                <a:latin typeface="Arial" charset="0"/>
                <a:ea typeface="微軟正黑體" pitchFamily="34" charset="-120"/>
                <a:cs typeface="Arial" charset="0"/>
              </a:rPr>
              <a:t> </a:t>
            </a:r>
            <a:r>
              <a:rPr lang="en-US" altLang="zh-TW" sz="2400" dirty="0">
                <a:latin typeface="Arial" charset="0"/>
                <a:ea typeface="微軟正黑體" pitchFamily="34" charset="-120"/>
                <a:cs typeface="Arial" charset="0"/>
              </a:rPr>
              <a:t>hover</a:t>
            </a:r>
            <a:r>
              <a:rPr lang="zh-TW" altLang="en-US" sz="2400" dirty="0">
                <a:latin typeface="Arial" charset="0"/>
                <a:ea typeface="微軟正黑體" pitchFamily="34" charset="-120"/>
                <a:cs typeface="Arial" charset="0"/>
              </a:rPr>
              <a:t>事件發生是因為滑鼠進入或是離開指定標籤</a:t>
            </a:r>
            <a:endParaRPr lang="en-US" altLang="zh-TW" sz="2400" dirty="0">
              <a:latin typeface="Arial" charset="0"/>
              <a:ea typeface="微軟正黑體" pitchFamily="34" charset="-120"/>
              <a:cs typeface="Arial" charset="0"/>
            </a:endParaRPr>
          </a:p>
          <a:p>
            <a:pPr eaLnBrk="1" hangingPunct="1">
              <a:spcAft>
                <a:spcPts val="1200"/>
              </a:spcAft>
            </a:pPr>
            <a:r>
              <a:rPr lang="zh-TW" altLang="en-US" sz="2400" dirty="0">
                <a:latin typeface="Arial" charset="0"/>
                <a:ea typeface="微軟正黑體" pitchFamily="34" charset="-120"/>
                <a:cs typeface="Arial" charset="0"/>
              </a:rPr>
              <a:t> </a:t>
            </a:r>
            <a:r>
              <a:rPr lang="en-US" altLang="zh-TW" sz="2400" dirty="0">
                <a:latin typeface="Arial" charset="0"/>
                <a:ea typeface="微軟正黑體" pitchFamily="34" charset="-120"/>
                <a:cs typeface="Arial" charset="0"/>
              </a:rPr>
              <a:t>$("p").hover(</a:t>
            </a:r>
            <a:r>
              <a:rPr lang="en-US" altLang="zh-TW" sz="2400" dirty="0" err="1">
                <a:latin typeface="Arial" charset="0"/>
                <a:ea typeface="微軟正黑體" pitchFamily="34" charset="-120"/>
                <a:cs typeface="Arial" charset="0"/>
              </a:rPr>
              <a:t>enterFunction,leaveFunction</a:t>
            </a:r>
            <a:r>
              <a:rPr lang="en-US" altLang="zh-TW" sz="2400" dirty="0">
                <a:latin typeface="Arial" charset="0"/>
                <a:ea typeface="微軟正黑體" pitchFamily="34" charset="-120"/>
                <a:cs typeface="Arial" charset="0"/>
              </a:rPr>
              <a:t>)</a:t>
            </a:r>
          </a:p>
          <a:p>
            <a:pPr eaLnBrk="1" hangingPunct="1">
              <a:spcAft>
                <a:spcPts val="1200"/>
              </a:spcAft>
            </a:pPr>
            <a:r>
              <a:rPr lang="zh-TW" altLang="en-US" sz="2400" dirty="0">
                <a:latin typeface="Arial" charset="0"/>
                <a:ea typeface="微軟正黑體" pitchFamily="34" charset="-120"/>
                <a:cs typeface="Arial" charset="0"/>
              </a:rPr>
              <a:t> </a:t>
            </a:r>
            <a:r>
              <a:rPr lang="en-US" altLang="zh-TW" sz="2400" dirty="0" err="1">
                <a:latin typeface="Arial" charset="0"/>
                <a:ea typeface="微軟正黑體" pitchFamily="34" charset="-120"/>
                <a:cs typeface="Arial" charset="0"/>
              </a:rPr>
              <a:t>enterFunction</a:t>
            </a:r>
            <a:r>
              <a:rPr lang="en-US" altLang="zh-TW" sz="2400" dirty="0">
                <a:latin typeface="Arial" charset="0"/>
                <a:ea typeface="微軟正黑體" pitchFamily="34" charset="-120"/>
                <a:cs typeface="Arial" charset="0"/>
              </a:rPr>
              <a:t>:</a:t>
            </a:r>
            <a:r>
              <a:rPr lang="zh-TW" altLang="en-US" sz="2400" dirty="0">
                <a:latin typeface="Arial" charset="0"/>
                <a:ea typeface="微軟正黑體" pitchFamily="34" charset="-120"/>
                <a:cs typeface="Arial" charset="0"/>
              </a:rPr>
              <a:t> 當滑鼠進入指定標籤</a:t>
            </a:r>
            <a:endParaRPr lang="en-US" altLang="zh-TW" sz="2400" dirty="0">
              <a:latin typeface="Arial" charset="0"/>
              <a:ea typeface="微軟正黑體" pitchFamily="34" charset="-120"/>
              <a:cs typeface="Arial" charset="0"/>
            </a:endParaRPr>
          </a:p>
          <a:p>
            <a:pPr eaLnBrk="1" hangingPunct="1">
              <a:spcAft>
                <a:spcPts val="1200"/>
              </a:spcAft>
            </a:pPr>
            <a:r>
              <a:rPr lang="zh-TW" altLang="en-US" sz="2400" dirty="0">
                <a:latin typeface="Arial" charset="0"/>
                <a:ea typeface="新細明體" charset="-120"/>
                <a:cs typeface="Arial" charset="0"/>
              </a:rPr>
              <a:t> </a:t>
            </a:r>
            <a:r>
              <a:rPr lang="en-US" altLang="zh-TW" sz="2400" dirty="0" err="1">
                <a:latin typeface="Arial" charset="0"/>
                <a:ea typeface="新細明體" charset="-120"/>
                <a:cs typeface="Arial" charset="0"/>
              </a:rPr>
              <a:t>leaveFunction</a:t>
            </a:r>
            <a:r>
              <a:rPr lang="en-US" altLang="zh-TW" sz="2400" dirty="0">
                <a:latin typeface="Arial" charset="0"/>
                <a:ea typeface="新細明體" charset="-120"/>
                <a:cs typeface="Arial" charset="0"/>
              </a:rPr>
              <a:t>:</a:t>
            </a:r>
            <a:r>
              <a:rPr lang="zh-TW" altLang="en-US" sz="2400" dirty="0">
                <a:latin typeface="Arial" charset="0"/>
                <a:ea typeface="新細明體" charset="-120"/>
                <a:cs typeface="Arial" charset="0"/>
              </a:rPr>
              <a:t> </a:t>
            </a:r>
            <a:r>
              <a:rPr lang="zh-TW" altLang="en-US" sz="2400" dirty="0">
                <a:latin typeface="Arial" charset="0"/>
                <a:ea typeface="微軟正黑體" pitchFamily="34" charset="-120"/>
              </a:rPr>
              <a:t>當滑鼠離開指定標籤</a:t>
            </a:r>
            <a:endParaRPr lang="en-US" altLang="zh-TW" sz="2400" dirty="0">
              <a:latin typeface="Arial" charset="0"/>
              <a:ea typeface="微軟正黑體" pitchFamily="34" charset="-120"/>
            </a:endParaRPr>
          </a:p>
          <a:p>
            <a:pPr marL="0" indent="0" eaLnBrk="1" hangingPunct="1">
              <a:spcAft>
                <a:spcPts val="1200"/>
              </a:spcAft>
              <a:buNone/>
            </a:pPr>
            <a:r>
              <a:rPr lang="en-US" altLang="zh-TW" sz="1800" dirty="0">
                <a:latin typeface="Arial" charset="0"/>
                <a:ea typeface="微軟正黑體" pitchFamily="34" charset="-120"/>
              </a:rPr>
              <a:t>&lt;script&gt;</a:t>
            </a:r>
          </a:p>
          <a:p>
            <a:pPr marL="0" indent="0" eaLnBrk="1" hangingPunct="1">
              <a:spcAft>
                <a:spcPts val="1200"/>
              </a:spcAft>
              <a:buNone/>
            </a:pPr>
            <a:r>
              <a:rPr lang="en-US" altLang="zh-TW" sz="1800" dirty="0">
                <a:latin typeface="Arial" charset="0"/>
                <a:ea typeface="微軟正黑體" pitchFamily="34" charset="-120"/>
              </a:rPr>
              <a:t>$(document).ready(function(){</a:t>
            </a:r>
          </a:p>
          <a:p>
            <a:pPr marL="0" indent="0" eaLnBrk="1" hangingPunct="1">
              <a:spcAft>
                <a:spcPts val="1200"/>
              </a:spcAft>
              <a:buNone/>
            </a:pPr>
            <a:r>
              <a:rPr lang="en-US" altLang="zh-TW" sz="1800" dirty="0">
                <a:latin typeface="Arial" charset="0"/>
                <a:ea typeface="微軟正黑體" pitchFamily="34" charset="-120"/>
              </a:rPr>
              <a:t>  $("p").hover(function(){ $("p").</a:t>
            </a:r>
            <a:r>
              <a:rPr lang="en-US" altLang="zh-TW" sz="1800" dirty="0" err="1">
                <a:latin typeface="Arial" charset="0"/>
                <a:ea typeface="微軟正黑體" pitchFamily="34" charset="-120"/>
              </a:rPr>
              <a:t>css</a:t>
            </a:r>
            <a:r>
              <a:rPr lang="en-US" altLang="zh-TW" sz="1800" dirty="0">
                <a:latin typeface="Arial" charset="0"/>
                <a:ea typeface="微軟正黑體" pitchFamily="34" charset="-120"/>
              </a:rPr>
              <a:t>("background-</a:t>
            </a:r>
            <a:r>
              <a:rPr lang="en-US" altLang="zh-TW" sz="1800" dirty="0" err="1">
                <a:latin typeface="Arial" charset="0"/>
                <a:ea typeface="微軟正黑體" pitchFamily="34" charset="-120"/>
              </a:rPr>
              <a:t>color","yellow</a:t>
            </a:r>
            <a:r>
              <a:rPr lang="en-US" altLang="zh-TW" sz="1800" dirty="0">
                <a:latin typeface="Arial" charset="0"/>
                <a:ea typeface="微軟正黑體" pitchFamily="34" charset="-120"/>
              </a:rPr>
              <a:t>"); }, </a:t>
            </a:r>
          </a:p>
          <a:p>
            <a:pPr marL="0" indent="0" eaLnBrk="1" hangingPunct="1">
              <a:spcAft>
                <a:spcPts val="1200"/>
              </a:spcAft>
              <a:buNone/>
            </a:pPr>
            <a:r>
              <a:rPr lang="en-US" altLang="zh-TW" sz="1800" dirty="0">
                <a:latin typeface="Arial" charset="0"/>
                <a:ea typeface="微軟正黑體" pitchFamily="34" charset="-120"/>
              </a:rPr>
              <a:t>                        function(){  $("p").</a:t>
            </a:r>
            <a:r>
              <a:rPr lang="en-US" altLang="zh-TW" sz="1800" dirty="0" err="1">
                <a:latin typeface="Arial" charset="0"/>
                <a:ea typeface="微軟正黑體" pitchFamily="34" charset="-120"/>
              </a:rPr>
              <a:t>css</a:t>
            </a:r>
            <a:r>
              <a:rPr lang="en-US" altLang="zh-TW" sz="1800" dirty="0">
                <a:latin typeface="Arial" charset="0"/>
                <a:ea typeface="微軟正黑體" pitchFamily="34" charset="-120"/>
              </a:rPr>
              <a:t>("background-</a:t>
            </a:r>
            <a:r>
              <a:rPr lang="en-US" altLang="zh-TW" sz="1800" dirty="0" err="1">
                <a:latin typeface="Arial" charset="0"/>
                <a:ea typeface="微軟正黑體" pitchFamily="34" charset="-120"/>
              </a:rPr>
              <a:t>color","pink</a:t>
            </a:r>
            <a:r>
              <a:rPr lang="en-US" altLang="zh-TW" sz="1800" dirty="0">
                <a:latin typeface="Arial" charset="0"/>
                <a:ea typeface="微軟正黑體" pitchFamily="34" charset="-120"/>
              </a:rPr>
              <a:t>");   } );</a:t>
            </a:r>
          </a:p>
          <a:p>
            <a:pPr marL="0" indent="0" eaLnBrk="1" hangingPunct="1">
              <a:spcAft>
                <a:spcPts val="1200"/>
              </a:spcAft>
              <a:buNone/>
            </a:pPr>
            <a:r>
              <a:rPr lang="en-US" altLang="zh-TW" sz="1800" dirty="0">
                <a:latin typeface="Arial" charset="0"/>
                <a:ea typeface="微軟正黑體" pitchFamily="34" charset="-120"/>
              </a:rPr>
              <a:t>  });</a:t>
            </a:r>
          </a:p>
          <a:p>
            <a:pPr marL="0" indent="0" eaLnBrk="1" hangingPunct="1">
              <a:spcAft>
                <a:spcPts val="1200"/>
              </a:spcAft>
              <a:buNone/>
            </a:pPr>
            <a:r>
              <a:rPr lang="en-US" altLang="zh-TW" sz="1800" dirty="0">
                <a:latin typeface="Arial" charset="0"/>
                <a:ea typeface="微軟正黑體" pitchFamily="34" charset="-120"/>
              </a:rPr>
              <a:t>&lt;/script&gt;</a:t>
            </a:r>
            <a:endParaRPr lang="zh-TW" altLang="en-US" sz="1800" dirty="0">
              <a:latin typeface="Arial" charset="0"/>
              <a:ea typeface="微軟正黑體" pitchFamily="34" charset="-120"/>
            </a:endParaRP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1" name="標題 1"/>
          <p:cNvSpPr>
            <a:spLocks noGrp="1"/>
          </p:cNvSpPr>
          <p:nvPr>
            <p:ph type="title"/>
          </p:nvPr>
        </p:nvSpPr>
        <p:spPr/>
        <p:txBody>
          <a:bodyPr/>
          <a:lstStyle/>
          <a:p>
            <a:pPr eaLnBrk="1" hangingPunct="1"/>
            <a:r>
              <a:rPr lang="en-US" altLang="zh-TW" sz="3200" dirty="0">
                <a:latin typeface="Arial" charset="0"/>
                <a:ea typeface="微軟正黑體" pitchFamily="34" charset="-120"/>
                <a:cs typeface="Arial" charset="0"/>
              </a:rPr>
              <a:t>jQuery</a:t>
            </a:r>
            <a:r>
              <a:rPr lang="zh-TW" altLang="en-US" sz="3200" dirty="0">
                <a:latin typeface="Arial" charset="0"/>
                <a:ea typeface="微軟正黑體" pitchFamily="34" charset="-120"/>
                <a:cs typeface="Arial" charset="0"/>
              </a:rPr>
              <a:t>表單事件程序 </a:t>
            </a:r>
            <a:r>
              <a:rPr lang="en-US" altLang="zh-TW" sz="3200" dirty="0">
                <a:latin typeface="Arial" charset="0"/>
                <a:ea typeface="微軟正黑體" pitchFamily="34" charset="-120"/>
                <a:cs typeface="Arial" charset="0"/>
              </a:rPr>
              <a:t>blur, focus</a:t>
            </a:r>
            <a:endParaRPr lang="zh-TW" altLang="en-US" sz="3200" dirty="0">
              <a:latin typeface="Arial" charset="0"/>
              <a:ea typeface="微軟正黑體" pitchFamily="34" charset="-120"/>
              <a:cs typeface="Arial" charset="0"/>
            </a:endParaRPr>
          </a:p>
        </p:txBody>
      </p:sp>
      <p:sp>
        <p:nvSpPr>
          <p:cNvPr id="153602" name="文字版面配置區 2"/>
          <p:cNvSpPr>
            <a:spLocks noGrp="1"/>
          </p:cNvSpPr>
          <p:nvPr>
            <p:ph type="body" idx="1"/>
          </p:nvPr>
        </p:nvSpPr>
        <p:spPr/>
        <p:txBody>
          <a:bodyPr/>
          <a:lstStyle/>
          <a:p>
            <a:pPr eaLnBrk="1" hangingPunct="1">
              <a:spcAft>
                <a:spcPts val="1200"/>
              </a:spcAft>
            </a:pPr>
            <a:r>
              <a:rPr lang="zh-TW" altLang="en-US" sz="2400">
                <a:latin typeface="Arial" charset="0"/>
                <a:ea typeface="微軟正黑體" pitchFamily="34" charset="-120"/>
                <a:cs typeface="Arial" charset="0"/>
              </a:rPr>
              <a:t> </a:t>
            </a:r>
            <a:r>
              <a:rPr lang="en-US" altLang="zh-TW" sz="2400">
                <a:latin typeface="Arial" charset="0"/>
                <a:ea typeface="微軟正黑體" pitchFamily="34" charset="-120"/>
                <a:cs typeface="Arial" charset="0"/>
              </a:rPr>
              <a:t>focus</a:t>
            </a:r>
            <a:r>
              <a:rPr lang="zh-TW" altLang="en-US" sz="2400">
                <a:latin typeface="Arial" charset="0"/>
                <a:ea typeface="微軟正黑體" pitchFamily="34" charset="-120"/>
                <a:cs typeface="Arial" charset="0"/>
              </a:rPr>
              <a:t>事件發生是因為當焦點進入標籤時觸發</a:t>
            </a:r>
            <a:endParaRPr lang="en-US" altLang="zh-TW" sz="2400">
              <a:latin typeface="Arial" charset="0"/>
              <a:ea typeface="微軟正黑體" pitchFamily="34" charset="-120"/>
              <a:cs typeface="Arial" charset="0"/>
            </a:endParaRPr>
          </a:p>
          <a:p>
            <a:pPr eaLnBrk="1" hangingPunct="1">
              <a:spcAft>
                <a:spcPts val="1200"/>
              </a:spcAft>
            </a:pPr>
            <a:r>
              <a:rPr lang="zh-TW" altLang="en-US" sz="2400">
                <a:latin typeface="Arial" charset="0"/>
                <a:ea typeface="微軟正黑體" pitchFamily="34" charset="-120"/>
                <a:cs typeface="Arial" charset="0"/>
              </a:rPr>
              <a:t> </a:t>
            </a:r>
            <a:r>
              <a:rPr lang="en-US" altLang="zh-TW" sz="2400">
                <a:latin typeface="Arial" charset="0"/>
                <a:ea typeface="微軟正黑體" pitchFamily="34" charset="-120"/>
                <a:cs typeface="Arial" charset="0"/>
              </a:rPr>
              <a:t>blur</a:t>
            </a:r>
            <a:r>
              <a:rPr lang="zh-TW" altLang="en-US" sz="2400">
                <a:latin typeface="Arial" charset="0"/>
                <a:ea typeface="微軟正黑體" pitchFamily="34" charset="-120"/>
                <a:cs typeface="Arial" charset="0"/>
              </a:rPr>
              <a:t>事件發生是因為當焦點離開標籤時觸發</a:t>
            </a:r>
            <a:endParaRPr lang="en-US" altLang="zh-TW" sz="2400">
              <a:latin typeface="Arial" charset="0"/>
              <a:ea typeface="微軟正黑體" pitchFamily="34" charset="-120"/>
              <a:cs typeface="Arial" charset="0"/>
            </a:endParaRPr>
          </a:p>
          <a:p>
            <a:pPr eaLnBrk="1" hangingPunct="1">
              <a:spcAft>
                <a:spcPts val="1200"/>
              </a:spcAft>
            </a:pPr>
            <a:r>
              <a:rPr lang="zh-TW" altLang="en-US" sz="2400">
                <a:latin typeface="Arial" charset="0"/>
                <a:ea typeface="微軟正黑體" pitchFamily="34" charset="-120"/>
                <a:cs typeface="Arial" charset="0"/>
              </a:rPr>
              <a:t> </a:t>
            </a:r>
            <a:r>
              <a:rPr lang="en-US" altLang="zh-TW" sz="2400">
                <a:latin typeface="Arial" charset="0"/>
                <a:ea typeface="微軟正黑體" pitchFamily="34" charset="-120"/>
                <a:cs typeface="Arial" charset="0"/>
              </a:rPr>
              <a:t>$("input").focus(function(</a:t>
            </a:r>
            <a:r>
              <a:rPr lang="zh-TW" altLang="en-US" sz="2400">
                <a:latin typeface="Arial" charset="0"/>
                <a:ea typeface="微軟正黑體" pitchFamily="34" charset="-120"/>
                <a:cs typeface="Arial" charset="0"/>
              </a:rPr>
              <a:t> </a:t>
            </a:r>
            <a:r>
              <a:rPr lang="en-US" altLang="zh-TW" sz="2400">
                <a:latin typeface="Arial" charset="0"/>
                <a:ea typeface="微軟正黑體" pitchFamily="34" charset="-120"/>
                <a:cs typeface="Arial" charset="0"/>
              </a:rPr>
              <a:t>){</a:t>
            </a:r>
            <a:br>
              <a:rPr lang="en-US" altLang="zh-TW" sz="2400">
                <a:latin typeface="Arial" charset="0"/>
                <a:ea typeface="微軟正黑體" pitchFamily="34" charset="-120"/>
                <a:cs typeface="Arial" charset="0"/>
              </a:rPr>
            </a:br>
            <a:r>
              <a:rPr lang="en-US" altLang="zh-TW" sz="2400">
                <a:latin typeface="Arial" charset="0"/>
                <a:ea typeface="微軟正黑體" pitchFamily="34" charset="-120"/>
                <a:cs typeface="Arial" charset="0"/>
              </a:rPr>
              <a:t>  </a:t>
            </a:r>
            <a:r>
              <a:rPr lang="zh-TW" altLang="en-US" sz="2400">
                <a:latin typeface="Arial" charset="0"/>
                <a:ea typeface="微軟正黑體" pitchFamily="34" charset="-120"/>
                <a:cs typeface="Arial" charset="0"/>
              </a:rPr>
              <a:t> </a:t>
            </a:r>
            <a:r>
              <a:rPr lang="en-US" altLang="zh-TW" sz="2400">
                <a:latin typeface="Arial" charset="0"/>
                <a:ea typeface="微軟正黑體" pitchFamily="34" charset="-120"/>
                <a:cs typeface="Arial" charset="0"/>
              </a:rPr>
              <a:t>$(this).css("background-color", "yellow");</a:t>
            </a:r>
            <a:br>
              <a:rPr lang="en-US" altLang="zh-TW" sz="2400">
                <a:latin typeface="Arial" charset="0"/>
                <a:ea typeface="微軟正黑體" pitchFamily="34" charset="-120"/>
                <a:cs typeface="Arial" charset="0"/>
              </a:rPr>
            </a:br>
            <a:r>
              <a:rPr lang="zh-TW" altLang="en-US" sz="2400">
                <a:latin typeface="Arial" charset="0"/>
                <a:ea typeface="微軟正黑體" pitchFamily="34" charset="-120"/>
                <a:cs typeface="Arial" charset="0"/>
              </a:rPr>
              <a:t> </a:t>
            </a:r>
            <a:r>
              <a:rPr lang="en-US" altLang="zh-TW" sz="2400">
                <a:latin typeface="Arial" charset="0"/>
                <a:ea typeface="微軟正黑體" pitchFamily="34" charset="-120"/>
                <a:cs typeface="Arial" charset="0"/>
              </a:rPr>
              <a:t>});</a:t>
            </a:r>
          </a:p>
          <a:p>
            <a:pPr eaLnBrk="1" hangingPunct="1">
              <a:spcAft>
                <a:spcPts val="1200"/>
              </a:spcAft>
            </a:pPr>
            <a:r>
              <a:rPr lang="zh-TW" altLang="en-US" sz="2400">
                <a:latin typeface="Arial" charset="0"/>
                <a:ea typeface="微軟正黑體" pitchFamily="34" charset="-120"/>
                <a:cs typeface="Arial" charset="0"/>
              </a:rPr>
              <a:t> </a:t>
            </a:r>
            <a:r>
              <a:rPr lang="en-US" altLang="zh-TW" sz="2400">
                <a:latin typeface="Arial" charset="0"/>
                <a:ea typeface="微軟正黑體" pitchFamily="34" charset="-120"/>
                <a:cs typeface="Arial" charset="0"/>
              </a:rPr>
              <a:t>$("input").blur(function(</a:t>
            </a:r>
            <a:r>
              <a:rPr lang="zh-TW" altLang="en-US" sz="2400">
                <a:latin typeface="Arial" charset="0"/>
                <a:ea typeface="微軟正黑體" pitchFamily="34" charset="-120"/>
                <a:cs typeface="Arial" charset="0"/>
              </a:rPr>
              <a:t> </a:t>
            </a:r>
            <a:r>
              <a:rPr lang="en-US" altLang="zh-TW" sz="2400">
                <a:latin typeface="Arial" charset="0"/>
                <a:ea typeface="微軟正黑體" pitchFamily="34" charset="-120"/>
                <a:cs typeface="Arial" charset="0"/>
              </a:rPr>
              <a:t>){</a:t>
            </a:r>
            <a:br>
              <a:rPr lang="en-US" altLang="zh-TW" sz="2400">
                <a:latin typeface="Arial" charset="0"/>
                <a:ea typeface="微軟正黑體" pitchFamily="34" charset="-120"/>
                <a:cs typeface="Arial" charset="0"/>
              </a:rPr>
            </a:br>
            <a:r>
              <a:rPr lang="en-US" altLang="zh-TW" sz="2400">
                <a:latin typeface="Arial" charset="0"/>
                <a:ea typeface="微軟正黑體" pitchFamily="34" charset="-120"/>
                <a:cs typeface="Arial" charset="0"/>
              </a:rPr>
              <a:t>  </a:t>
            </a:r>
            <a:r>
              <a:rPr lang="zh-TW" altLang="en-US" sz="2400">
                <a:latin typeface="Arial" charset="0"/>
                <a:ea typeface="微軟正黑體" pitchFamily="34" charset="-120"/>
                <a:cs typeface="Arial" charset="0"/>
              </a:rPr>
              <a:t> </a:t>
            </a:r>
            <a:r>
              <a:rPr lang="en-US" altLang="zh-TW" sz="2400">
                <a:latin typeface="Arial" charset="0"/>
                <a:ea typeface="微軟正黑體" pitchFamily="34" charset="-120"/>
                <a:cs typeface="Arial" charset="0"/>
              </a:rPr>
              <a:t>$(this).css("background-color", "white");</a:t>
            </a:r>
            <a:br>
              <a:rPr lang="en-US" altLang="zh-TW" sz="2400">
                <a:latin typeface="Arial" charset="0"/>
                <a:ea typeface="微軟正黑體" pitchFamily="34" charset="-120"/>
                <a:cs typeface="Arial" charset="0"/>
              </a:rPr>
            </a:br>
            <a:r>
              <a:rPr lang="zh-TW" altLang="en-US" sz="2400">
                <a:latin typeface="Arial" charset="0"/>
                <a:ea typeface="微軟正黑體" pitchFamily="34" charset="-120"/>
                <a:cs typeface="Arial" charset="0"/>
              </a:rPr>
              <a:t> </a:t>
            </a:r>
            <a:r>
              <a:rPr lang="en-US" altLang="zh-TW" sz="2400">
                <a:latin typeface="Arial" charset="0"/>
                <a:ea typeface="微軟正黑體" pitchFamily="34" charset="-120"/>
                <a:cs typeface="Arial" charset="0"/>
              </a:rPr>
              <a:t>});</a:t>
            </a:r>
          </a:p>
          <a:p>
            <a:pPr eaLnBrk="1" hangingPunct="1">
              <a:spcAft>
                <a:spcPts val="1200"/>
              </a:spcAft>
            </a:pPr>
            <a:endParaRPr lang="zh-TW" altLang="en-US" sz="2400">
              <a:latin typeface="Arial" charset="0"/>
              <a:ea typeface="新細明體" charset="-120"/>
              <a:cs typeface="Arial" charset="0"/>
            </a:endParaRP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F436E39-7DED-468A-BA9A-AA8C7B1FC004}"/>
              </a:ext>
            </a:extLst>
          </p:cNvPr>
          <p:cNvSpPr>
            <a:spLocks noGrp="1"/>
          </p:cNvSpPr>
          <p:nvPr>
            <p:ph type="title"/>
          </p:nvPr>
        </p:nvSpPr>
        <p:spPr>
          <a:xfrm>
            <a:off x="611560" y="548680"/>
            <a:ext cx="8229600" cy="504155"/>
          </a:xfrm>
        </p:spPr>
        <p:txBody>
          <a:bodyPr/>
          <a:lstStyle/>
          <a:p>
            <a:r>
              <a:rPr lang="en-US" altLang="zh-TW" sz="3200" dirty="0"/>
              <a:t>jQuery Form </a:t>
            </a:r>
            <a:r>
              <a:rPr lang="zh-TW" altLang="en-US" sz="3200" dirty="0"/>
              <a:t>事件</a:t>
            </a:r>
          </a:p>
        </p:txBody>
      </p:sp>
      <p:sp>
        <p:nvSpPr>
          <p:cNvPr id="3" name="文字版面配置區 2">
            <a:extLst>
              <a:ext uri="{FF2B5EF4-FFF2-40B4-BE49-F238E27FC236}">
                <a16:creationId xmlns:a16="http://schemas.microsoft.com/office/drawing/2014/main" id="{F90C25AD-BB18-4C56-B1C0-23C2D8B75182}"/>
              </a:ext>
            </a:extLst>
          </p:cNvPr>
          <p:cNvSpPr>
            <a:spLocks noGrp="1"/>
          </p:cNvSpPr>
          <p:nvPr>
            <p:ph type="body" idx="1"/>
          </p:nvPr>
        </p:nvSpPr>
        <p:spPr>
          <a:xfrm>
            <a:off x="457200" y="980827"/>
            <a:ext cx="8229600" cy="5616525"/>
          </a:xfrm>
        </p:spPr>
        <p:txBody>
          <a:bodyPr/>
          <a:lstStyle/>
          <a:p>
            <a:pPr marL="0" indent="0">
              <a:buNone/>
            </a:pPr>
            <a:r>
              <a:rPr lang="en-US" altLang="zh-TW" sz="1800" dirty="0"/>
              <a:t>&lt;form action="</a:t>
            </a:r>
            <a:r>
              <a:rPr lang="en-US" altLang="zh-TW" sz="1800" dirty="0" err="1">
                <a:solidFill>
                  <a:srgbClr val="FF0000"/>
                </a:solidFill>
              </a:rPr>
              <a:t>javascript:alert</a:t>
            </a:r>
            <a:r>
              <a:rPr lang="en-US" altLang="zh-TW" sz="1800" dirty="0">
                <a:solidFill>
                  <a:srgbClr val="FF0000"/>
                </a:solidFill>
              </a:rPr>
              <a:t>( 'success!' )</a:t>
            </a:r>
            <a:r>
              <a:rPr lang="en-US" altLang="zh-TW" sz="1800" dirty="0"/>
              <a:t>;"&gt;  </a:t>
            </a:r>
          </a:p>
          <a:p>
            <a:pPr marL="0" indent="0">
              <a:buNone/>
            </a:pPr>
            <a:r>
              <a:rPr lang="en-US" altLang="zh-TW" sz="1800" dirty="0"/>
              <a:t>  &lt;div&gt;  </a:t>
            </a:r>
          </a:p>
          <a:p>
            <a:pPr marL="0" indent="0">
              <a:buNone/>
            </a:pPr>
            <a:r>
              <a:rPr lang="en-US" altLang="zh-TW" sz="1800" dirty="0"/>
              <a:t>    </a:t>
            </a:r>
            <a:r>
              <a:rPr lang="en-US" altLang="zh-TW" sz="1800" dirty="0">
                <a:solidFill>
                  <a:srgbClr val="0000FF"/>
                </a:solidFill>
              </a:rPr>
              <a:t>&lt;input </a:t>
            </a:r>
            <a:r>
              <a:rPr lang="en-US" altLang="zh-TW" sz="1800" dirty="0"/>
              <a:t>type="text" value= "</a:t>
            </a:r>
            <a:r>
              <a:rPr lang="en-US" altLang="zh-TW" sz="1800" dirty="0" err="1"/>
              <a:t>javascript</a:t>
            </a:r>
            <a:r>
              <a:rPr lang="en-US" altLang="zh-TW" sz="1800" dirty="0"/>
              <a:t>"  &gt;  </a:t>
            </a:r>
          </a:p>
          <a:p>
            <a:pPr marL="0" indent="0">
              <a:buNone/>
            </a:pPr>
            <a:r>
              <a:rPr lang="en-US" altLang="zh-TW" sz="1800" dirty="0"/>
              <a:t>    &lt;input type="submit"&gt;  </a:t>
            </a:r>
          </a:p>
          <a:p>
            <a:pPr marL="0" indent="0">
              <a:buNone/>
            </a:pPr>
            <a:r>
              <a:rPr lang="en-US" altLang="zh-TW" sz="1800" dirty="0"/>
              <a:t>  &lt;/div&gt;  </a:t>
            </a:r>
          </a:p>
          <a:p>
            <a:pPr marL="0" indent="0">
              <a:buNone/>
            </a:pPr>
            <a:r>
              <a:rPr lang="en-US" altLang="zh-TW" sz="1800" dirty="0"/>
              <a:t>&lt;/form&gt;  </a:t>
            </a:r>
          </a:p>
          <a:p>
            <a:pPr marL="0" indent="0">
              <a:buNone/>
            </a:pPr>
            <a:r>
              <a:rPr lang="en-US" altLang="zh-TW" sz="1800" dirty="0"/>
              <a:t>&lt;span&gt;&lt;/span&gt;  </a:t>
            </a:r>
          </a:p>
          <a:p>
            <a:pPr marL="0" indent="0">
              <a:buNone/>
            </a:pPr>
            <a:r>
              <a:rPr lang="en-US" altLang="zh-TW" sz="1800" dirty="0"/>
              <a:t>&lt;script&gt;  </a:t>
            </a:r>
          </a:p>
          <a:p>
            <a:pPr marL="0" indent="0">
              <a:buNone/>
            </a:pPr>
            <a:r>
              <a:rPr lang="en-US" altLang="zh-TW" sz="1800" dirty="0"/>
              <a:t>$( "form" ).submit( function( event ) {  </a:t>
            </a:r>
          </a:p>
          <a:p>
            <a:pPr marL="0" indent="0">
              <a:buNone/>
            </a:pPr>
            <a:r>
              <a:rPr lang="en-US" altLang="zh-TW" sz="1800" dirty="0"/>
              <a:t>  if ( </a:t>
            </a:r>
            <a:r>
              <a:rPr lang="en-US" altLang="zh-TW" sz="1800" dirty="0">
                <a:solidFill>
                  <a:srgbClr val="0000FF"/>
                </a:solidFill>
              </a:rPr>
              <a:t>$( "</a:t>
            </a:r>
            <a:r>
              <a:rPr lang="en-US" altLang="zh-TW" sz="1800" dirty="0" err="1">
                <a:solidFill>
                  <a:srgbClr val="0000FF"/>
                </a:solidFill>
              </a:rPr>
              <a:t>input:first</a:t>
            </a:r>
            <a:r>
              <a:rPr lang="en-US" altLang="zh-TW" sz="1800" dirty="0">
                <a:solidFill>
                  <a:srgbClr val="0000FF"/>
                </a:solidFill>
              </a:rPr>
              <a:t>" ).</a:t>
            </a:r>
            <a:r>
              <a:rPr lang="en-US" altLang="zh-TW" sz="1800" dirty="0" err="1"/>
              <a:t>val</a:t>
            </a:r>
            <a:r>
              <a:rPr lang="en-US" altLang="zh-TW" sz="1800" dirty="0"/>
              <a:t>() === "</a:t>
            </a:r>
            <a:r>
              <a:rPr lang="en-US" altLang="zh-TW" sz="1800" dirty="0" err="1"/>
              <a:t>javascript</a:t>
            </a:r>
            <a:r>
              <a:rPr lang="en-US" altLang="zh-TW" sz="1800" dirty="0"/>
              <a:t>" ) {  </a:t>
            </a:r>
          </a:p>
          <a:p>
            <a:pPr marL="0" indent="0">
              <a:buNone/>
            </a:pPr>
            <a:r>
              <a:rPr lang="en-US" altLang="zh-TW" sz="1800" dirty="0"/>
              <a:t>    $( "span" ).text( "Submitted Successfully." ).show();  </a:t>
            </a:r>
          </a:p>
          <a:p>
            <a:pPr marL="0" indent="0">
              <a:buNone/>
            </a:pPr>
            <a:r>
              <a:rPr lang="en-US" altLang="zh-TW" sz="1800" dirty="0"/>
              <a:t>    return;  </a:t>
            </a:r>
          </a:p>
          <a:p>
            <a:pPr marL="0" indent="0">
              <a:buNone/>
            </a:pPr>
            <a:r>
              <a:rPr lang="en-US" altLang="zh-TW" sz="1800" dirty="0"/>
              <a:t>  }  </a:t>
            </a:r>
          </a:p>
          <a:p>
            <a:pPr marL="0" indent="0">
              <a:buNone/>
            </a:pPr>
            <a:r>
              <a:rPr lang="en-US" altLang="zh-TW" sz="1800" dirty="0"/>
              <a:t>  $( "span" ).text( "Not valid!" ).show().</a:t>
            </a:r>
            <a:r>
              <a:rPr lang="en-US" altLang="zh-TW" sz="1800" dirty="0" err="1"/>
              <a:t>fadeOut</a:t>
            </a:r>
            <a:r>
              <a:rPr lang="en-US" altLang="zh-TW" sz="1800" dirty="0"/>
              <a:t>( 2000 );  </a:t>
            </a:r>
          </a:p>
          <a:p>
            <a:pPr marL="0" indent="0">
              <a:buNone/>
            </a:pPr>
            <a:r>
              <a:rPr lang="en-US" altLang="zh-TW" sz="1800" dirty="0"/>
              <a:t>  </a:t>
            </a:r>
            <a:r>
              <a:rPr lang="en-US" altLang="zh-TW" sz="1800" dirty="0" err="1"/>
              <a:t>event.preventDefault</a:t>
            </a:r>
            <a:r>
              <a:rPr lang="en-US" altLang="zh-TW" sz="1800" dirty="0"/>
              <a:t>();  </a:t>
            </a:r>
          </a:p>
          <a:p>
            <a:pPr marL="0" indent="0">
              <a:buNone/>
            </a:pPr>
            <a:r>
              <a:rPr lang="en-US" altLang="zh-TW" sz="1800" dirty="0"/>
              <a:t>});  </a:t>
            </a:r>
          </a:p>
          <a:p>
            <a:pPr marL="0" indent="0">
              <a:buNone/>
            </a:pPr>
            <a:r>
              <a:rPr lang="en-US" altLang="zh-TW" sz="1800" dirty="0"/>
              <a:t>&lt;/script&gt; </a:t>
            </a:r>
            <a:endParaRPr lang="zh-TW" altLang="en-US" sz="1800" dirty="0"/>
          </a:p>
        </p:txBody>
      </p:sp>
    </p:spTree>
    <p:extLst>
      <p:ext uri="{BB962C8B-B14F-4D97-AF65-F5344CB8AC3E}">
        <p14:creationId xmlns:p14="http://schemas.microsoft.com/office/powerpoint/2010/main" val="1723240784"/>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06BF731-0279-44D5-B5F3-D956CB892428}"/>
              </a:ext>
            </a:extLst>
          </p:cNvPr>
          <p:cNvSpPr>
            <a:spLocks noGrp="1"/>
          </p:cNvSpPr>
          <p:nvPr>
            <p:ph type="title"/>
          </p:nvPr>
        </p:nvSpPr>
        <p:spPr>
          <a:xfrm>
            <a:off x="611560" y="476672"/>
            <a:ext cx="8229600" cy="792162"/>
          </a:xfrm>
        </p:spPr>
        <p:txBody>
          <a:bodyPr/>
          <a:lstStyle/>
          <a:p>
            <a:r>
              <a:rPr lang="en-US" altLang="zh-TW" dirty="0"/>
              <a:t>jQuery Form </a:t>
            </a:r>
            <a:r>
              <a:rPr lang="zh-TW" altLang="en-US" dirty="0"/>
              <a:t>事件</a:t>
            </a:r>
          </a:p>
        </p:txBody>
      </p:sp>
      <p:sp>
        <p:nvSpPr>
          <p:cNvPr id="3" name="文字版面配置區 2">
            <a:extLst>
              <a:ext uri="{FF2B5EF4-FFF2-40B4-BE49-F238E27FC236}">
                <a16:creationId xmlns:a16="http://schemas.microsoft.com/office/drawing/2014/main" id="{4CD0C0C0-C5CC-4E4E-8630-68BBDBCC477F}"/>
              </a:ext>
            </a:extLst>
          </p:cNvPr>
          <p:cNvSpPr>
            <a:spLocks noGrp="1"/>
          </p:cNvSpPr>
          <p:nvPr>
            <p:ph type="body" idx="1"/>
          </p:nvPr>
        </p:nvSpPr>
        <p:spPr>
          <a:xfrm>
            <a:off x="179512" y="1219731"/>
            <a:ext cx="8928992" cy="5161597"/>
          </a:xfrm>
        </p:spPr>
        <p:txBody>
          <a:bodyPr/>
          <a:lstStyle/>
          <a:p>
            <a:pPr marL="0" indent="0">
              <a:buNone/>
            </a:pPr>
            <a:r>
              <a:rPr lang="en-US" altLang="zh-TW" sz="1800" dirty="0"/>
              <a:t>&lt;style&gt; .error{  color: red; } &lt;/style&gt;</a:t>
            </a:r>
          </a:p>
          <a:p>
            <a:pPr marL="0" indent="0">
              <a:buNone/>
            </a:pPr>
            <a:r>
              <a:rPr lang="en-US" altLang="zh-TW" sz="1800" dirty="0"/>
              <a:t>&lt;script&gt;</a:t>
            </a:r>
          </a:p>
          <a:p>
            <a:pPr marL="0" indent="0">
              <a:buNone/>
            </a:pPr>
            <a:r>
              <a:rPr lang="en-US" altLang="zh-TW" sz="1800" dirty="0"/>
              <a:t>$(document).ready(function(){</a:t>
            </a:r>
          </a:p>
          <a:p>
            <a:pPr marL="0" indent="0">
              <a:buNone/>
            </a:pPr>
            <a:r>
              <a:rPr lang="en-US" altLang="zh-TW" sz="1800" dirty="0"/>
              <a:t>    $("</a:t>
            </a:r>
            <a:r>
              <a:rPr lang="en-US" altLang="zh-TW" sz="1800" dirty="0">
                <a:solidFill>
                  <a:srgbClr val="CC0000"/>
                </a:solidFill>
              </a:rPr>
              <a:t>form</a:t>
            </a:r>
            <a:r>
              <a:rPr lang="en-US" altLang="zh-TW" sz="1800" dirty="0"/>
              <a:t>").</a:t>
            </a:r>
            <a:r>
              <a:rPr lang="en-US" altLang="zh-TW" sz="1800" dirty="0">
                <a:solidFill>
                  <a:srgbClr val="CC0000"/>
                </a:solidFill>
              </a:rPr>
              <a:t>submit</a:t>
            </a:r>
            <a:r>
              <a:rPr lang="en-US" altLang="zh-TW" sz="1800" dirty="0"/>
              <a:t>(function(event){</a:t>
            </a:r>
          </a:p>
          <a:p>
            <a:pPr marL="0" indent="0">
              <a:buNone/>
            </a:pPr>
            <a:r>
              <a:rPr lang="en-US" altLang="zh-TW" sz="1800" dirty="0"/>
              <a:t>        var </a:t>
            </a:r>
            <a:r>
              <a:rPr lang="en-US" altLang="zh-TW" sz="1800" dirty="0">
                <a:solidFill>
                  <a:srgbClr val="CC0000"/>
                </a:solidFill>
              </a:rPr>
              <a:t>regex</a:t>
            </a:r>
            <a:r>
              <a:rPr lang="en-US" altLang="zh-TW" sz="1800" dirty="0"/>
              <a:t> = /^[a-</a:t>
            </a:r>
            <a:r>
              <a:rPr lang="en-US" altLang="zh-TW" sz="1800" dirty="0" err="1"/>
              <a:t>zA</a:t>
            </a:r>
            <a:r>
              <a:rPr lang="en-US" altLang="zh-TW" sz="1800" dirty="0"/>
              <a:t>-Z]+$/;</a:t>
            </a:r>
          </a:p>
          <a:p>
            <a:pPr marL="0" indent="0">
              <a:buNone/>
            </a:pPr>
            <a:r>
              <a:rPr lang="en-US" altLang="zh-TW" sz="1800" dirty="0"/>
              <a:t>        var </a:t>
            </a:r>
            <a:r>
              <a:rPr lang="en-US" altLang="zh-TW" sz="1800" dirty="0" err="1"/>
              <a:t>currentValue</a:t>
            </a:r>
            <a:r>
              <a:rPr lang="en-US" altLang="zh-TW" sz="1800" dirty="0"/>
              <a:t> = $("#</a:t>
            </a:r>
            <a:r>
              <a:rPr lang="en-US" altLang="zh-TW" sz="1800" dirty="0" err="1"/>
              <a:t>firstName</a:t>
            </a:r>
            <a:r>
              <a:rPr lang="en-US" altLang="zh-TW" sz="1800" dirty="0"/>
              <a:t>").</a:t>
            </a:r>
            <a:r>
              <a:rPr lang="en-US" altLang="zh-TW" sz="1800" dirty="0" err="1"/>
              <a:t>val</a:t>
            </a:r>
            <a:r>
              <a:rPr lang="en-US" altLang="zh-TW" sz="1800" dirty="0"/>
              <a:t>();</a:t>
            </a:r>
          </a:p>
          <a:p>
            <a:pPr marL="0" indent="0">
              <a:buNone/>
            </a:pPr>
            <a:r>
              <a:rPr lang="en-US" altLang="zh-TW" sz="1800" dirty="0"/>
              <a:t>        if(</a:t>
            </a:r>
            <a:r>
              <a:rPr lang="en-US" altLang="zh-TW" sz="1800" dirty="0" err="1">
                <a:solidFill>
                  <a:srgbClr val="CC0000"/>
                </a:solidFill>
              </a:rPr>
              <a:t>regex</a:t>
            </a:r>
            <a:r>
              <a:rPr lang="en-US" altLang="zh-TW" sz="1800" dirty="0" err="1"/>
              <a:t>.test</a:t>
            </a:r>
            <a:r>
              <a:rPr lang="en-US" altLang="zh-TW" sz="1800" dirty="0"/>
              <a:t>(</a:t>
            </a:r>
            <a:r>
              <a:rPr lang="en-US" altLang="zh-TW" sz="1800" dirty="0" err="1"/>
              <a:t>currentValue</a:t>
            </a:r>
            <a:r>
              <a:rPr lang="en-US" altLang="zh-TW" sz="1800" dirty="0"/>
              <a:t>) == false){</a:t>
            </a:r>
          </a:p>
          <a:p>
            <a:pPr marL="0" indent="0">
              <a:buNone/>
            </a:pPr>
            <a:r>
              <a:rPr lang="en-US" altLang="zh-TW" sz="1800" dirty="0"/>
              <a:t>            $("#result").html('&lt;p class="error"&gt;Not valid!&lt;/p&gt;').show().</a:t>
            </a:r>
            <a:r>
              <a:rPr lang="en-US" altLang="zh-TW" sz="1800" dirty="0" err="1"/>
              <a:t>fadeOut</a:t>
            </a:r>
            <a:r>
              <a:rPr lang="en-US" altLang="zh-TW" sz="1800" dirty="0"/>
              <a:t>(1000);</a:t>
            </a:r>
          </a:p>
          <a:p>
            <a:pPr marL="0" indent="0">
              <a:buNone/>
            </a:pPr>
            <a:r>
              <a:rPr lang="en-US" altLang="zh-TW" sz="1800" dirty="0"/>
              <a:t>            // Preventing form submission</a:t>
            </a:r>
          </a:p>
          <a:p>
            <a:pPr marL="0" indent="0">
              <a:buNone/>
            </a:pPr>
            <a:r>
              <a:rPr lang="en-US" altLang="zh-TW" sz="1800" dirty="0">
                <a:solidFill>
                  <a:srgbClr val="CC0000"/>
                </a:solidFill>
              </a:rPr>
              <a:t>            </a:t>
            </a:r>
            <a:r>
              <a:rPr lang="en-US" altLang="zh-TW" sz="1800" dirty="0" err="1">
                <a:solidFill>
                  <a:srgbClr val="CC0000"/>
                </a:solidFill>
              </a:rPr>
              <a:t>event.preventDefault</a:t>
            </a:r>
            <a:r>
              <a:rPr lang="en-US" altLang="zh-TW" sz="1800" dirty="0">
                <a:solidFill>
                  <a:srgbClr val="CC0000"/>
                </a:solidFill>
              </a:rPr>
              <a:t>();</a:t>
            </a:r>
          </a:p>
          <a:p>
            <a:pPr marL="0" indent="0">
              <a:buNone/>
            </a:pPr>
            <a:r>
              <a:rPr lang="en-US" altLang="zh-TW" sz="1800" dirty="0"/>
              <a:t>        }</a:t>
            </a:r>
          </a:p>
          <a:p>
            <a:pPr marL="0" indent="0">
              <a:buNone/>
            </a:pPr>
            <a:r>
              <a:rPr lang="en-US" altLang="zh-TW" sz="1800" dirty="0"/>
              <a:t>    });</a:t>
            </a:r>
          </a:p>
          <a:p>
            <a:pPr marL="0" indent="0">
              <a:buNone/>
            </a:pPr>
            <a:r>
              <a:rPr lang="en-US" altLang="zh-TW" sz="1800" dirty="0"/>
              <a:t>});</a:t>
            </a:r>
          </a:p>
          <a:p>
            <a:pPr marL="0" indent="0">
              <a:buNone/>
            </a:pPr>
            <a:r>
              <a:rPr lang="en-US" altLang="zh-TW" sz="1800" dirty="0"/>
              <a:t>&lt;/script&gt;</a:t>
            </a:r>
          </a:p>
          <a:p>
            <a:pPr marL="0" indent="0">
              <a:buNone/>
            </a:pPr>
            <a:r>
              <a:rPr lang="en-US" altLang="zh-TW" sz="1600" dirty="0"/>
              <a:t>// </a:t>
            </a:r>
            <a:r>
              <a:rPr lang="zh-TW" altLang="en-US" sz="1600" dirty="0"/>
              <a:t>表單資料在備忘內</a:t>
            </a:r>
          </a:p>
        </p:txBody>
      </p:sp>
    </p:spTree>
    <p:extLst>
      <p:ext uri="{BB962C8B-B14F-4D97-AF65-F5344CB8AC3E}">
        <p14:creationId xmlns:p14="http://schemas.microsoft.com/office/powerpoint/2010/main" val="65846382"/>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5" name="標題 1"/>
          <p:cNvSpPr>
            <a:spLocks noGrp="1"/>
          </p:cNvSpPr>
          <p:nvPr>
            <p:ph type="title"/>
          </p:nvPr>
        </p:nvSpPr>
        <p:spPr/>
        <p:txBody>
          <a:bodyPr/>
          <a:lstStyle/>
          <a:p>
            <a:pPr eaLnBrk="1" hangingPunct="1"/>
            <a:r>
              <a:rPr lang="en-US" altLang="zh-TW">
                <a:latin typeface="Arial" charset="0"/>
                <a:ea typeface="Arial Unicode MS" pitchFamily="34" charset="-120"/>
                <a:cs typeface="Arial" charset="0"/>
              </a:rPr>
              <a:t>jQuery Ajax </a:t>
            </a:r>
            <a:r>
              <a:rPr lang="zh-TW" altLang="en-US">
                <a:latin typeface="微軟正黑體" pitchFamily="34" charset="-120"/>
                <a:ea typeface="微軟正黑體" pitchFamily="34" charset="-120"/>
                <a:cs typeface="Arial" charset="0"/>
              </a:rPr>
              <a:t>介紹</a:t>
            </a:r>
            <a:endParaRPr lang="zh-TW" altLang="en-US">
              <a:ea typeface="微軟正黑體" pitchFamily="34" charset="-120"/>
            </a:endParaRPr>
          </a:p>
        </p:txBody>
      </p:sp>
      <p:sp>
        <p:nvSpPr>
          <p:cNvPr id="164866" name="文字版面配置區 2"/>
          <p:cNvSpPr>
            <a:spLocks noGrp="1"/>
          </p:cNvSpPr>
          <p:nvPr>
            <p:ph type="body" idx="1"/>
          </p:nvPr>
        </p:nvSpPr>
        <p:spPr/>
        <p:txBody>
          <a:bodyPr/>
          <a:lstStyle/>
          <a:p>
            <a:pPr eaLnBrk="1" hangingPunct="1"/>
            <a:r>
              <a:rPr lang="en-US" altLang="zh-TW" sz="2800" dirty="0">
                <a:latin typeface="Arial" charset="0"/>
                <a:ea typeface="新細明體" charset="-120"/>
                <a:cs typeface="Arial" charset="0"/>
              </a:rPr>
              <a:t>AJAX = Asynchronous JavaScript and XML</a:t>
            </a:r>
          </a:p>
          <a:p>
            <a:pPr eaLnBrk="1" hangingPunct="1"/>
            <a:r>
              <a:rPr lang="zh-TW" altLang="en-US" sz="2800" dirty="0">
                <a:latin typeface="微軟正黑體" pitchFamily="34" charset="-120"/>
                <a:ea typeface="微軟正黑體" pitchFamily="34" charset="-120"/>
                <a:cs typeface="Arial" charset="0"/>
              </a:rPr>
              <a:t>非同步 </a:t>
            </a:r>
            <a:r>
              <a:rPr lang="en-US" altLang="zh-TW" sz="2800" dirty="0">
                <a:latin typeface="Arial" charset="0"/>
                <a:ea typeface="微軟正黑體" pitchFamily="34" charset="-120"/>
                <a:cs typeface="Arial" charset="0"/>
              </a:rPr>
              <a:t>JavaScript</a:t>
            </a:r>
            <a:r>
              <a:rPr lang="en-US" altLang="zh-TW" sz="2800" dirty="0">
                <a:latin typeface="微軟正黑體" pitchFamily="34" charset="-120"/>
                <a:ea typeface="微軟正黑體" pitchFamily="34" charset="-120"/>
              </a:rPr>
              <a:t> </a:t>
            </a:r>
            <a:r>
              <a:rPr lang="zh-TW" altLang="en-US" sz="2800" dirty="0">
                <a:latin typeface="微軟正黑體" pitchFamily="34" charset="-120"/>
                <a:ea typeface="微軟正黑體" pitchFamily="34" charset="-120"/>
              </a:rPr>
              <a:t>程式及</a:t>
            </a:r>
            <a:r>
              <a:rPr lang="en-US" altLang="zh-TW" sz="2800" dirty="0">
                <a:latin typeface="微軟正黑體" pitchFamily="34" charset="-120"/>
                <a:ea typeface="微軟正黑體" pitchFamily="34" charset="-120"/>
              </a:rPr>
              <a:t> </a:t>
            </a:r>
            <a:r>
              <a:rPr lang="en-US" altLang="zh-TW" sz="2800" dirty="0">
                <a:latin typeface="Arial" charset="0"/>
                <a:ea typeface="微軟正黑體" pitchFamily="34" charset="-120"/>
              </a:rPr>
              <a:t>XML</a:t>
            </a:r>
            <a:r>
              <a:rPr lang="zh-TW" altLang="en-US" sz="2800" dirty="0">
                <a:latin typeface="微軟正黑體" pitchFamily="34" charset="-120"/>
                <a:ea typeface="微軟正黑體" pitchFamily="34" charset="-120"/>
              </a:rPr>
              <a:t>資料技術</a:t>
            </a:r>
            <a:endParaRPr lang="en-US" altLang="zh-TW" sz="2800" dirty="0">
              <a:latin typeface="微軟正黑體" pitchFamily="34" charset="-120"/>
              <a:ea typeface="微軟正黑體" pitchFamily="34" charset="-120"/>
            </a:endParaRPr>
          </a:p>
          <a:p>
            <a:pPr eaLnBrk="1" hangingPunct="1"/>
            <a:r>
              <a:rPr lang="en-US" altLang="zh-TW" sz="2800" dirty="0">
                <a:ea typeface="新細明體" charset="-120"/>
              </a:rPr>
              <a:t>AJAX </a:t>
            </a:r>
            <a:r>
              <a:rPr lang="zh-TW" altLang="en-US" sz="2800" dirty="0">
                <a:latin typeface="微軟正黑體" pitchFamily="34" charset="-120"/>
                <a:ea typeface="微軟正黑體" pitchFamily="34" charset="-120"/>
              </a:rPr>
              <a:t>技術可以利用背景傳送資料而且可以更新頁面部分畫面而不需要載入整個頁資料</a:t>
            </a:r>
            <a:endParaRPr lang="en-US" altLang="zh-TW" sz="2800" dirty="0">
              <a:latin typeface="微軟正黑體" pitchFamily="34" charset="-120"/>
              <a:ea typeface="微軟正黑體" pitchFamily="34" charset="-120"/>
            </a:endParaRPr>
          </a:p>
          <a:p>
            <a:pPr eaLnBrk="1" hangingPunct="1"/>
            <a:r>
              <a:rPr lang="zh-TW" altLang="en-US" sz="2800" dirty="0">
                <a:latin typeface="微軟正黑體" pitchFamily="34" charset="-120"/>
                <a:ea typeface="微軟正黑體" pitchFamily="34" charset="-120"/>
              </a:rPr>
              <a:t>利用 </a:t>
            </a:r>
            <a:r>
              <a:rPr lang="en-US" altLang="zh-TW" sz="2800" dirty="0">
                <a:latin typeface="Arial" charset="0"/>
                <a:ea typeface="微軟正黑體" pitchFamily="34" charset="-120"/>
              </a:rPr>
              <a:t>jQuery AJAX</a:t>
            </a:r>
            <a:r>
              <a:rPr lang="zh-TW" altLang="en-US" sz="2800" dirty="0">
                <a:latin typeface="微軟正黑體" pitchFamily="34" charset="-120"/>
                <a:ea typeface="微軟正黑體" pitchFamily="34" charset="-120"/>
              </a:rPr>
              <a:t>方法可以取得伺服器端資料</a:t>
            </a:r>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09" name="標題 1"/>
          <p:cNvSpPr>
            <a:spLocks noGrp="1"/>
          </p:cNvSpPr>
          <p:nvPr>
            <p:ph type="title"/>
          </p:nvPr>
        </p:nvSpPr>
        <p:spPr>
          <a:xfrm>
            <a:off x="539552" y="476672"/>
            <a:ext cx="8229600" cy="792162"/>
          </a:xfrm>
        </p:spPr>
        <p:txBody>
          <a:bodyPr/>
          <a:lstStyle/>
          <a:p>
            <a:pPr eaLnBrk="1" hangingPunct="1"/>
            <a:r>
              <a:rPr lang="en-US" altLang="zh-TW" dirty="0">
                <a:latin typeface="Arial" charset="0"/>
                <a:ea typeface="Arial Unicode MS" pitchFamily="34" charset="-120"/>
                <a:cs typeface="Arial" charset="0"/>
              </a:rPr>
              <a:t>Ajax </a:t>
            </a:r>
            <a:r>
              <a:rPr lang="zh-TW" altLang="en-US" dirty="0">
                <a:latin typeface="Arial" charset="0"/>
                <a:ea typeface="Arial Unicode MS" pitchFamily="34" charset="-120"/>
                <a:cs typeface="Arial" charset="0"/>
              </a:rPr>
              <a:t>方法</a:t>
            </a:r>
            <a:r>
              <a:rPr lang="en-US" altLang="zh-TW" dirty="0">
                <a:latin typeface="Arial" charset="0"/>
                <a:ea typeface="Arial Unicode MS" pitchFamily="34" charset="-120"/>
                <a:cs typeface="Arial" charset="0"/>
              </a:rPr>
              <a:t> load , serialize</a:t>
            </a:r>
            <a:endParaRPr lang="zh-TW" altLang="en-US" dirty="0">
              <a:ea typeface="Arial Unicode MS" pitchFamily="34" charset="-120"/>
              <a:cs typeface="Arial" charset="0"/>
            </a:endParaRPr>
          </a:p>
        </p:txBody>
      </p:sp>
      <p:sp>
        <p:nvSpPr>
          <p:cNvPr id="171010" name="文字版面配置區 2"/>
          <p:cNvSpPr>
            <a:spLocks noGrp="1"/>
          </p:cNvSpPr>
          <p:nvPr>
            <p:ph type="body" idx="1"/>
          </p:nvPr>
        </p:nvSpPr>
        <p:spPr>
          <a:xfrm>
            <a:off x="189823" y="1294932"/>
            <a:ext cx="8572500" cy="5622925"/>
          </a:xfrm>
        </p:spPr>
        <p:txBody>
          <a:bodyPr/>
          <a:lstStyle/>
          <a:p>
            <a:pPr eaLnBrk="1" hangingPunct="1"/>
            <a:r>
              <a:rPr lang="en-US" altLang="zh-TW" sz="2400" dirty="0">
                <a:latin typeface="Arial" charset="0"/>
                <a:ea typeface="Arial Unicode MS" pitchFamily="34" charset="-120"/>
                <a:cs typeface="Arial" charset="0"/>
              </a:rPr>
              <a:t>jQuery serialize</a:t>
            </a:r>
            <a:r>
              <a:rPr lang="zh-TW" altLang="en-US" sz="2400" dirty="0">
                <a:latin typeface="微軟正黑體" pitchFamily="34" charset="-120"/>
                <a:ea typeface="微軟正黑體" pitchFamily="34" charset="-120"/>
                <a:cs typeface="Arial" charset="0"/>
              </a:rPr>
              <a:t>方法可以將要傳送到伺服器資料編碼</a:t>
            </a:r>
            <a:endParaRPr lang="en-US" altLang="zh-TW" sz="2400" dirty="0">
              <a:latin typeface="微軟正黑體" pitchFamily="34" charset="-120"/>
              <a:ea typeface="微軟正黑體" pitchFamily="34" charset="-120"/>
              <a:cs typeface="Arial" charset="0"/>
            </a:endParaRPr>
          </a:p>
          <a:p>
            <a:pPr eaLnBrk="1" hangingPunct="1">
              <a:buFont typeface="Arial" charset="0"/>
              <a:buNone/>
            </a:pPr>
            <a:r>
              <a:rPr lang="en-US" altLang="zh-TW" sz="2400" dirty="0">
                <a:latin typeface="Arial" charset="0"/>
                <a:ea typeface="新細明體" charset="-120"/>
                <a:cs typeface="Arial" charset="0"/>
              </a:rPr>
              <a:t>&lt;form action=""&gt;</a:t>
            </a:r>
          </a:p>
          <a:p>
            <a:pPr eaLnBrk="1" hangingPunct="1">
              <a:buFont typeface="Arial" charset="0"/>
              <a:buNone/>
            </a:pPr>
            <a:r>
              <a:rPr lang="zh-TW" altLang="en-US" sz="2400" dirty="0">
                <a:latin typeface="Arial" charset="0"/>
                <a:ea typeface="新細明體" charset="-120"/>
                <a:cs typeface="Arial" charset="0"/>
              </a:rPr>
              <a:t> </a:t>
            </a:r>
            <a:r>
              <a:rPr lang="en-US" altLang="zh-TW" sz="2400" dirty="0">
                <a:latin typeface="Arial" charset="0"/>
                <a:ea typeface="新細明體" charset="-120"/>
                <a:cs typeface="Arial" charset="0"/>
              </a:rPr>
              <a:t> </a:t>
            </a:r>
            <a:r>
              <a:rPr lang="zh-TW" altLang="en-US" sz="2000" dirty="0">
                <a:latin typeface="微軟正黑體" pitchFamily="34" charset="-120"/>
                <a:ea typeface="微軟正黑體" pitchFamily="34" charset="-120"/>
              </a:rPr>
              <a:t>姓氏</a:t>
            </a:r>
            <a:r>
              <a:rPr lang="en-US" altLang="zh-TW" sz="2000" dirty="0">
                <a:latin typeface="微軟正黑體" pitchFamily="34" charset="-120"/>
                <a:ea typeface="微軟正黑體" pitchFamily="34" charset="-120"/>
              </a:rPr>
              <a:t>: </a:t>
            </a:r>
            <a:r>
              <a:rPr lang="en-US" altLang="zh-TW" sz="2000" dirty="0">
                <a:latin typeface="Arial" charset="0"/>
                <a:ea typeface="新細明體" charset="-120"/>
              </a:rPr>
              <a:t>&lt;input type="text" name="FirstName" value="</a:t>
            </a:r>
            <a:r>
              <a:rPr lang="en-US" altLang="zh-TW" sz="2000" dirty="0" err="1">
                <a:latin typeface="Arial" charset="0"/>
                <a:ea typeface="新細明體" charset="-120"/>
              </a:rPr>
              <a:t>Vinc</a:t>
            </a:r>
            <a:r>
              <a:rPr lang="en-US" altLang="zh-TW" sz="2000" dirty="0">
                <a:latin typeface="Arial" charset="0"/>
                <a:ea typeface="新細明體" charset="-120"/>
              </a:rPr>
              <a:t>" /&gt; </a:t>
            </a:r>
            <a:r>
              <a:rPr lang="zh-TW" altLang="en-US" sz="2000" dirty="0">
                <a:latin typeface="Arial" charset="0"/>
                <a:ea typeface="新細明體" charset="-120"/>
              </a:rPr>
              <a:t>  </a:t>
            </a:r>
            <a:r>
              <a:rPr lang="zh-TW" altLang="en-US" sz="2000" dirty="0">
                <a:latin typeface="微軟正黑體" pitchFamily="34" charset="-120"/>
                <a:ea typeface="微軟正黑體" pitchFamily="34" charset="-120"/>
              </a:rPr>
              <a:t>名字</a:t>
            </a:r>
            <a:r>
              <a:rPr lang="en-US" altLang="zh-TW" sz="2000" dirty="0">
                <a:latin typeface="微軟正黑體" pitchFamily="34" charset="-120"/>
                <a:ea typeface="微軟正黑體" pitchFamily="34" charset="-120"/>
              </a:rPr>
              <a:t>: </a:t>
            </a:r>
            <a:r>
              <a:rPr lang="en-US" altLang="zh-TW" sz="2000" dirty="0">
                <a:latin typeface="Arial" charset="0"/>
                <a:ea typeface="新細明體" charset="-120"/>
              </a:rPr>
              <a:t>&lt;input type="text" name="</a:t>
            </a:r>
            <a:r>
              <a:rPr lang="en-US" altLang="zh-TW" sz="2000" dirty="0" err="1">
                <a:latin typeface="Arial" charset="0"/>
                <a:ea typeface="新細明體" charset="-120"/>
              </a:rPr>
              <a:t>LastName</a:t>
            </a:r>
            <a:r>
              <a:rPr lang="en-US" altLang="zh-TW" sz="2000" dirty="0">
                <a:latin typeface="Arial" charset="0"/>
                <a:ea typeface="新細明體" charset="-120"/>
              </a:rPr>
              <a:t>" value="Lee" /&gt;</a:t>
            </a:r>
          </a:p>
          <a:p>
            <a:pPr eaLnBrk="1" hangingPunct="1">
              <a:buFont typeface="Arial" charset="0"/>
              <a:buNone/>
            </a:pPr>
            <a:r>
              <a:rPr lang="en-US" altLang="zh-TW" sz="2400" dirty="0">
                <a:latin typeface="Arial" charset="0"/>
                <a:ea typeface="新細明體" charset="-120"/>
              </a:rPr>
              <a:t>&lt;/form&gt;</a:t>
            </a:r>
          </a:p>
          <a:p>
            <a:pPr eaLnBrk="1" hangingPunct="1"/>
            <a:r>
              <a:rPr lang="en-US" altLang="zh-TW" sz="2400" dirty="0">
                <a:latin typeface="Arial" charset="0"/>
                <a:ea typeface="新細明體" charset="-120"/>
              </a:rPr>
              <a:t>$("form").serialize();</a:t>
            </a:r>
          </a:p>
          <a:p>
            <a:pPr eaLnBrk="1" hangingPunct="1">
              <a:buFont typeface="Arial" charset="0"/>
              <a:buNone/>
            </a:pPr>
            <a:r>
              <a:rPr lang="en-US" altLang="zh-TW" sz="2400" dirty="0">
                <a:latin typeface="Arial" charset="0"/>
                <a:ea typeface="新細明體" charset="-120"/>
              </a:rPr>
              <a:t>   FirstName=</a:t>
            </a:r>
            <a:r>
              <a:rPr lang="en-US" altLang="zh-TW" sz="2400" dirty="0" err="1">
                <a:latin typeface="Arial" charset="0"/>
                <a:ea typeface="新細明體" charset="-120"/>
              </a:rPr>
              <a:t>Vinc&amp;LastName</a:t>
            </a:r>
            <a:r>
              <a:rPr lang="en-US" altLang="zh-TW" sz="2400" dirty="0">
                <a:latin typeface="Arial" charset="0"/>
                <a:ea typeface="新細明體" charset="-120"/>
              </a:rPr>
              <a:t>=Lee</a:t>
            </a:r>
          </a:p>
          <a:p>
            <a:pPr eaLnBrk="1" hangingPunct="1"/>
            <a:r>
              <a:rPr lang="en-US" altLang="zh-TW" sz="2400" dirty="0">
                <a:latin typeface="Arial" charset="0"/>
                <a:ea typeface="Arial Unicode MS" pitchFamily="34" charset="-120"/>
                <a:cs typeface="Arial Unicode MS" pitchFamily="34" charset="-120"/>
              </a:rPr>
              <a:t>jQuery load(</a:t>
            </a:r>
            <a:r>
              <a:rPr lang="en-US" altLang="zh-TW" sz="2400" dirty="0" err="1">
                <a:latin typeface="Arial" charset="0"/>
                <a:ea typeface="Arial Unicode MS" pitchFamily="34" charset="-120"/>
                <a:cs typeface="Arial Unicode MS" pitchFamily="34" charset="-120"/>
              </a:rPr>
              <a:t>url</a:t>
            </a:r>
            <a:r>
              <a:rPr lang="en-US" altLang="zh-TW" sz="2400" dirty="0">
                <a:latin typeface="Arial" charset="0"/>
                <a:ea typeface="Arial Unicode MS" pitchFamily="34" charset="-120"/>
                <a:cs typeface="Arial Unicode MS" pitchFamily="34" charset="-120"/>
              </a:rPr>
              <a:t> ,data)</a:t>
            </a:r>
            <a:r>
              <a:rPr lang="zh-TW" altLang="en-US" sz="2400" dirty="0">
                <a:latin typeface="微軟正黑體" pitchFamily="34" charset="-120"/>
                <a:ea typeface="微軟正黑體" pitchFamily="34" charset="-120"/>
              </a:rPr>
              <a:t>方法傳送</a:t>
            </a:r>
            <a:r>
              <a:rPr lang="en-US" altLang="zh-TW" sz="2400" dirty="0">
                <a:latin typeface="微軟正黑體" pitchFamily="34" charset="-120"/>
                <a:ea typeface="微軟正黑體" pitchFamily="34" charset="-120"/>
              </a:rPr>
              <a:t>data</a:t>
            </a:r>
            <a:r>
              <a:rPr lang="zh-TW" altLang="en-US" sz="2400" dirty="0">
                <a:latin typeface="微軟正黑體" pitchFamily="34" charset="-120"/>
                <a:ea typeface="微軟正黑體" pitchFamily="34" charset="-120"/>
              </a:rPr>
              <a:t>到伺服器</a:t>
            </a:r>
            <a:r>
              <a:rPr lang="en-US" altLang="zh-TW" sz="2400" dirty="0" err="1">
                <a:latin typeface="微軟正黑體" pitchFamily="34" charset="-120"/>
                <a:ea typeface="微軟正黑體" pitchFamily="34" charset="-120"/>
              </a:rPr>
              <a:t>url</a:t>
            </a:r>
            <a:r>
              <a:rPr lang="zh-TW" altLang="en-US" sz="2400" dirty="0">
                <a:latin typeface="微軟正黑體" pitchFamily="34" charset="-120"/>
                <a:ea typeface="微軟正黑體" pitchFamily="34" charset="-120"/>
              </a:rPr>
              <a:t>程式網址</a:t>
            </a:r>
            <a:endParaRPr lang="en-US" altLang="zh-TW" sz="2400" dirty="0">
              <a:latin typeface="微軟正黑體" pitchFamily="34" charset="-120"/>
              <a:ea typeface="微軟正黑體" pitchFamily="34" charset="-120"/>
            </a:endParaRPr>
          </a:p>
          <a:p>
            <a:pPr eaLnBrk="1" hangingPunct="1">
              <a:buFont typeface="Arial" charset="0"/>
              <a:buNone/>
            </a:pPr>
            <a:r>
              <a:rPr lang="zh-TW" altLang="en-US" sz="2400" dirty="0">
                <a:latin typeface="Arial" charset="0"/>
                <a:ea typeface="Arial Unicode MS" pitchFamily="34" charset="-120"/>
                <a:cs typeface="Arial Unicode MS" pitchFamily="34" charset="-120"/>
              </a:rPr>
              <a:t>  </a:t>
            </a:r>
            <a:r>
              <a:rPr lang="en-US" altLang="zh-TW" sz="2400" dirty="0">
                <a:latin typeface="Arial" charset="0"/>
                <a:ea typeface="Arial Unicode MS" pitchFamily="34" charset="-120"/>
                <a:cs typeface="Arial Unicode MS" pitchFamily="34" charset="-120"/>
              </a:rPr>
              <a:t>$("div").load("serializeDemo.</a:t>
            </a:r>
            <a:r>
              <a:rPr lang="en-US" altLang="zh-TW" sz="2400" dirty="0" err="1">
                <a:latin typeface="Arial" charset="0"/>
                <a:ea typeface="Arial Unicode MS" pitchFamily="34" charset="-120"/>
                <a:cs typeface="Arial Unicode MS" pitchFamily="34" charset="-120"/>
              </a:rPr>
              <a:t>aspx</a:t>
            </a:r>
            <a:r>
              <a:rPr lang="en-US" altLang="zh-TW" sz="2400" dirty="0">
                <a:latin typeface="Arial" charset="0"/>
                <a:ea typeface="Arial Unicode MS" pitchFamily="34" charset="-120"/>
                <a:cs typeface="Arial Unicode MS" pitchFamily="34" charset="-120"/>
              </a:rPr>
              <a:t>",data);</a:t>
            </a:r>
            <a:endParaRPr lang="zh-TW" altLang="en-US" sz="2400" dirty="0">
              <a:latin typeface="Arial" charset="0"/>
              <a:ea typeface="新細明體" charset="-120"/>
            </a:endParaRPr>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7" name="標題 1"/>
          <p:cNvSpPr>
            <a:spLocks noGrp="1"/>
          </p:cNvSpPr>
          <p:nvPr>
            <p:ph type="title"/>
          </p:nvPr>
        </p:nvSpPr>
        <p:spPr/>
        <p:txBody>
          <a:bodyPr/>
          <a:lstStyle/>
          <a:p>
            <a:pPr eaLnBrk="1" hangingPunct="1"/>
            <a:r>
              <a:rPr lang="en-US" altLang="zh-TW">
                <a:latin typeface="Arial" charset="0"/>
                <a:ea typeface="Arial Unicode MS" pitchFamily="34" charset="-120"/>
                <a:cs typeface="Arial" charset="0"/>
              </a:rPr>
              <a:t>Ajax </a:t>
            </a:r>
            <a:r>
              <a:rPr lang="zh-TW" altLang="en-US">
                <a:latin typeface="Arial" charset="0"/>
                <a:ea typeface="Arial Unicode MS" pitchFamily="34" charset="-120"/>
                <a:cs typeface="Arial" charset="0"/>
              </a:rPr>
              <a:t>方法</a:t>
            </a:r>
            <a:r>
              <a:rPr lang="en-US" altLang="zh-TW">
                <a:latin typeface="Arial" charset="0"/>
                <a:ea typeface="Arial Unicode MS" pitchFamily="34" charset="-120"/>
                <a:cs typeface="Arial" charset="0"/>
              </a:rPr>
              <a:t> get</a:t>
            </a:r>
            <a:endParaRPr lang="zh-TW" altLang="en-US">
              <a:ea typeface="Arial Unicode MS" pitchFamily="34" charset="-120"/>
              <a:cs typeface="Arial" charset="0"/>
            </a:endParaRPr>
          </a:p>
        </p:txBody>
      </p:sp>
      <p:sp>
        <p:nvSpPr>
          <p:cNvPr id="183298" name="文字版面配置區 2"/>
          <p:cNvSpPr>
            <a:spLocks noGrp="1"/>
          </p:cNvSpPr>
          <p:nvPr>
            <p:ph type="body" idx="1"/>
          </p:nvPr>
        </p:nvSpPr>
        <p:spPr>
          <a:xfrm>
            <a:off x="381202" y="1628775"/>
            <a:ext cx="8572500" cy="4392612"/>
          </a:xfrm>
        </p:spPr>
        <p:txBody>
          <a:bodyPr/>
          <a:lstStyle/>
          <a:p>
            <a:pPr eaLnBrk="1" hangingPunct="1"/>
            <a:r>
              <a:rPr lang="en-US" altLang="zh-TW" sz="2400" dirty="0">
                <a:latin typeface="Arial" charset="0"/>
                <a:ea typeface="微軟正黑體" pitchFamily="34" charset="-120"/>
                <a:cs typeface="Arial" charset="0"/>
              </a:rPr>
              <a:t>$.get(</a:t>
            </a:r>
            <a:r>
              <a:rPr lang="en-US" altLang="zh-TW" sz="2400" i="1" dirty="0" err="1">
                <a:latin typeface="Arial" charset="0"/>
                <a:ea typeface="微軟正黑體" pitchFamily="34" charset="-120"/>
                <a:cs typeface="Arial" charset="0"/>
              </a:rPr>
              <a:t>URL,callbackFunc</a:t>
            </a:r>
            <a:r>
              <a:rPr lang="en-US" altLang="zh-TW" sz="2400" dirty="0">
                <a:latin typeface="Arial" charset="0"/>
                <a:ea typeface="微軟正黑體" pitchFamily="34" charset="-120"/>
                <a:cs typeface="Arial" charset="0"/>
              </a:rPr>
              <a:t>);</a:t>
            </a:r>
          </a:p>
          <a:p>
            <a:pPr eaLnBrk="1" hangingPunct="1"/>
            <a:r>
              <a:rPr lang="en-US" altLang="zh-TW" sz="2400" dirty="0">
                <a:latin typeface="Arial" charset="0"/>
                <a:ea typeface="微軟正黑體" pitchFamily="34" charset="-120"/>
                <a:cs typeface="Arial" charset="0"/>
              </a:rPr>
              <a:t>URL:</a:t>
            </a:r>
            <a:r>
              <a:rPr lang="zh-TW" altLang="en-US" sz="2400" dirty="0">
                <a:latin typeface="Arial" charset="0"/>
                <a:ea typeface="微軟正黑體" pitchFamily="34" charset="-120"/>
                <a:cs typeface="Arial" charset="0"/>
              </a:rPr>
              <a:t> </a:t>
            </a:r>
            <a:r>
              <a:rPr lang="zh-TW" altLang="en-US" sz="2400" dirty="0">
                <a:latin typeface="微軟正黑體" pitchFamily="34" charset="-120"/>
                <a:ea typeface="微軟正黑體" pitchFamily="34" charset="-120"/>
                <a:cs typeface="Arial" charset="0"/>
              </a:rPr>
              <a:t>伺服器端執行程式</a:t>
            </a:r>
            <a:endParaRPr lang="en-US" altLang="zh-TW" sz="2400" dirty="0">
              <a:latin typeface="微軟正黑體" pitchFamily="34" charset="-120"/>
              <a:ea typeface="微軟正黑體" pitchFamily="34" charset="-120"/>
              <a:cs typeface="Arial" charset="0"/>
            </a:endParaRPr>
          </a:p>
          <a:p>
            <a:pPr eaLnBrk="1" hangingPunct="1"/>
            <a:r>
              <a:rPr lang="en-US" altLang="zh-TW" sz="2400" dirty="0" err="1">
                <a:latin typeface="Arial" charset="0"/>
                <a:ea typeface="微軟正黑體" pitchFamily="34" charset="-120"/>
                <a:cs typeface="Arial" charset="0"/>
              </a:rPr>
              <a:t>callbackFunc</a:t>
            </a:r>
            <a:r>
              <a:rPr lang="en-US" altLang="zh-TW" sz="2400" dirty="0">
                <a:latin typeface="Arial" charset="0"/>
                <a:ea typeface="微軟正黑體" pitchFamily="34" charset="-120"/>
                <a:cs typeface="Arial" charset="0"/>
              </a:rPr>
              <a:t>:</a:t>
            </a:r>
            <a:r>
              <a:rPr lang="zh-TW" altLang="en-US" sz="2400" dirty="0">
                <a:latin typeface="微軟正黑體" pitchFamily="34" charset="-120"/>
                <a:ea typeface="微軟正黑體" pitchFamily="34" charset="-120"/>
                <a:cs typeface="Arial" charset="0"/>
              </a:rPr>
              <a:t>伺服器端程式執行完畢後會回呼的程序</a:t>
            </a:r>
            <a:endParaRPr lang="en-US" altLang="zh-TW" sz="2400" dirty="0">
              <a:latin typeface="微軟正黑體" pitchFamily="34" charset="-120"/>
              <a:ea typeface="微軟正黑體" pitchFamily="34" charset="-120"/>
              <a:cs typeface="Arial" charset="0"/>
            </a:endParaRPr>
          </a:p>
          <a:p>
            <a:pPr eaLnBrk="1" hangingPunct="1"/>
            <a:r>
              <a:rPr lang="en-US" altLang="zh-TW" sz="2400" dirty="0">
                <a:latin typeface="Arial" charset="0"/>
                <a:ea typeface="微軟正黑體" pitchFamily="34" charset="-120"/>
                <a:cs typeface="Arial" charset="0"/>
              </a:rPr>
              <a:t>$("button").click(function(){</a:t>
            </a:r>
            <a:br>
              <a:rPr lang="en-US" altLang="zh-TW" sz="2400" dirty="0">
                <a:latin typeface="Arial" charset="0"/>
                <a:ea typeface="微軟正黑體" pitchFamily="34" charset="-120"/>
                <a:cs typeface="Arial" charset="0"/>
              </a:rPr>
            </a:br>
            <a:r>
              <a:rPr lang="en-US" altLang="zh-TW" sz="2400" dirty="0">
                <a:latin typeface="Arial" charset="0"/>
                <a:ea typeface="微軟正黑體" pitchFamily="34" charset="-120"/>
                <a:cs typeface="Arial" charset="0"/>
              </a:rPr>
              <a:t>  $.get("demo.</a:t>
            </a:r>
            <a:r>
              <a:rPr lang="en-US" altLang="zh-TW" sz="2400" dirty="0" err="1">
                <a:latin typeface="Arial" charset="0"/>
                <a:ea typeface="微軟正黑體" pitchFamily="34" charset="-120"/>
                <a:cs typeface="Arial" charset="0"/>
              </a:rPr>
              <a:t>aspx</a:t>
            </a:r>
            <a:r>
              <a:rPr lang="en-US" altLang="zh-TW" sz="2400" dirty="0">
                <a:latin typeface="Arial" charset="0"/>
                <a:ea typeface="微軟正黑體" pitchFamily="34" charset="-120"/>
                <a:cs typeface="Arial" charset="0"/>
              </a:rPr>
              <a:t>",function(</a:t>
            </a:r>
            <a:r>
              <a:rPr lang="en-US" altLang="zh-TW" sz="2400" dirty="0" err="1">
                <a:latin typeface="Arial" charset="0"/>
                <a:ea typeface="微軟正黑體" pitchFamily="34" charset="-120"/>
                <a:cs typeface="Arial" charset="0"/>
              </a:rPr>
              <a:t>data,status</a:t>
            </a:r>
            <a:r>
              <a:rPr lang="en-US" altLang="zh-TW" sz="2400" dirty="0">
                <a:latin typeface="Arial" charset="0"/>
                <a:ea typeface="微軟正黑體" pitchFamily="34" charset="-120"/>
                <a:cs typeface="Arial" charset="0"/>
              </a:rPr>
              <a:t>){</a:t>
            </a:r>
            <a:br>
              <a:rPr lang="en-US" altLang="zh-TW" sz="2400" dirty="0">
                <a:latin typeface="Arial" charset="0"/>
                <a:ea typeface="微軟正黑體" pitchFamily="34" charset="-120"/>
                <a:cs typeface="Arial" charset="0"/>
              </a:rPr>
            </a:br>
            <a:r>
              <a:rPr lang="en-US" altLang="zh-TW" sz="2400" dirty="0">
                <a:latin typeface="Arial" charset="0"/>
                <a:ea typeface="微軟正黑體" pitchFamily="34" charset="-120"/>
                <a:cs typeface="Arial" charset="0"/>
              </a:rPr>
              <a:t>    alert("Data: " + data + "\</a:t>
            </a:r>
            <a:r>
              <a:rPr lang="en-US" altLang="zh-TW" sz="2400" dirty="0" err="1">
                <a:latin typeface="Arial" charset="0"/>
                <a:ea typeface="微軟正黑體" pitchFamily="34" charset="-120"/>
                <a:cs typeface="Arial" charset="0"/>
              </a:rPr>
              <a:t>nStatus</a:t>
            </a:r>
            <a:r>
              <a:rPr lang="en-US" altLang="zh-TW" sz="2400" dirty="0">
                <a:latin typeface="Arial" charset="0"/>
                <a:ea typeface="微軟正黑體" pitchFamily="34" charset="-120"/>
                <a:cs typeface="Arial" charset="0"/>
              </a:rPr>
              <a:t>: " + status);</a:t>
            </a:r>
            <a:br>
              <a:rPr lang="en-US" altLang="zh-TW" sz="2400" dirty="0">
                <a:latin typeface="Arial" charset="0"/>
                <a:ea typeface="微軟正黑體" pitchFamily="34" charset="-120"/>
                <a:cs typeface="Arial" charset="0"/>
              </a:rPr>
            </a:br>
            <a:r>
              <a:rPr lang="en-US" altLang="zh-TW" sz="2400" dirty="0">
                <a:latin typeface="Arial" charset="0"/>
                <a:ea typeface="微軟正黑體" pitchFamily="34" charset="-120"/>
                <a:cs typeface="Arial" charset="0"/>
              </a:rPr>
              <a:t>  });</a:t>
            </a:r>
            <a:br>
              <a:rPr lang="en-US" altLang="zh-TW" sz="2400" dirty="0">
                <a:latin typeface="Arial" charset="0"/>
                <a:ea typeface="微軟正黑體" pitchFamily="34" charset="-120"/>
                <a:cs typeface="Arial" charset="0"/>
              </a:rPr>
            </a:br>
            <a:r>
              <a:rPr lang="en-US" altLang="zh-TW" sz="2400" dirty="0">
                <a:latin typeface="Arial" charset="0"/>
                <a:ea typeface="微軟正黑體" pitchFamily="34" charset="-120"/>
                <a:cs typeface="Arial" charset="0"/>
              </a:rPr>
              <a:t>});</a:t>
            </a:r>
          </a:p>
          <a:p>
            <a:pPr eaLnBrk="1" hangingPunct="1"/>
            <a:r>
              <a:rPr lang="en-US" altLang="zh-TW" sz="2400" dirty="0">
                <a:latin typeface="Arial" charset="0"/>
                <a:ea typeface="微軟正黑體" pitchFamily="34" charset="-120"/>
                <a:cs typeface="Arial" charset="0"/>
              </a:rPr>
              <a:t>data : </a:t>
            </a:r>
            <a:r>
              <a:rPr lang="zh-TW" altLang="en-US" sz="2400" dirty="0">
                <a:latin typeface="微軟正黑體" pitchFamily="34" charset="-120"/>
                <a:ea typeface="微軟正黑體" pitchFamily="34" charset="-120"/>
                <a:cs typeface="Arial" charset="0"/>
              </a:rPr>
              <a:t>伺服器端傳回資料</a:t>
            </a:r>
            <a:endParaRPr lang="en-US" altLang="zh-TW" sz="2400" dirty="0">
              <a:latin typeface="微軟正黑體" pitchFamily="34" charset="-120"/>
              <a:ea typeface="微軟正黑體" pitchFamily="34" charset="-120"/>
              <a:cs typeface="Arial" charset="0"/>
            </a:endParaRPr>
          </a:p>
          <a:p>
            <a:pPr eaLnBrk="1" hangingPunct="1"/>
            <a:r>
              <a:rPr lang="en-US" altLang="zh-TW" sz="2400" dirty="0">
                <a:latin typeface="Arial" charset="0"/>
                <a:ea typeface="微軟正黑體" pitchFamily="34" charset="-120"/>
                <a:cs typeface="Arial" charset="0"/>
              </a:rPr>
              <a:t>status</a:t>
            </a:r>
            <a:r>
              <a:rPr lang="zh-TW" altLang="en-US" sz="2400" dirty="0">
                <a:latin typeface="Arial" charset="0"/>
                <a:ea typeface="微軟正黑體" pitchFamily="34" charset="-120"/>
                <a:cs typeface="Arial" charset="0"/>
              </a:rPr>
              <a:t> </a:t>
            </a:r>
            <a:r>
              <a:rPr lang="en-US" altLang="zh-TW" sz="2400" dirty="0">
                <a:latin typeface="Arial" charset="0"/>
                <a:ea typeface="微軟正黑體" pitchFamily="34" charset="-120"/>
                <a:cs typeface="Arial" charset="0"/>
              </a:rPr>
              <a:t>:</a:t>
            </a:r>
            <a:r>
              <a:rPr lang="zh-TW" altLang="en-US" sz="2400" dirty="0">
                <a:latin typeface="微軟正黑體" pitchFamily="34" charset="-120"/>
                <a:ea typeface="微軟正黑體" pitchFamily="34" charset="-120"/>
                <a:cs typeface="Arial" charset="0"/>
              </a:rPr>
              <a:t>伺服器端執行狀態</a:t>
            </a:r>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1" name="標題 1"/>
          <p:cNvSpPr>
            <a:spLocks noGrp="1"/>
          </p:cNvSpPr>
          <p:nvPr>
            <p:ph type="title"/>
          </p:nvPr>
        </p:nvSpPr>
        <p:spPr>
          <a:xfrm>
            <a:off x="611560" y="620688"/>
            <a:ext cx="8229600" cy="792162"/>
          </a:xfrm>
        </p:spPr>
        <p:txBody>
          <a:bodyPr/>
          <a:lstStyle/>
          <a:p>
            <a:pPr eaLnBrk="1" hangingPunct="1"/>
            <a:r>
              <a:rPr lang="en-US" altLang="zh-TW" dirty="0">
                <a:latin typeface="Arial" charset="0"/>
                <a:ea typeface="Arial Unicode MS" pitchFamily="34" charset="-120"/>
                <a:cs typeface="Arial" charset="0"/>
              </a:rPr>
              <a:t>Ajax </a:t>
            </a:r>
            <a:r>
              <a:rPr lang="zh-TW" altLang="en-US" dirty="0">
                <a:latin typeface="Arial" charset="0"/>
                <a:ea typeface="Arial Unicode MS" pitchFamily="34" charset="-120"/>
                <a:cs typeface="Arial" charset="0"/>
              </a:rPr>
              <a:t>方法</a:t>
            </a:r>
            <a:r>
              <a:rPr lang="en-US" altLang="zh-TW" dirty="0">
                <a:latin typeface="Arial" charset="0"/>
                <a:ea typeface="Arial Unicode MS" pitchFamily="34" charset="-120"/>
                <a:cs typeface="Arial" charset="0"/>
              </a:rPr>
              <a:t> post</a:t>
            </a:r>
            <a:endParaRPr lang="zh-TW" altLang="en-US" dirty="0">
              <a:ea typeface="Arial Unicode MS" pitchFamily="34" charset="-120"/>
              <a:cs typeface="Arial" charset="0"/>
            </a:endParaRPr>
          </a:p>
        </p:txBody>
      </p:sp>
      <p:sp>
        <p:nvSpPr>
          <p:cNvPr id="194562" name="文字版面配置區 2"/>
          <p:cNvSpPr>
            <a:spLocks noGrp="1"/>
          </p:cNvSpPr>
          <p:nvPr>
            <p:ph type="body" idx="1"/>
          </p:nvPr>
        </p:nvSpPr>
        <p:spPr>
          <a:xfrm>
            <a:off x="214312" y="1628775"/>
            <a:ext cx="8715375" cy="5786437"/>
          </a:xfrm>
        </p:spPr>
        <p:txBody>
          <a:bodyPr/>
          <a:lstStyle/>
          <a:p>
            <a:pPr eaLnBrk="1" hangingPunct="1"/>
            <a:r>
              <a:rPr lang="en-US" altLang="zh-TW" sz="2000" dirty="0">
                <a:latin typeface="Arial" charset="0"/>
                <a:ea typeface="微軟正黑體" pitchFamily="34" charset="-120"/>
                <a:cs typeface="Arial" charset="0"/>
              </a:rPr>
              <a:t>$.post(</a:t>
            </a:r>
            <a:r>
              <a:rPr lang="en-US" altLang="zh-TW" sz="2000" dirty="0" err="1">
                <a:latin typeface="Arial" charset="0"/>
                <a:ea typeface="微軟正黑體" pitchFamily="34" charset="-120"/>
                <a:cs typeface="Arial" charset="0"/>
              </a:rPr>
              <a:t>URL,data,callbackFunc</a:t>
            </a:r>
            <a:r>
              <a:rPr lang="en-US" altLang="zh-TW" sz="2000" dirty="0">
                <a:latin typeface="Arial" charset="0"/>
                <a:ea typeface="微軟正黑體" pitchFamily="34" charset="-120"/>
                <a:cs typeface="Arial" charset="0"/>
              </a:rPr>
              <a:t>);</a:t>
            </a:r>
          </a:p>
          <a:p>
            <a:pPr eaLnBrk="1" hangingPunct="1"/>
            <a:r>
              <a:rPr lang="en-US" altLang="zh-TW" sz="2000" dirty="0">
                <a:latin typeface="Arial" charset="0"/>
                <a:ea typeface="微軟正黑體" pitchFamily="34" charset="-120"/>
                <a:cs typeface="Arial" charset="0"/>
              </a:rPr>
              <a:t>URL:</a:t>
            </a:r>
            <a:r>
              <a:rPr lang="zh-TW" altLang="en-US" sz="2000" dirty="0">
                <a:latin typeface="Arial" charset="0"/>
                <a:ea typeface="微軟正黑體" pitchFamily="34" charset="-120"/>
                <a:cs typeface="Arial" charset="0"/>
              </a:rPr>
              <a:t> </a:t>
            </a:r>
            <a:r>
              <a:rPr lang="zh-TW" altLang="en-US" sz="2000" dirty="0">
                <a:latin typeface="微軟正黑體" pitchFamily="34" charset="-120"/>
                <a:ea typeface="微軟正黑體" pitchFamily="34" charset="-120"/>
                <a:cs typeface="Arial" charset="0"/>
              </a:rPr>
              <a:t>伺服器端執行程式</a:t>
            </a:r>
            <a:endParaRPr lang="en-US" altLang="zh-TW" sz="2000" dirty="0">
              <a:latin typeface="微軟正黑體" pitchFamily="34" charset="-120"/>
              <a:ea typeface="微軟正黑體" pitchFamily="34" charset="-120"/>
              <a:cs typeface="Arial" charset="0"/>
            </a:endParaRPr>
          </a:p>
          <a:p>
            <a:pPr eaLnBrk="1" hangingPunct="1"/>
            <a:r>
              <a:rPr lang="en-US" altLang="zh-TW" sz="2000" dirty="0">
                <a:latin typeface="Arial" charset="0"/>
                <a:ea typeface="微軟正黑體" pitchFamily="34" charset="-120"/>
                <a:cs typeface="Arial" charset="0"/>
              </a:rPr>
              <a:t>data:  </a:t>
            </a:r>
            <a:r>
              <a:rPr lang="zh-TW" altLang="en-US" sz="2000" dirty="0">
                <a:latin typeface="微軟正黑體" pitchFamily="34" charset="-120"/>
                <a:ea typeface="微軟正黑體" pitchFamily="34" charset="-120"/>
                <a:cs typeface="Arial" charset="0"/>
              </a:rPr>
              <a:t>要傳送到伺服器端的表單資料</a:t>
            </a:r>
            <a:endParaRPr lang="en-US" altLang="zh-TW" sz="2000" dirty="0">
              <a:latin typeface="微軟正黑體" pitchFamily="34" charset="-120"/>
              <a:ea typeface="微軟正黑體" pitchFamily="34" charset="-120"/>
              <a:cs typeface="Arial" charset="0"/>
            </a:endParaRPr>
          </a:p>
          <a:p>
            <a:pPr eaLnBrk="1" hangingPunct="1"/>
            <a:r>
              <a:rPr lang="en-US" altLang="zh-TW" sz="2000" dirty="0" err="1">
                <a:latin typeface="Arial" charset="0"/>
                <a:ea typeface="微軟正黑體" pitchFamily="34" charset="-120"/>
                <a:cs typeface="Arial" charset="0"/>
              </a:rPr>
              <a:t>callbackFunc</a:t>
            </a:r>
            <a:r>
              <a:rPr lang="en-US" altLang="zh-TW" sz="2000" dirty="0">
                <a:latin typeface="Arial" charset="0"/>
                <a:ea typeface="微軟正黑體" pitchFamily="34" charset="-120"/>
                <a:cs typeface="Arial" charset="0"/>
              </a:rPr>
              <a:t>:</a:t>
            </a:r>
            <a:r>
              <a:rPr lang="zh-TW" altLang="en-US" sz="2000" dirty="0">
                <a:latin typeface="微軟正黑體" pitchFamily="34" charset="-120"/>
                <a:ea typeface="微軟正黑體" pitchFamily="34" charset="-120"/>
                <a:cs typeface="Arial" charset="0"/>
              </a:rPr>
              <a:t>伺服器端程式執行完畢後會回呼的程序</a:t>
            </a:r>
            <a:endParaRPr lang="en-US" altLang="zh-TW" sz="2000" dirty="0">
              <a:latin typeface="微軟正黑體" pitchFamily="34" charset="-120"/>
              <a:ea typeface="微軟正黑體" pitchFamily="34" charset="-120"/>
              <a:cs typeface="Arial" charset="0"/>
            </a:endParaRPr>
          </a:p>
          <a:p>
            <a:pPr eaLnBrk="1" hangingPunct="1"/>
            <a:r>
              <a:rPr lang="en-US" altLang="zh-TW" sz="2000" dirty="0">
                <a:latin typeface="Arial" charset="0"/>
                <a:ea typeface="新細明體" charset="-120"/>
                <a:cs typeface="Arial" charset="0"/>
              </a:rPr>
              <a:t>$("button").click(function(){</a:t>
            </a:r>
            <a:br>
              <a:rPr lang="en-US" altLang="zh-TW" sz="2000" dirty="0">
                <a:latin typeface="Arial" charset="0"/>
                <a:ea typeface="新細明體" charset="-120"/>
                <a:cs typeface="Arial" charset="0"/>
              </a:rPr>
            </a:br>
            <a:r>
              <a:rPr lang="en-US" altLang="zh-TW" sz="2000" dirty="0">
                <a:latin typeface="Arial" charset="0"/>
                <a:ea typeface="新細明體" charset="-120"/>
                <a:cs typeface="Arial" charset="0"/>
              </a:rPr>
              <a:t>  $.post("demo_post.asp",</a:t>
            </a:r>
            <a:br>
              <a:rPr lang="en-US" altLang="zh-TW" sz="2000" dirty="0">
                <a:latin typeface="Arial" charset="0"/>
                <a:ea typeface="新細明體" charset="-120"/>
                <a:cs typeface="Arial" charset="0"/>
              </a:rPr>
            </a:br>
            <a:r>
              <a:rPr lang="en-US" altLang="zh-TW" sz="2000" dirty="0">
                <a:latin typeface="Arial" charset="0"/>
                <a:ea typeface="新細明體" charset="-120"/>
                <a:cs typeface="Arial" charset="0"/>
              </a:rPr>
              <a:t>  </a:t>
            </a:r>
            <a:r>
              <a:rPr lang="en-US" altLang="zh-TW" sz="2000" dirty="0">
                <a:solidFill>
                  <a:srgbClr val="FF0000"/>
                </a:solidFill>
                <a:latin typeface="Arial" charset="0"/>
                <a:ea typeface="新細明體" charset="-120"/>
                <a:cs typeface="Arial" charset="0"/>
              </a:rPr>
              <a:t>{</a:t>
            </a:r>
            <a:br>
              <a:rPr lang="en-US" altLang="zh-TW" sz="2000" dirty="0">
                <a:solidFill>
                  <a:srgbClr val="FF0000"/>
                </a:solidFill>
                <a:latin typeface="Arial" charset="0"/>
                <a:ea typeface="新細明體" charset="-120"/>
                <a:cs typeface="Arial" charset="0"/>
              </a:rPr>
            </a:br>
            <a:r>
              <a:rPr lang="en-US" altLang="zh-TW" sz="2000" dirty="0">
                <a:solidFill>
                  <a:srgbClr val="FF0000"/>
                </a:solidFill>
                <a:latin typeface="Arial" charset="0"/>
                <a:ea typeface="新細明體" charset="-120"/>
                <a:cs typeface="Arial" charset="0"/>
              </a:rPr>
              <a:t>    </a:t>
            </a:r>
            <a:r>
              <a:rPr lang="en-US" altLang="zh-TW" sz="2000" dirty="0" err="1">
                <a:solidFill>
                  <a:srgbClr val="FF0000"/>
                </a:solidFill>
                <a:latin typeface="Arial" charset="0"/>
                <a:ea typeface="新細明體" charset="-120"/>
                <a:cs typeface="Arial" charset="0"/>
              </a:rPr>
              <a:t>name:"Lee</a:t>
            </a:r>
            <a:r>
              <a:rPr lang="en-US" altLang="zh-TW" sz="2000" dirty="0">
                <a:solidFill>
                  <a:srgbClr val="FF0000"/>
                </a:solidFill>
                <a:latin typeface="Arial" charset="0"/>
                <a:ea typeface="新細明體" charset="-120"/>
                <a:cs typeface="Arial" charset="0"/>
              </a:rPr>
              <a:t>",</a:t>
            </a:r>
            <a:br>
              <a:rPr lang="en-US" altLang="zh-TW" sz="2000" dirty="0">
                <a:solidFill>
                  <a:srgbClr val="FF0000"/>
                </a:solidFill>
                <a:latin typeface="Arial" charset="0"/>
                <a:ea typeface="新細明體" charset="-120"/>
                <a:cs typeface="Arial" charset="0"/>
              </a:rPr>
            </a:br>
            <a:r>
              <a:rPr lang="en-US" altLang="zh-TW" sz="2000" dirty="0">
                <a:solidFill>
                  <a:srgbClr val="FF0000"/>
                </a:solidFill>
                <a:latin typeface="Arial" charset="0"/>
                <a:ea typeface="新細明體" charset="-120"/>
                <a:cs typeface="Arial" charset="0"/>
              </a:rPr>
              <a:t>    </a:t>
            </a:r>
            <a:r>
              <a:rPr lang="en-US" altLang="zh-TW" sz="2000" dirty="0" err="1">
                <a:solidFill>
                  <a:srgbClr val="FF0000"/>
                </a:solidFill>
                <a:latin typeface="Arial" charset="0"/>
                <a:ea typeface="新細明體" charset="-120"/>
                <a:cs typeface="Arial" charset="0"/>
              </a:rPr>
              <a:t>city:"Taipei</a:t>
            </a:r>
            <a:r>
              <a:rPr lang="en-US" altLang="zh-TW" sz="2000" dirty="0">
                <a:solidFill>
                  <a:srgbClr val="FF0000"/>
                </a:solidFill>
                <a:latin typeface="Arial" charset="0"/>
                <a:ea typeface="新細明體" charset="-120"/>
                <a:cs typeface="Arial" charset="0"/>
              </a:rPr>
              <a:t>"</a:t>
            </a:r>
            <a:br>
              <a:rPr lang="en-US" altLang="zh-TW" sz="2000" dirty="0">
                <a:solidFill>
                  <a:srgbClr val="FF0000"/>
                </a:solidFill>
                <a:latin typeface="Arial" charset="0"/>
                <a:ea typeface="新細明體" charset="-120"/>
                <a:cs typeface="Arial" charset="0"/>
              </a:rPr>
            </a:br>
            <a:r>
              <a:rPr lang="en-US" altLang="zh-TW" sz="2000" dirty="0">
                <a:solidFill>
                  <a:srgbClr val="FF0000"/>
                </a:solidFill>
                <a:latin typeface="Arial" charset="0"/>
                <a:ea typeface="新細明體" charset="-120"/>
                <a:cs typeface="Arial" charset="0"/>
              </a:rPr>
              <a:t>  },</a:t>
            </a:r>
            <a:r>
              <a:rPr lang="en-US" altLang="zh-TW" sz="2000" dirty="0">
                <a:latin typeface="Arial" charset="0"/>
                <a:ea typeface="新細明體" charset="-120"/>
                <a:cs typeface="Arial" charset="0"/>
              </a:rPr>
              <a:t/>
            </a:r>
            <a:br>
              <a:rPr lang="en-US" altLang="zh-TW" sz="2000" dirty="0">
                <a:latin typeface="Arial" charset="0"/>
                <a:ea typeface="新細明體" charset="-120"/>
                <a:cs typeface="Arial" charset="0"/>
              </a:rPr>
            </a:br>
            <a:r>
              <a:rPr lang="en-US" altLang="zh-TW" sz="2000" dirty="0">
                <a:latin typeface="Arial" charset="0"/>
                <a:ea typeface="新細明體" charset="-120"/>
                <a:cs typeface="Arial" charset="0"/>
              </a:rPr>
              <a:t>  </a:t>
            </a:r>
            <a:r>
              <a:rPr lang="en-US" altLang="zh-TW" sz="2000" dirty="0">
                <a:solidFill>
                  <a:srgbClr val="002060"/>
                </a:solidFill>
                <a:latin typeface="Arial" charset="0"/>
                <a:ea typeface="新細明體" charset="-120"/>
                <a:cs typeface="Arial" charset="0"/>
              </a:rPr>
              <a:t>function(</a:t>
            </a:r>
            <a:r>
              <a:rPr lang="en-US" altLang="zh-TW" sz="2000" dirty="0" err="1">
                <a:solidFill>
                  <a:srgbClr val="002060"/>
                </a:solidFill>
                <a:latin typeface="Arial" charset="0"/>
                <a:ea typeface="新細明體" charset="-120"/>
                <a:cs typeface="Arial" charset="0"/>
              </a:rPr>
              <a:t>data,status</a:t>
            </a:r>
            <a:r>
              <a:rPr lang="en-US" altLang="zh-TW" sz="2000" dirty="0">
                <a:solidFill>
                  <a:srgbClr val="002060"/>
                </a:solidFill>
                <a:latin typeface="Arial" charset="0"/>
                <a:ea typeface="新細明體" charset="-120"/>
                <a:cs typeface="Arial" charset="0"/>
              </a:rPr>
              <a:t>){</a:t>
            </a:r>
            <a:br>
              <a:rPr lang="en-US" altLang="zh-TW" sz="2000" dirty="0">
                <a:solidFill>
                  <a:srgbClr val="002060"/>
                </a:solidFill>
                <a:latin typeface="Arial" charset="0"/>
                <a:ea typeface="新細明體" charset="-120"/>
                <a:cs typeface="Arial" charset="0"/>
              </a:rPr>
            </a:br>
            <a:r>
              <a:rPr lang="en-US" altLang="zh-TW" sz="2000" dirty="0">
                <a:solidFill>
                  <a:srgbClr val="002060"/>
                </a:solidFill>
                <a:latin typeface="Arial" charset="0"/>
                <a:ea typeface="新細明體" charset="-120"/>
                <a:cs typeface="Arial" charset="0"/>
              </a:rPr>
              <a:t>    alert("Data: " + data + "\</a:t>
            </a:r>
            <a:r>
              <a:rPr lang="en-US" altLang="zh-TW" sz="2000" dirty="0" err="1">
                <a:solidFill>
                  <a:srgbClr val="002060"/>
                </a:solidFill>
                <a:latin typeface="Arial" charset="0"/>
                <a:ea typeface="新細明體" charset="-120"/>
                <a:cs typeface="Arial" charset="0"/>
              </a:rPr>
              <a:t>nStatus</a:t>
            </a:r>
            <a:r>
              <a:rPr lang="en-US" altLang="zh-TW" sz="2000" dirty="0">
                <a:solidFill>
                  <a:srgbClr val="002060"/>
                </a:solidFill>
                <a:latin typeface="Arial" charset="0"/>
                <a:ea typeface="新細明體" charset="-120"/>
                <a:cs typeface="Arial" charset="0"/>
              </a:rPr>
              <a:t>: " + status);</a:t>
            </a:r>
            <a:br>
              <a:rPr lang="en-US" altLang="zh-TW" sz="2000" dirty="0">
                <a:solidFill>
                  <a:srgbClr val="002060"/>
                </a:solidFill>
                <a:latin typeface="Arial" charset="0"/>
                <a:ea typeface="新細明體" charset="-120"/>
                <a:cs typeface="Arial" charset="0"/>
              </a:rPr>
            </a:br>
            <a:r>
              <a:rPr lang="en-US" altLang="zh-TW" sz="2000" dirty="0">
                <a:solidFill>
                  <a:srgbClr val="002060"/>
                </a:solidFill>
                <a:latin typeface="Arial" charset="0"/>
                <a:ea typeface="新細明體" charset="-120"/>
                <a:cs typeface="Arial" charset="0"/>
              </a:rPr>
              <a:t>  });</a:t>
            </a:r>
            <a:r>
              <a:rPr lang="en-US" altLang="zh-TW" sz="2000" dirty="0">
                <a:latin typeface="Arial" charset="0"/>
                <a:ea typeface="新細明體" charset="-120"/>
                <a:cs typeface="Arial" charset="0"/>
              </a:rPr>
              <a:t/>
            </a:r>
            <a:br>
              <a:rPr lang="en-US" altLang="zh-TW" sz="2000" dirty="0">
                <a:latin typeface="Arial" charset="0"/>
                <a:ea typeface="新細明體" charset="-120"/>
                <a:cs typeface="Arial" charset="0"/>
              </a:rPr>
            </a:br>
            <a:r>
              <a:rPr lang="en-US" altLang="zh-TW" sz="2000" dirty="0">
                <a:latin typeface="Arial" charset="0"/>
                <a:ea typeface="新細明體" charset="-120"/>
                <a:cs typeface="Arial" charset="0"/>
              </a:rPr>
              <a:t>});</a:t>
            </a:r>
          </a:p>
          <a:p>
            <a:pPr eaLnBrk="1" hangingPunct="1"/>
            <a:endParaRPr lang="zh-TW" altLang="en-US" dirty="0">
              <a:ea typeface="新細明體" charset="-120"/>
            </a:endParaRPr>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289" name="Title 1"/>
          <p:cNvSpPr>
            <a:spLocks noGrp="1"/>
          </p:cNvSpPr>
          <p:nvPr>
            <p:ph type="title"/>
          </p:nvPr>
        </p:nvSpPr>
        <p:spPr/>
        <p:txBody>
          <a:bodyPr/>
          <a:lstStyle/>
          <a:p>
            <a:pPr eaLnBrk="1" hangingPunct="1"/>
            <a:r>
              <a:rPr lang="en-US" altLang="zh-TW" dirty="0">
                <a:latin typeface="Arial" charset="0"/>
                <a:ea typeface="微軟正黑體" pitchFamily="34" charset="-120"/>
                <a:cs typeface="Arial" charset="0"/>
              </a:rPr>
              <a:t>jQuery</a:t>
            </a:r>
            <a:r>
              <a:rPr lang="zh-TW" altLang="en-US" dirty="0">
                <a:latin typeface="微軟正黑體" pitchFamily="34" charset="-120"/>
                <a:ea typeface="微軟正黑體" pitchFamily="34" charset="-120"/>
              </a:rPr>
              <a:t>讀取伺服器端</a:t>
            </a:r>
            <a:r>
              <a:rPr lang="en-US" altLang="zh-TW" dirty="0">
                <a:latin typeface="Arial" charset="0"/>
                <a:ea typeface="微軟正黑體" pitchFamily="34" charset="-120"/>
              </a:rPr>
              <a:t>JSON</a:t>
            </a:r>
            <a:r>
              <a:rPr lang="zh-TW" altLang="en-US" dirty="0">
                <a:latin typeface="微軟正黑體" pitchFamily="34" charset="-120"/>
                <a:ea typeface="微軟正黑體" pitchFamily="34" charset="-120"/>
              </a:rPr>
              <a:t>資料</a:t>
            </a:r>
            <a:endParaRPr lang="en-US" altLang="zh-TW" dirty="0">
              <a:latin typeface="微軟正黑體" pitchFamily="34" charset="-120"/>
              <a:ea typeface="微軟正黑體" pitchFamily="34" charset="-120"/>
            </a:endParaRPr>
          </a:p>
        </p:txBody>
      </p:sp>
      <p:sp>
        <p:nvSpPr>
          <p:cNvPr id="268290" name="Text Placeholder 2"/>
          <p:cNvSpPr>
            <a:spLocks noGrp="1"/>
          </p:cNvSpPr>
          <p:nvPr>
            <p:ph type="body" idx="1"/>
          </p:nvPr>
        </p:nvSpPr>
        <p:spPr>
          <a:xfrm>
            <a:off x="349250" y="1916832"/>
            <a:ext cx="8399462" cy="5148262"/>
          </a:xfrm>
        </p:spPr>
        <p:txBody>
          <a:bodyPr/>
          <a:lstStyle/>
          <a:p>
            <a:pPr eaLnBrk="1" hangingPunct="1"/>
            <a:r>
              <a:rPr lang="zh-TW" altLang="en-US" sz="2400" dirty="0">
                <a:latin typeface="Arial" charset="0"/>
                <a:ea typeface="微軟正黑體" pitchFamily="34" charset="-120"/>
                <a:cs typeface="Arial" charset="0"/>
              </a:rPr>
              <a:t> </a:t>
            </a:r>
            <a:r>
              <a:rPr lang="en-US" altLang="zh-TW" sz="2400" dirty="0">
                <a:solidFill>
                  <a:srgbClr val="0070C0"/>
                </a:solidFill>
                <a:latin typeface="Arial" charset="0"/>
                <a:ea typeface="微軟正黑體" pitchFamily="34" charset="-120"/>
                <a:cs typeface="Arial" charset="0"/>
              </a:rPr>
              <a:t>$.get(</a:t>
            </a:r>
            <a:r>
              <a:rPr lang="en-US" altLang="zh-TW" sz="2400" i="1" dirty="0" err="1">
                <a:solidFill>
                  <a:srgbClr val="0070C0"/>
                </a:solidFill>
                <a:latin typeface="Arial" charset="0"/>
                <a:ea typeface="微軟正黑體" pitchFamily="34" charset="-120"/>
                <a:cs typeface="Arial" charset="0"/>
              </a:rPr>
              <a:t>URL,callbackFunc</a:t>
            </a:r>
            <a:r>
              <a:rPr lang="en-US" altLang="zh-TW" sz="2400" dirty="0">
                <a:solidFill>
                  <a:srgbClr val="0070C0"/>
                </a:solidFill>
                <a:latin typeface="Arial" charset="0"/>
                <a:ea typeface="微軟正黑體" pitchFamily="34" charset="-120"/>
                <a:cs typeface="Arial" charset="0"/>
              </a:rPr>
              <a:t>);</a:t>
            </a:r>
          </a:p>
          <a:p>
            <a:pPr lvl="1" eaLnBrk="1" hangingPunct="1"/>
            <a:r>
              <a:rPr lang="en-US" altLang="zh-TW" dirty="0">
                <a:latin typeface="Arial" charset="0"/>
                <a:ea typeface="微軟正黑體" pitchFamily="34" charset="-120"/>
                <a:cs typeface="Arial" charset="0"/>
              </a:rPr>
              <a:t>URL</a:t>
            </a:r>
            <a:r>
              <a:rPr lang="zh-TW" altLang="en-US" dirty="0">
                <a:latin typeface="Arial" charset="0"/>
                <a:ea typeface="微軟正黑體" pitchFamily="34" charset="-120"/>
                <a:cs typeface="Arial" charset="0"/>
              </a:rPr>
              <a:t>：</a:t>
            </a:r>
            <a:r>
              <a:rPr lang="zh-TW" altLang="en-US" dirty="0">
                <a:latin typeface="微軟正黑體" pitchFamily="34" charset="-120"/>
                <a:ea typeface="微軟正黑體" pitchFamily="34" charset="-120"/>
                <a:cs typeface="Arial" charset="0"/>
              </a:rPr>
              <a:t>伺服器端執行程式</a:t>
            </a:r>
            <a:endParaRPr lang="en-US" altLang="zh-TW" dirty="0">
              <a:latin typeface="微軟正黑體" pitchFamily="34" charset="-120"/>
              <a:ea typeface="微軟正黑體" pitchFamily="34" charset="-120"/>
              <a:cs typeface="Arial" charset="0"/>
            </a:endParaRPr>
          </a:p>
          <a:p>
            <a:pPr lvl="1" eaLnBrk="1" hangingPunct="1"/>
            <a:r>
              <a:rPr lang="en-US" altLang="zh-TW" dirty="0" err="1">
                <a:latin typeface="Arial" charset="0"/>
                <a:ea typeface="微軟正黑體" pitchFamily="34" charset="-120"/>
                <a:cs typeface="Arial" charset="0"/>
              </a:rPr>
              <a:t>callbackFunc</a:t>
            </a:r>
            <a:r>
              <a:rPr lang="zh-TW" altLang="en-US" dirty="0">
                <a:latin typeface="Arial" charset="0"/>
                <a:ea typeface="微軟正黑體" pitchFamily="34" charset="-120"/>
                <a:cs typeface="Arial" charset="0"/>
              </a:rPr>
              <a:t>：</a:t>
            </a:r>
            <a:r>
              <a:rPr lang="zh-TW" altLang="en-US" dirty="0">
                <a:latin typeface="微軟正黑體" pitchFamily="34" charset="-120"/>
                <a:ea typeface="微軟正黑體" pitchFamily="34" charset="-120"/>
                <a:cs typeface="Arial" charset="0"/>
              </a:rPr>
              <a:t>伺服器端程式執行完畢後會回呼的程序</a:t>
            </a:r>
            <a:endParaRPr lang="en-US" altLang="zh-TW" dirty="0">
              <a:latin typeface="微軟正黑體" pitchFamily="34" charset="-120"/>
              <a:ea typeface="微軟正黑體" pitchFamily="34" charset="-120"/>
              <a:cs typeface="Arial" charset="0"/>
            </a:endParaRPr>
          </a:p>
          <a:p>
            <a:pPr eaLnBrk="1" hangingPunct="1">
              <a:spcBef>
                <a:spcPts val="1200"/>
              </a:spcBef>
            </a:pPr>
            <a:r>
              <a:rPr lang="zh-TW" altLang="en-US" sz="2400" dirty="0">
                <a:latin typeface="Arial" charset="0"/>
                <a:ea typeface="微軟正黑體" pitchFamily="34" charset="-120"/>
                <a:cs typeface="Arial" charset="0"/>
              </a:rPr>
              <a:t> </a:t>
            </a:r>
            <a:r>
              <a:rPr lang="en-US" altLang="zh-TW" sz="2400" dirty="0" err="1">
                <a:solidFill>
                  <a:srgbClr val="0070C0"/>
                </a:solidFill>
                <a:latin typeface="Arial" charset="0"/>
                <a:ea typeface="微軟正黑體" pitchFamily="34" charset="-120"/>
                <a:cs typeface="Arial" charset="0"/>
              </a:rPr>
              <a:t>callbackFunc</a:t>
            </a:r>
            <a:r>
              <a:rPr lang="en-US" altLang="zh-TW" sz="2400" dirty="0">
                <a:solidFill>
                  <a:srgbClr val="0070C0"/>
                </a:solidFill>
                <a:latin typeface="Arial" charset="0"/>
                <a:ea typeface="微軟正黑體" pitchFamily="34" charset="-120"/>
                <a:cs typeface="Arial" charset="0"/>
              </a:rPr>
              <a:t>(data , Status)</a:t>
            </a:r>
          </a:p>
          <a:p>
            <a:pPr lvl="1" eaLnBrk="1" hangingPunct="1"/>
            <a:r>
              <a:rPr lang="en-US" altLang="zh-TW" dirty="0">
                <a:latin typeface="Arial" charset="0"/>
                <a:ea typeface="微軟正黑體" pitchFamily="34" charset="-120"/>
                <a:cs typeface="Arial" charset="0"/>
              </a:rPr>
              <a:t>data</a:t>
            </a:r>
            <a:r>
              <a:rPr lang="zh-TW" altLang="en-US" dirty="0">
                <a:latin typeface="Arial" charset="0"/>
                <a:ea typeface="微軟正黑體" pitchFamily="34" charset="-120"/>
                <a:cs typeface="Arial" charset="0"/>
              </a:rPr>
              <a:t>：伺服器傳回的</a:t>
            </a:r>
            <a:r>
              <a:rPr lang="en-US" altLang="zh-TW" dirty="0">
                <a:latin typeface="Arial" charset="0"/>
                <a:ea typeface="微軟正黑體" pitchFamily="34" charset="-120"/>
                <a:cs typeface="Arial" charset="0"/>
              </a:rPr>
              <a:t>JSON</a:t>
            </a:r>
            <a:r>
              <a:rPr lang="zh-TW" altLang="en-US" dirty="0">
                <a:latin typeface="Arial" charset="0"/>
                <a:ea typeface="微軟正黑體" pitchFamily="34" charset="-120"/>
                <a:cs typeface="Arial" charset="0"/>
              </a:rPr>
              <a:t>資料</a:t>
            </a:r>
            <a:endParaRPr lang="en-US" altLang="zh-TW" dirty="0">
              <a:latin typeface="Arial" charset="0"/>
              <a:ea typeface="微軟正黑體" pitchFamily="34" charset="-120"/>
              <a:cs typeface="Arial" charset="0"/>
            </a:endParaRPr>
          </a:p>
          <a:p>
            <a:pPr eaLnBrk="1" hangingPunct="1">
              <a:spcBef>
                <a:spcPts val="1200"/>
              </a:spcBef>
            </a:pPr>
            <a:r>
              <a:rPr lang="zh-TW" altLang="en-US" sz="2400" dirty="0">
                <a:latin typeface="Arial" charset="0"/>
                <a:ea typeface="微軟正黑體" pitchFamily="34" charset="-120"/>
                <a:cs typeface="Arial" charset="0"/>
              </a:rPr>
              <a:t> 使用</a:t>
            </a:r>
            <a:r>
              <a:rPr lang="en-US" altLang="zh-TW" sz="2400" dirty="0" err="1">
                <a:latin typeface="Arial" charset="0"/>
                <a:ea typeface="微軟正黑體" pitchFamily="34" charset="-120"/>
                <a:cs typeface="Arial" charset="0"/>
              </a:rPr>
              <a:t>Javascript</a:t>
            </a:r>
            <a:r>
              <a:rPr lang="zh-TW" altLang="en-US" sz="2400" dirty="0">
                <a:latin typeface="Arial" charset="0"/>
                <a:ea typeface="微軟正黑體" pitchFamily="34" charset="-120"/>
                <a:cs typeface="Arial" charset="0"/>
              </a:rPr>
              <a:t>內建函式</a:t>
            </a:r>
            <a:r>
              <a:rPr lang="en-US" altLang="zh-TW" sz="2400" dirty="0" err="1">
                <a:latin typeface="Arial" charset="0"/>
                <a:ea typeface="微軟正黑體" pitchFamily="34" charset="-120"/>
                <a:cs typeface="Arial" charset="0"/>
              </a:rPr>
              <a:t>JSON.parse</a:t>
            </a:r>
            <a:r>
              <a:rPr lang="zh-TW" altLang="en-US" sz="2400" dirty="0">
                <a:latin typeface="Arial" charset="0"/>
                <a:ea typeface="微軟正黑體" pitchFamily="34" charset="-120"/>
                <a:cs typeface="Arial" charset="0"/>
              </a:rPr>
              <a:t>解析</a:t>
            </a:r>
            <a:r>
              <a:rPr lang="en-US" altLang="zh-TW" sz="2400" dirty="0">
                <a:latin typeface="Arial" charset="0"/>
                <a:ea typeface="微軟正黑體" pitchFamily="34" charset="-120"/>
                <a:cs typeface="Arial" charset="0"/>
              </a:rPr>
              <a:t>data</a:t>
            </a:r>
            <a:r>
              <a:rPr lang="zh-TW" altLang="en-US" sz="2400" dirty="0">
                <a:latin typeface="Arial" charset="0"/>
                <a:ea typeface="微軟正黑體" pitchFamily="34" charset="-120"/>
                <a:cs typeface="Arial" charset="0"/>
              </a:rPr>
              <a:t>資料</a:t>
            </a:r>
            <a:endParaRPr lang="en-US" altLang="zh-TW" sz="2400" dirty="0">
              <a:ea typeface="新細明體" charset="-120"/>
              <a:cs typeface="Arial" charset="0"/>
            </a:endParaRPr>
          </a:p>
        </p:txBody>
      </p:sp>
    </p:spTree>
  </p:cSld>
  <p:clrMapOvr>
    <a:masterClrMapping/>
  </p:clrMapOvr>
  <p:transition spd="slow"/>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611560" y="548680"/>
            <a:ext cx="8229600" cy="792162"/>
          </a:xfrm>
        </p:spPr>
        <p:txBody>
          <a:bodyPr/>
          <a:lstStyle/>
          <a:p>
            <a:r>
              <a:rPr lang="en-US" altLang="zh-TW" dirty="0"/>
              <a:t>Ajax $.ajax()</a:t>
            </a:r>
            <a:endParaRPr lang="zh-TW" altLang="en-US" dirty="0"/>
          </a:p>
        </p:txBody>
      </p:sp>
      <p:sp>
        <p:nvSpPr>
          <p:cNvPr id="3" name="文字版面配置區 2"/>
          <p:cNvSpPr>
            <a:spLocks noGrp="1"/>
          </p:cNvSpPr>
          <p:nvPr>
            <p:ph type="body" idx="1"/>
          </p:nvPr>
        </p:nvSpPr>
        <p:spPr>
          <a:xfrm>
            <a:off x="457200" y="1484784"/>
            <a:ext cx="8229600" cy="4281488"/>
          </a:xfrm>
        </p:spPr>
        <p:txBody>
          <a:bodyPr/>
          <a:lstStyle/>
          <a:p>
            <a:pPr marL="0" indent="0">
              <a:buNone/>
            </a:pPr>
            <a:r>
              <a:rPr lang="en-US" altLang="zh-TW" sz="2000" dirty="0"/>
              <a:t>&lt;script&gt;</a:t>
            </a:r>
          </a:p>
          <a:p>
            <a:pPr marL="0" indent="0">
              <a:buNone/>
            </a:pPr>
            <a:r>
              <a:rPr lang="en-US" altLang="zh-TW" sz="2000" dirty="0"/>
              <a:t>$.ajax({</a:t>
            </a:r>
          </a:p>
          <a:p>
            <a:pPr marL="0" indent="0">
              <a:buNone/>
            </a:pPr>
            <a:r>
              <a:rPr lang="en-US" altLang="zh-TW" sz="2000" dirty="0"/>
              <a:t>    </a:t>
            </a:r>
            <a:r>
              <a:rPr lang="en-US" altLang="zh-TW" sz="2000" dirty="0" err="1"/>
              <a:t>url</a:t>
            </a:r>
            <a:r>
              <a:rPr lang="en-US" altLang="zh-TW" sz="2000" dirty="0"/>
              <a:t> : '../</a:t>
            </a:r>
            <a:r>
              <a:rPr lang="en-US" altLang="zh-TW" sz="2000" dirty="0" err="1"/>
              <a:t>getUser</a:t>
            </a:r>
            <a:r>
              <a:rPr lang="en-US" altLang="zh-TW" sz="2000" dirty="0"/>
              <a:t>' ,</a:t>
            </a:r>
          </a:p>
          <a:p>
            <a:pPr marL="0" indent="0">
              <a:buNone/>
            </a:pPr>
            <a:r>
              <a:rPr lang="en-US" altLang="zh-TW" sz="2000" dirty="0"/>
              <a:t>    type : 'post', </a:t>
            </a:r>
          </a:p>
          <a:p>
            <a:pPr marL="0" indent="0">
              <a:buNone/>
            </a:pPr>
            <a:r>
              <a:rPr lang="en-US" altLang="zh-TW" sz="2000" dirty="0"/>
              <a:t>    </a:t>
            </a:r>
            <a:r>
              <a:rPr lang="en-US" altLang="zh-TW" sz="2000" dirty="0" err="1"/>
              <a:t>dataType</a:t>
            </a:r>
            <a:r>
              <a:rPr lang="en-US" altLang="zh-TW" sz="2000" dirty="0"/>
              <a:t> : '</a:t>
            </a:r>
            <a:r>
              <a:rPr lang="en-US" altLang="zh-TW" sz="2000" dirty="0" err="1"/>
              <a:t>json</a:t>
            </a:r>
            <a:r>
              <a:rPr lang="en-US" altLang="zh-TW" sz="2000" dirty="0"/>
              <a:t>',  // From Server returns</a:t>
            </a:r>
          </a:p>
          <a:p>
            <a:pPr marL="0" indent="0">
              <a:buNone/>
            </a:pPr>
            <a:r>
              <a:rPr lang="en-US" altLang="zh-TW" sz="2000" dirty="0"/>
              <a:t>    </a:t>
            </a:r>
            <a:r>
              <a:rPr lang="en-US" altLang="zh-TW" sz="2000" dirty="0" err="1"/>
              <a:t>contentType</a:t>
            </a:r>
            <a:r>
              <a:rPr lang="en-US" altLang="zh-TW" sz="2000" dirty="0"/>
              <a:t> : 'application/x-www-form-</a:t>
            </a:r>
            <a:r>
              <a:rPr lang="en-US" altLang="zh-TW" sz="2000" dirty="0" err="1"/>
              <a:t>urlencoded</a:t>
            </a:r>
            <a:r>
              <a:rPr lang="en-US" altLang="zh-TW" sz="2000" dirty="0"/>
              <a:t>;   charset=UTF-8' //Send to Server , </a:t>
            </a:r>
          </a:p>
          <a:p>
            <a:pPr marL="0" indent="0">
              <a:buNone/>
            </a:pPr>
            <a:r>
              <a:rPr lang="en-US" altLang="zh-TW" sz="2000" dirty="0"/>
              <a:t>    data : $('#</a:t>
            </a:r>
            <a:r>
              <a:rPr lang="en-US" altLang="zh-TW" sz="2000" dirty="0" err="1"/>
              <a:t>myForm</a:t>
            </a:r>
            <a:r>
              <a:rPr lang="en-US" altLang="zh-TW" sz="2000" dirty="0"/>
              <a:t>').serialize(), </a:t>
            </a:r>
          </a:p>
          <a:p>
            <a:pPr marL="0" indent="0">
              <a:buNone/>
            </a:pPr>
            <a:r>
              <a:rPr lang="en-US" altLang="zh-TW" sz="2000" dirty="0"/>
              <a:t>    success : function(result) { </a:t>
            </a:r>
          </a:p>
          <a:p>
            <a:pPr marL="0" indent="0">
              <a:buNone/>
            </a:pPr>
            <a:r>
              <a:rPr lang="en-US" altLang="zh-TW" sz="2000" dirty="0"/>
              <a:t>          alert(result);  // result</a:t>
            </a:r>
            <a:r>
              <a:rPr lang="zh-TW" altLang="en-US" sz="2000" dirty="0"/>
              <a:t>是</a:t>
            </a:r>
            <a:r>
              <a:rPr lang="en-US" altLang="zh-TW" sz="2000" dirty="0" err="1"/>
              <a:t>json</a:t>
            </a:r>
            <a:r>
              <a:rPr lang="zh-TW" altLang="en-US" sz="2000" dirty="0"/>
              <a:t>物件 </a:t>
            </a:r>
            <a:r>
              <a:rPr lang="en-US" altLang="zh-TW" sz="2000" dirty="0"/>
              <a:t>},     </a:t>
            </a:r>
          </a:p>
          <a:p>
            <a:pPr marL="0" indent="0">
              <a:buNone/>
            </a:pPr>
            <a:r>
              <a:rPr lang="en-US" altLang="zh-TW" sz="2000" dirty="0"/>
              <a:t>    });</a:t>
            </a:r>
          </a:p>
          <a:p>
            <a:pPr marL="0" indent="0">
              <a:buNone/>
            </a:pPr>
            <a:r>
              <a:rPr lang="en-US" altLang="zh-TW" sz="2000" dirty="0"/>
              <a:t>&lt;/script&gt;</a:t>
            </a:r>
          </a:p>
          <a:p>
            <a:pPr marL="0" indent="0">
              <a:buNone/>
            </a:pPr>
            <a:endParaRPr lang="zh-TW" altLang="en-US" dirty="0"/>
          </a:p>
        </p:txBody>
      </p:sp>
    </p:spTree>
    <p:extLst>
      <p:ext uri="{BB962C8B-B14F-4D97-AF65-F5344CB8AC3E}">
        <p14:creationId xmlns:p14="http://schemas.microsoft.com/office/powerpoint/2010/main" val="1131236396"/>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8C21BC2-C4EE-43F3-AF76-84EE140CBB3A}"/>
              </a:ext>
            </a:extLst>
          </p:cNvPr>
          <p:cNvSpPr>
            <a:spLocks noGrp="1"/>
          </p:cNvSpPr>
          <p:nvPr>
            <p:ph type="title"/>
          </p:nvPr>
        </p:nvSpPr>
        <p:spPr>
          <a:xfrm>
            <a:off x="611560" y="404664"/>
            <a:ext cx="8229600" cy="792162"/>
          </a:xfrm>
        </p:spPr>
        <p:txBody>
          <a:bodyPr/>
          <a:lstStyle/>
          <a:p>
            <a:r>
              <a:rPr lang="en-US" altLang="zh-TW" dirty="0"/>
              <a:t>Ajax $.ajax() </a:t>
            </a:r>
            <a:r>
              <a:rPr lang="zh-TW" altLang="en-US" dirty="0"/>
              <a:t>範例</a:t>
            </a:r>
          </a:p>
        </p:txBody>
      </p:sp>
      <p:sp>
        <p:nvSpPr>
          <p:cNvPr id="3" name="文字版面配置區 2">
            <a:extLst>
              <a:ext uri="{FF2B5EF4-FFF2-40B4-BE49-F238E27FC236}">
                <a16:creationId xmlns:a16="http://schemas.microsoft.com/office/drawing/2014/main" id="{65DBED27-C13C-429F-B0D2-9C5EF4DC366A}"/>
              </a:ext>
            </a:extLst>
          </p:cNvPr>
          <p:cNvSpPr>
            <a:spLocks noGrp="1"/>
          </p:cNvSpPr>
          <p:nvPr>
            <p:ph type="body" idx="1"/>
          </p:nvPr>
        </p:nvSpPr>
        <p:spPr>
          <a:xfrm>
            <a:off x="457200" y="1124744"/>
            <a:ext cx="8229600" cy="5453112"/>
          </a:xfrm>
        </p:spPr>
        <p:txBody>
          <a:bodyPr/>
          <a:lstStyle/>
          <a:p>
            <a:pPr marL="0" indent="0">
              <a:buNone/>
            </a:pPr>
            <a:r>
              <a:rPr lang="en-US" altLang="zh-TW" sz="1400" dirty="0" err="1"/>
              <a:t>dataUrl</a:t>
            </a:r>
            <a:r>
              <a:rPr lang="en-US" altLang="zh-TW" sz="1400" dirty="0"/>
              <a:t> = "</a:t>
            </a:r>
            <a:r>
              <a:rPr lang="en-US" altLang="zh-TW" sz="1400" dirty="0" err="1"/>
              <a:t>air.json</a:t>
            </a:r>
            <a:r>
              <a:rPr lang="en-US" altLang="zh-TW" sz="1400" dirty="0"/>
              <a:t>";</a:t>
            </a:r>
          </a:p>
          <a:p>
            <a:pPr marL="0" indent="0">
              <a:buNone/>
            </a:pPr>
            <a:r>
              <a:rPr lang="en-US" altLang="zh-TW" sz="1400" dirty="0"/>
              <a:t>$("#forecast").on("click", function () {</a:t>
            </a:r>
          </a:p>
          <a:p>
            <a:pPr marL="0" indent="0">
              <a:buNone/>
            </a:pPr>
            <a:r>
              <a:rPr lang="en-US" altLang="zh-TW" sz="1400" dirty="0"/>
              <a:t>	$.ajax({</a:t>
            </a:r>
          </a:p>
          <a:p>
            <a:pPr marL="0" indent="0">
              <a:buNone/>
            </a:pPr>
            <a:r>
              <a:rPr lang="en-US" altLang="zh-TW" sz="1400" dirty="0"/>
              <a:t>	     method: 'GET',</a:t>
            </a:r>
          </a:p>
          <a:p>
            <a:pPr marL="0" indent="0">
              <a:buNone/>
            </a:pPr>
            <a:r>
              <a:rPr lang="en-US" altLang="zh-TW" sz="1400" dirty="0"/>
              <a:t>	    url: </a:t>
            </a:r>
            <a:r>
              <a:rPr lang="en-US" altLang="zh-TW" sz="1400" dirty="0" err="1"/>
              <a:t>dataUrl</a:t>
            </a:r>
            <a:r>
              <a:rPr lang="en-US" altLang="zh-TW" sz="1400" dirty="0"/>
              <a:t>,	//</a:t>
            </a:r>
            <a:r>
              <a:rPr lang="zh-TW" altLang="en-US" sz="1400" dirty="0"/>
              <a:t>設定資料的網址</a:t>
            </a:r>
          </a:p>
          <a:p>
            <a:pPr marL="0" indent="0">
              <a:buNone/>
            </a:pPr>
            <a:r>
              <a:rPr lang="zh-TW" altLang="en-US" sz="1400" dirty="0"/>
              <a:t>	    </a:t>
            </a:r>
            <a:r>
              <a:rPr lang="en-US" altLang="zh-TW" sz="1400" dirty="0" err="1"/>
              <a:t>dataType</a:t>
            </a:r>
            <a:r>
              <a:rPr lang="en-US" altLang="zh-TW" sz="1400" dirty="0"/>
              <a:t>: "json",	//</a:t>
            </a:r>
            <a:r>
              <a:rPr lang="zh-TW" altLang="en-US" sz="1400" dirty="0"/>
              <a:t>設定回傳的資料格式</a:t>
            </a:r>
          </a:p>
          <a:p>
            <a:pPr marL="0" indent="0">
              <a:buNone/>
            </a:pPr>
            <a:r>
              <a:rPr lang="zh-TW" altLang="en-US" sz="1400" dirty="0"/>
              <a:t>	    </a:t>
            </a:r>
            <a:r>
              <a:rPr lang="en-US" altLang="zh-TW" sz="1400" dirty="0"/>
              <a:t>success: </a:t>
            </a:r>
            <a:r>
              <a:rPr lang="en-US" altLang="zh-TW" sz="1400" dirty="0" err="1">
                <a:solidFill>
                  <a:srgbClr val="FF0000"/>
                </a:solidFill>
              </a:rPr>
              <a:t>onSuccess</a:t>
            </a:r>
            <a:r>
              <a:rPr lang="en-US" altLang="zh-TW" sz="1400" dirty="0"/>
              <a:t>	//</a:t>
            </a:r>
            <a:r>
              <a:rPr lang="zh-TW" altLang="en-US" sz="1400" dirty="0"/>
              <a:t>設定當</a:t>
            </a:r>
            <a:r>
              <a:rPr lang="en-US" altLang="zh-TW" sz="1400" dirty="0"/>
              <a:t>Ajax</a:t>
            </a:r>
            <a:r>
              <a:rPr lang="zh-TW" altLang="en-US" sz="1400" dirty="0"/>
              <a:t>要求成功時所要執行的函式</a:t>
            </a:r>
          </a:p>
          <a:p>
            <a:pPr marL="0" indent="0">
              <a:buNone/>
            </a:pPr>
            <a:r>
              <a:rPr lang="zh-TW" altLang="en-US" sz="1400" dirty="0"/>
              <a:t>	</a:t>
            </a:r>
            <a:r>
              <a:rPr lang="en-US" altLang="zh-TW" sz="1400" dirty="0"/>
              <a:t>});</a:t>
            </a:r>
          </a:p>
          <a:p>
            <a:pPr marL="0" indent="0">
              <a:buNone/>
            </a:pPr>
            <a:r>
              <a:rPr lang="en-US" altLang="zh-TW" sz="1400" dirty="0"/>
              <a:t>});</a:t>
            </a:r>
          </a:p>
          <a:p>
            <a:pPr marL="0" indent="0">
              <a:buNone/>
            </a:pPr>
            <a:r>
              <a:rPr lang="en-US" altLang="zh-TW" sz="1400" dirty="0">
                <a:solidFill>
                  <a:srgbClr val="FF0000"/>
                </a:solidFill>
              </a:rPr>
              <a:t>function </a:t>
            </a:r>
            <a:r>
              <a:rPr lang="en-US" altLang="zh-TW" sz="1400" dirty="0" err="1">
                <a:solidFill>
                  <a:srgbClr val="FF0000"/>
                </a:solidFill>
              </a:rPr>
              <a:t>onSuccess</a:t>
            </a:r>
            <a:r>
              <a:rPr lang="en-US" altLang="zh-TW" sz="1400" dirty="0">
                <a:solidFill>
                  <a:srgbClr val="FF0000"/>
                </a:solidFill>
              </a:rPr>
              <a:t>(data) :</a:t>
            </a:r>
          </a:p>
          <a:p>
            <a:pPr marL="0" indent="0">
              <a:buNone/>
            </a:pPr>
            <a:r>
              <a:rPr lang="en-US" altLang="zh-TW" sz="1400" dirty="0"/>
              <a:t>$("#</a:t>
            </a:r>
            <a:r>
              <a:rPr lang="en-US" altLang="zh-TW" sz="1400" dirty="0" err="1"/>
              <a:t>airQ</a:t>
            </a:r>
            <a:r>
              <a:rPr lang="en-US" altLang="zh-TW" sz="1400" dirty="0"/>
              <a:t>").empty();</a:t>
            </a:r>
          </a:p>
          <a:p>
            <a:pPr marL="0" indent="0">
              <a:buNone/>
            </a:pPr>
            <a:r>
              <a:rPr lang="en-US" altLang="zh-TW" sz="1400" dirty="0"/>
              <a:t> //</a:t>
            </a:r>
            <a:r>
              <a:rPr lang="zh-TW" altLang="en-US" sz="1400" dirty="0"/>
              <a:t>建立表格的第一列</a:t>
            </a:r>
          </a:p>
          <a:p>
            <a:pPr marL="0" indent="0">
              <a:buNone/>
            </a:pPr>
            <a:r>
              <a:rPr lang="en-US" altLang="zh-TW" sz="1400" dirty="0"/>
              <a:t>var </a:t>
            </a:r>
            <a:r>
              <a:rPr lang="en-US" altLang="zh-TW" sz="1400" dirty="0" err="1"/>
              <a:t>firstRow</a:t>
            </a:r>
            <a:r>
              <a:rPr lang="en-US" altLang="zh-TW" sz="1400" dirty="0"/>
              <a:t> = $("&lt;tr&gt;&lt;</a:t>
            </a:r>
            <a:r>
              <a:rPr lang="en-US" altLang="zh-TW" sz="1400" dirty="0" err="1"/>
              <a:t>th</a:t>
            </a:r>
            <a:r>
              <a:rPr lang="en-US" altLang="zh-TW" sz="1400" dirty="0"/>
              <a:t>&gt;</a:t>
            </a:r>
            <a:r>
              <a:rPr lang="zh-TW" altLang="en-US" sz="1400" dirty="0"/>
              <a:t>地區</a:t>
            </a:r>
            <a:r>
              <a:rPr lang="en-US" altLang="zh-TW" sz="1400" dirty="0"/>
              <a:t>&lt;/</a:t>
            </a:r>
            <a:r>
              <a:rPr lang="en-US" altLang="zh-TW" sz="1400" dirty="0" err="1"/>
              <a:t>th</a:t>
            </a:r>
            <a:r>
              <a:rPr lang="en-US" altLang="zh-TW" sz="1400" dirty="0"/>
              <a:t>&gt;&lt;</a:t>
            </a:r>
            <a:r>
              <a:rPr lang="en-US" altLang="zh-TW" sz="1400" dirty="0" err="1"/>
              <a:t>th</a:t>
            </a:r>
            <a:r>
              <a:rPr lang="en-US" altLang="zh-TW" sz="1400" dirty="0"/>
              <a:t>&gt;</a:t>
            </a:r>
            <a:r>
              <a:rPr lang="zh-TW" altLang="en-US" sz="1400" dirty="0"/>
              <a:t>預報內容</a:t>
            </a:r>
            <a:r>
              <a:rPr lang="en-US" altLang="zh-TW" sz="1400" dirty="0"/>
              <a:t>&lt;/</a:t>
            </a:r>
            <a:r>
              <a:rPr lang="en-US" altLang="zh-TW" sz="1400" dirty="0" err="1"/>
              <a:t>th</a:t>
            </a:r>
            <a:r>
              <a:rPr lang="en-US" altLang="zh-TW" sz="1400" dirty="0"/>
              <a:t>&gt;&lt;/tr&gt;");</a:t>
            </a:r>
          </a:p>
          <a:p>
            <a:pPr marL="0" indent="0">
              <a:buNone/>
            </a:pPr>
            <a:r>
              <a:rPr lang="en-US" altLang="zh-TW" sz="1400" dirty="0"/>
              <a:t>$("#</a:t>
            </a:r>
            <a:r>
              <a:rPr lang="en-US" altLang="zh-TW" sz="1400" dirty="0" err="1"/>
              <a:t>airQ</a:t>
            </a:r>
            <a:r>
              <a:rPr lang="en-US" altLang="zh-TW" sz="1400" dirty="0"/>
              <a:t>").append(</a:t>
            </a:r>
            <a:r>
              <a:rPr lang="en-US" altLang="zh-TW" sz="1400" dirty="0" err="1"/>
              <a:t>firstRow</a:t>
            </a:r>
            <a:r>
              <a:rPr lang="en-US" altLang="zh-TW" sz="1400" dirty="0"/>
              <a:t>);</a:t>
            </a:r>
          </a:p>
          <a:p>
            <a:pPr marL="0" indent="0">
              <a:buNone/>
            </a:pPr>
            <a:r>
              <a:rPr lang="en-US" altLang="zh-TW" sz="1400" dirty="0"/>
              <a:t>//</a:t>
            </a:r>
            <a:r>
              <a:rPr lang="zh-TW" altLang="en-US" sz="1400" dirty="0"/>
              <a:t>將取得的資料一一建立為表格的每一列</a:t>
            </a:r>
            <a:endParaRPr lang="en-US" altLang="zh-TW" sz="1400" dirty="0"/>
          </a:p>
          <a:p>
            <a:pPr marL="0" indent="0">
              <a:buNone/>
            </a:pPr>
            <a:r>
              <a:rPr lang="en-US" altLang="zh-TW" sz="1400" dirty="0"/>
              <a:t>$.each(data, function (</a:t>
            </a:r>
            <a:r>
              <a:rPr lang="en-US" altLang="zh-TW" sz="1400" dirty="0" err="1"/>
              <a:t>i</a:t>
            </a:r>
            <a:r>
              <a:rPr lang="en-US" altLang="zh-TW" sz="1400" dirty="0"/>
              <a:t>) {</a:t>
            </a:r>
          </a:p>
          <a:p>
            <a:pPr marL="0" indent="0">
              <a:buNone/>
            </a:pPr>
            <a:r>
              <a:rPr lang="en-US" altLang="zh-TW" sz="1400" dirty="0"/>
              <a:t>	       var row = $("&lt;tr&gt;&lt;/tr&gt;");</a:t>
            </a:r>
          </a:p>
          <a:p>
            <a:pPr marL="0" indent="0">
              <a:buNone/>
            </a:pPr>
            <a:r>
              <a:rPr lang="en-US" altLang="zh-TW" sz="1400" dirty="0"/>
              <a:t>	       var td1 = $("&lt;td&gt;&lt;/td&gt;").text(</a:t>
            </a:r>
            <a:r>
              <a:rPr lang="en-US" altLang="zh-TW" sz="1400" dirty="0" err="1"/>
              <a:t>this.Area</a:t>
            </a:r>
            <a:r>
              <a:rPr lang="en-US" altLang="zh-TW" sz="1400" dirty="0"/>
              <a:t>).</a:t>
            </a:r>
            <a:r>
              <a:rPr lang="en-US" altLang="zh-TW" sz="1400" dirty="0" err="1"/>
              <a:t>appendTo</a:t>
            </a:r>
            <a:r>
              <a:rPr lang="en-US" altLang="zh-TW" sz="1400" dirty="0"/>
              <a:t>(row);</a:t>
            </a:r>
          </a:p>
          <a:p>
            <a:pPr marL="0" indent="0">
              <a:buNone/>
            </a:pPr>
            <a:r>
              <a:rPr lang="en-US" altLang="zh-TW" sz="1400" dirty="0"/>
              <a:t>	       var td2 = $("&lt;td&gt;&lt;/td&gt;").text(</a:t>
            </a:r>
            <a:r>
              <a:rPr lang="en-US" altLang="zh-TW" sz="1400" dirty="0" err="1"/>
              <a:t>this.Content</a:t>
            </a:r>
            <a:r>
              <a:rPr lang="en-US" altLang="zh-TW" sz="1400" dirty="0"/>
              <a:t>).</a:t>
            </a:r>
            <a:r>
              <a:rPr lang="en-US" altLang="zh-TW" sz="1400" dirty="0" err="1"/>
              <a:t>appendTo</a:t>
            </a:r>
            <a:r>
              <a:rPr lang="en-US" altLang="zh-TW" sz="1400" dirty="0"/>
              <a:t>(row);</a:t>
            </a:r>
          </a:p>
          <a:p>
            <a:pPr marL="0" indent="0">
              <a:buNone/>
            </a:pPr>
            <a:r>
              <a:rPr lang="en-US" altLang="zh-TW" sz="1400" dirty="0"/>
              <a:t>	       $("#</a:t>
            </a:r>
            <a:r>
              <a:rPr lang="en-US" altLang="zh-TW" sz="1400" dirty="0" err="1"/>
              <a:t>airQ</a:t>
            </a:r>
            <a:r>
              <a:rPr lang="en-US" altLang="zh-TW" sz="1400" dirty="0"/>
              <a:t>").append(row);</a:t>
            </a:r>
          </a:p>
          <a:p>
            <a:pPr marL="0" indent="0">
              <a:buNone/>
            </a:pPr>
            <a:r>
              <a:rPr lang="en-US" altLang="zh-TW" sz="1400" dirty="0"/>
              <a:t>});</a:t>
            </a:r>
          </a:p>
          <a:p>
            <a:pPr marL="0" indent="0">
              <a:buNone/>
            </a:pPr>
            <a:r>
              <a:rPr lang="en-US" altLang="zh-TW" sz="1400" dirty="0"/>
              <a:t>			 </a:t>
            </a:r>
            <a:endParaRPr lang="zh-TW" altLang="en-US" sz="1400" dirty="0"/>
          </a:p>
        </p:txBody>
      </p:sp>
    </p:spTree>
    <p:extLst>
      <p:ext uri="{BB962C8B-B14F-4D97-AF65-F5344CB8AC3E}">
        <p14:creationId xmlns:p14="http://schemas.microsoft.com/office/powerpoint/2010/main" val="595188022"/>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標題 1"/>
          <p:cNvSpPr>
            <a:spLocks noGrp="1"/>
          </p:cNvSpPr>
          <p:nvPr>
            <p:ph type="title"/>
          </p:nvPr>
        </p:nvSpPr>
        <p:spPr/>
        <p:txBody>
          <a:bodyPr/>
          <a:lstStyle/>
          <a:p>
            <a:pPr eaLnBrk="1" hangingPunct="1"/>
            <a:r>
              <a:rPr lang="zh-TW" altLang="en-US" sz="3200">
                <a:latin typeface="微軟正黑體" pitchFamily="34" charset="-120"/>
                <a:ea typeface="微軟正黑體" pitchFamily="34" charset="-120"/>
              </a:rPr>
              <a:t>常用</a:t>
            </a:r>
            <a:r>
              <a:rPr lang="en-US" altLang="zh-TW" sz="3200">
                <a:latin typeface="Arial" charset="0"/>
                <a:ea typeface="微軟正黑體" pitchFamily="34" charset="-120"/>
                <a:cs typeface="Arial" charset="0"/>
              </a:rPr>
              <a:t>CSS</a:t>
            </a:r>
            <a:r>
              <a:rPr lang="zh-TW" altLang="en-US" sz="3200">
                <a:latin typeface="微軟正黑體" pitchFamily="34" charset="-120"/>
                <a:ea typeface="微軟正黑體" pitchFamily="34" charset="-120"/>
              </a:rPr>
              <a:t>屬性</a:t>
            </a:r>
          </a:p>
        </p:txBody>
      </p:sp>
      <p:sp>
        <p:nvSpPr>
          <p:cNvPr id="94210" name="文字版面配置區 2"/>
          <p:cNvSpPr>
            <a:spLocks noGrp="1"/>
          </p:cNvSpPr>
          <p:nvPr>
            <p:ph type="body" idx="1"/>
          </p:nvPr>
        </p:nvSpPr>
        <p:spPr/>
        <p:txBody>
          <a:bodyPr/>
          <a:lstStyle/>
          <a:p>
            <a:pPr eaLnBrk="1" hangingPunct="1"/>
            <a:r>
              <a:rPr lang="zh-TW" altLang="en-US" sz="2400">
                <a:latin typeface="微軟正黑體" pitchFamily="34" charset="-120"/>
                <a:ea typeface="微軟正黑體" pitchFamily="34" charset="-120"/>
              </a:rPr>
              <a:t>字型屬性</a:t>
            </a:r>
            <a:endParaRPr lang="en-US" altLang="zh-TW" sz="2400">
              <a:latin typeface="微軟正黑體" pitchFamily="34" charset="-120"/>
              <a:ea typeface="微軟正黑體" pitchFamily="34" charset="-120"/>
            </a:endParaRPr>
          </a:p>
          <a:p>
            <a:pPr eaLnBrk="1" hangingPunct="1">
              <a:buFont typeface="Arial" charset="0"/>
              <a:buNone/>
            </a:pPr>
            <a:r>
              <a:rPr lang="en-US" altLang="zh-TW" sz="2400">
                <a:ea typeface="新細明體" charset="-120"/>
              </a:rPr>
              <a:t>   </a:t>
            </a:r>
            <a:r>
              <a:rPr lang="en-US" altLang="zh-TW" sz="2400">
                <a:latin typeface="Arial" charset="0"/>
                <a:ea typeface="新細明體" charset="-120"/>
                <a:cs typeface="Arial" charset="0"/>
              </a:rPr>
              <a:t>{</a:t>
            </a:r>
          </a:p>
          <a:p>
            <a:pPr eaLnBrk="1" hangingPunct="1">
              <a:buFont typeface="Arial" charset="0"/>
              <a:buNone/>
            </a:pPr>
            <a:r>
              <a:rPr lang="en-US" altLang="zh-TW" sz="2400">
                <a:latin typeface="Arial" charset="0"/>
                <a:ea typeface="新細明體" charset="-120"/>
                <a:cs typeface="Arial" charset="0"/>
              </a:rPr>
              <a:t>      font-family: Georgia;</a:t>
            </a:r>
            <a:r>
              <a:rPr lang="zh-TW" altLang="en-US" sz="2400">
                <a:latin typeface="Arial" charset="0"/>
                <a:ea typeface="新細明體" charset="-120"/>
                <a:cs typeface="Arial" charset="0"/>
              </a:rPr>
              <a:t>  </a:t>
            </a:r>
            <a:r>
              <a:rPr lang="zh-TW" altLang="en-US" sz="2400">
                <a:latin typeface="微軟正黑體" pitchFamily="34" charset="-120"/>
                <a:ea typeface="微軟正黑體" pitchFamily="34" charset="-120"/>
                <a:cs typeface="Arial" charset="0"/>
              </a:rPr>
              <a:t>字體</a:t>
            </a:r>
            <a:endParaRPr lang="en-US" altLang="zh-TW" sz="2400">
              <a:latin typeface="微軟正黑體" pitchFamily="34" charset="-120"/>
              <a:ea typeface="微軟正黑體" pitchFamily="34" charset="-120"/>
              <a:cs typeface="Arial" charset="0"/>
            </a:endParaRPr>
          </a:p>
          <a:p>
            <a:pPr eaLnBrk="1" hangingPunct="1">
              <a:buFont typeface="Arial" charset="0"/>
              <a:buNone/>
            </a:pPr>
            <a:r>
              <a:rPr lang="en-US" altLang="zh-TW" sz="2400">
                <a:latin typeface="Arial" charset="0"/>
                <a:ea typeface="新細明體" charset="-120"/>
                <a:cs typeface="Arial" charset="0"/>
              </a:rPr>
              <a:t>      font-size: 24px;</a:t>
            </a:r>
            <a:r>
              <a:rPr lang="zh-TW" altLang="en-US" sz="2400">
                <a:latin typeface="Arial" charset="0"/>
                <a:ea typeface="新細明體" charset="-120"/>
                <a:cs typeface="Arial" charset="0"/>
              </a:rPr>
              <a:t>          </a:t>
            </a:r>
            <a:r>
              <a:rPr lang="zh-TW" altLang="en-US" sz="2400">
                <a:latin typeface="微軟正黑體" pitchFamily="34" charset="-120"/>
                <a:ea typeface="微軟正黑體" pitchFamily="34" charset="-120"/>
              </a:rPr>
              <a:t>字型大小</a:t>
            </a:r>
            <a:endParaRPr lang="en-US" altLang="zh-TW" sz="2400">
              <a:latin typeface="微軟正黑體" pitchFamily="34" charset="-120"/>
              <a:ea typeface="微軟正黑體" pitchFamily="34" charset="-120"/>
            </a:endParaRPr>
          </a:p>
          <a:p>
            <a:pPr eaLnBrk="1" hangingPunct="1">
              <a:buFont typeface="Arial" charset="0"/>
              <a:buNone/>
            </a:pPr>
            <a:r>
              <a:rPr lang="en-US" altLang="zh-TW" sz="2400">
                <a:latin typeface="Arial" charset="0"/>
                <a:ea typeface="新細明體" charset="-120"/>
              </a:rPr>
              <a:t>      text-indent: 30px;</a:t>
            </a:r>
            <a:r>
              <a:rPr lang="zh-TW" altLang="en-US" sz="2400">
                <a:latin typeface="Arial" charset="0"/>
                <a:ea typeface="新細明體" charset="-120"/>
              </a:rPr>
              <a:t>       </a:t>
            </a:r>
            <a:r>
              <a:rPr lang="zh-TW" altLang="en-US" sz="2400">
                <a:latin typeface="微軟正黑體" pitchFamily="34" charset="-120"/>
                <a:ea typeface="微軟正黑體" pitchFamily="34" charset="-120"/>
              </a:rPr>
              <a:t>縮排</a:t>
            </a:r>
            <a:endParaRPr lang="en-US" altLang="zh-TW" sz="2400">
              <a:latin typeface="微軟正黑體" pitchFamily="34" charset="-120"/>
              <a:ea typeface="微軟正黑體" pitchFamily="34" charset="-120"/>
            </a:endParaRPr>
          </a:p>
          <a:p>
            <a:pPr eaLnBrk="1" hangingPunct="1">
              <a:buFont typeface="Arial" charset="0"/>
              <a:buNone/>
            </a:pPr>
            <a:r>
              <a:rPr lang="en-US" altLang="zh-TW" sz="2400">
                <a:latin typeface="Arial" charset="0"/>
                <a:ea typeface="新細明體" charset="-120"/>
              </a:rPr>
              <a:t>      color:red;</a:t>
            </a:r>
            <a:r>
              <a:rPr lang="zh-TW" altLang="en-US" sz="2400">
                <a:latin typeface="Arial" charset="0"/>
                <a:ea typeface="新細明體" charset="-120"/>
              </a:rPr>
              <a:t>                    </a:t>
            </a:r>
            <a:r>
              <a:rPr lang="zh-TW" altLang="en-US" sz="2400">
                <a:latin typeface="微軟正黑體" pitchFamily="34" charset="-120"/>
                <a:ea typeface="微軟正黑體" pitchFamily="34" charset="-120"/>
              </a:rPr>
              <a:t>字體顏色</a:t>
            </a:r>
            <a:endParaRPr lang="en-US" altLang="zh-TW" sz="2400">
              <a:latin typeface="微軟正黑體" pitchFamily="34" charset="-120"/>
              <a:ea typeface="微軟正黑體" pitchFamily="34" charset="-120"/>
            </a:endParaRPr>
          </a:p>
          <a:p>
            <a:pPr eaLnBrk="1" hangingPunct="1">
              <a:buFont typeface="Arial" charset="0"/>
              <a:buNone/>
            </a:pPr>
            <a:r>
              <a:rPr lang="en-US" altLang="zh-TW" sz="2400">
                <a:latin typeface="微軟正黑體" pitchFamily="34" charset="-120"/>
                <a:ea typeface="微軟正黑體" pitchFamily="34" charset="-120"/>
              </a:rPr>
              <a:t>      </a:t>
            </a:r>
            <a:r>
              <a:rPr lang="en-US" altLang="zh-TW" sz="2400">
                <a:latin typeface="Arial" charset="0"/>
                <a:ea typeface="微軟正黑體" pitchFamily="34" charset="-120"/>
              </a:rPr>
              <a:t>word-spacing:30px;</a:t>
            </a:r>
            <a:r>
              <a:rPr lang="zh-TW" altLang="en-US" sz="2400">
                <a:latin typeface="Arial" charset="0"/>
                <a:ea typeface="微軟正黑體" pitchFamily="34" charset="-120"/>
              </a:rPr>
              <a:t>    </a:t>
            </a:r>
            <a:r>
              <a:rPr lang="zh-TW" altLang="en-US" sz="2400">
                <a:latin typeface="微軟正黑體" pitchFamily="34" charset="-120"/>
                <a:ea typeface="微軟正黑體" pitchFamily="34" charset="-120"/>
              </a:rPr>
              <a:t>單字間隔</a:t>
            </a:r>
            <a:endParaRPr lang="en-US" altLang="zh-TW" sz="2400">
              <a:latin typeface="微軟正黑體" pitchFamily="34" charset="-120"/>
              <a:ea typeface="微軟正黑體" pitchFamily="34" charset="-120"/>
            </a:endParaRPr>
          </a:p>
          <a:p>
            <a:pPr eaLnBrk="1" hangingPunct="1">
              <a:buFont typeface="Arial" charset="0"/>
              <a:buNone/>
            </a:pPr>
            <a:r>
              <a:rPr lang="en-US" altLang="zh-TW" sz="2400">
                <a:latin typeface="微軟正黑體" pitchFamily="34" charset="-120"/>
                <a:ea typeface="微軟正黑體" pitchFamily="34" charset="-120"/>
              </a:rPr>
              <a:t>      </a:t>
            </a:r>
            <a:r>
              <a:rPr lang="en-US" altLang="zh-TW" sz="2400">
                <a:latin typeface="Arial" charset="0"/>
                <a:ea typeface="微軟正黑體" pitchFamily="34" charset="-120"/>
              </a:rPr>
              <a:t>text-decoration:underline;</a:t>
            </a:r>
            <a:r>
              <a:rPr lang="zh-TW" altLang="en-US" sz="2400">
                <a:latin typeface="Arial" charset="0"/>
                <a:ea typeface="微軟正黑體" pitchFamily="34" charset="-120"/>
              </a:rPr>
              <a:t> </a:t>
            </a:r>
            <a:r>
              <a:rPr lang="zh-TW" altLang="en-US" sz="2400">
                <a:latin typeface="微軟正黑體" pitchFamily="34" charset="-120"/>
                <a:ea typeface="微軟正黑體" pitchFamily="34" charset="-120"/>
              </a:rPr>
              <a:t>字型修飾</a:t>
            </a:r>
            <a:r>
              <a:rPr lang="en-US" altLang="zh-TW" sz="2400">
                <a:latin typeface="微軟正黑體" pitchFamily="34" charset="-120"/>
                <a:ea typeface="微軟正黑體" pitchFamily="34" charset="-120"/>
              </a:rPr>
              <a:t>(</a:t>
            </a:r>
            <a:r>
              <a:rPr lang="zh-TW" altLang="en-US" sz="2400">
                <a:latin typeface="微軟正黑體" pitchFamily="34" charset="-120"/>
                <a:ea typeface="微軟正黑體" pitchFamily="34" charset="-120"/>
              </a:rPr>
              <a:t>底線</a:t>
            </a:r>
            <a:r>
              <a:rPr lang="en-US" altLang="zh-TW" sz="2400">
                <a:latin typeface="微軟正黑體" pitchFamily="34" charset="-120"/>
                <a:ea typeface="微軟正黑體" pitchFamily="34" charset="-120"/>
              </a:rPr>
              <a:t>)</a:t>
            </a:r>
          </a:p>
          <a:p>
            <a:pPr eaLnBrk="1" hangingPunct="1">
              <a:buFont typeface="Arial" charset="0"/>
              <a:buNone/>
            </a:pPr>
            <a:r>
              <a:rPr lang="en-US" altLang="zh-TW" sz="2400">
                <a:latin typeface="微軟正黑體" pitchFamily="34" charset="-120"/>
                <a:ea typeface="微軟正黑體" pitchFamily="34" charset="-120"/>
              </a:rPr>
              <a:t>      </a:t>
            </a:r>
            <a:r>
              <a:rPr lang="en-US" altLang="zh-TW" sz="2400">
                <a:latin typeface="Arial" charset="0"/>
                <a:ea typeface="微軟正黑體" pitchFamily="34" charset="-120"/>
              </a:rPr>
              <a:t>text-shadow:2px 2px 0px yellow;</a:t>
            </a:r>
            <a:r>
              <a:rPr lang="zh-TW" altLang="en-US" sz="2400">
                <a:latin typeface="微軟正黑體" pitchFamily="34" charset="-120"/>
                <a:ea typeface="微軟正黑體" pitchFamily="34" charset="-120"/>
              </a:rPr>
              <a:t> </a:t>
            </a:r>
            <a:r>
              <a:rPr lang="zh-TW" altLang="en-US" sz="2400">
                <a:solidFill>
                  <a:srgbClr val="FF0000"/>
                </a:solidFill>
                <a:latin typeface="微軟正黑體" pitchFamily="34" charset="-120"/>
                <a:ea typeface="微軟正黑體" pitchFamily="34" charset="-120"/>
              </a:rPr>
              <a:t>字型陰影</a:t>
            </a:r>
            <a:endParaRPr lang="en-US" altLang="zh-TW" sz="2400">
              <a:solidFill>
                <a:srgbClr val="FF0000"/>
              </a:solidFill>
              <a:latin typeface="微軟正黑體" pitchFamily="34" charset="-120"/>
              <a:ea typeface="微軟正黑體" pitchFamily="34" charset="-120"/>
            </a:endParaRPr>
          </a:p>
          <a:p>
            <a:pPr eaLnBrk="1" hangingPunct="1">
              <a:buFont typeface="Arial" charset="0"/>
              <a:buNone/>
            </a:pPr>
            <a:r>
              <a:rPr lang="en-US" altLang="zh-TW" sz="2400">
                <a:latin typeface="Arial" charset="0"/>
                <a:ea typeface="新細明體" charset="-120"/>
              </a:rPr>
              <a:t>   }</a:t>
            </a:r>
            <a:endParaRPr lang="zh-TW" altLang="en-US" sz="2400">
              <a:latin typeface="Arial" charset="0"/>
              <a:ea typeface="新細明體" charset="-120"/>
            </a:endParaRPr>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5" name="標題 1"/>
          <p:cNvSpPr>
            <a:spLocks noGrp="1"/>
          </p:cNvSpPr>
          <p:nvPr>
            <p:ph type="title"/>
          </p:nvPr>
        </p:nvSpPr>
        <p:spPr/>
        <p:txBody>
          <a:bodyPr/>
          <a:lstStyle/>
          <a:p>
            <a:pPr eaLnBrk="1" hangingPunct="1"/>
            <a:r>
              <a:rPr lang="en-US" altLang="zh-TW" sz="3200" dirty="0">
                <a:latin typeface="Arial" charset="0"/>
                <a:ea typeface="微軟正黑體" pitchFamily="34" charset="-120"/>
                <a:cs typeface="Arial" charset="0"/>
              </a:rPr>
              <a:t>jQuery</a:t>
            </a:r>
            <a:r>
              <a:rPr lang="zh-TW" altLang="en-US" sz="3200" dirty="0">
                <a:latin typeface="Arial" charset="0"/>
                <a:ea typeface="微軟正黑體" pitchFamily="34" charset="-120"/>
                <a:cs typeface="Arial" charset="0"/>
              </a:rPr>
              <a:t>滑鼠事件程序</a:t>
            </a:r>
          </a:p>
        </p:txBody>
      </p:sp>
      <p:sp>
        <p:nvSpPr>
          <p:cNvPr id="149506" name="文字版面配置區 2"/>
          <p:cNvSpPr>
            <a:spLocks noGrp="1"/>
          </p:cNvSpPr>
          <p:nvPr>
            <p:ph type="body" idx="1"/>
          </p:nvPr>
        </p:nvSpPr>
        <p:spPr/>
        <p:txBody>
          <a:bodyPr/>
          <a:lstStyle/>
          <a:p>
            <a:pPr eaLnBrk="1" hangingPunct="1">
              <a:spcAft>
                <a:spcPts val="1200"/>
              </a:spcAft>
            </a:pPr>
            <a:r>
              <a:rPr lang="zh-TW" altLang="en-US" sz="2400">
                <a:latin typeface="Arial" charset="0"/>
                <a:ea typeface="微軟正黑體" pitchFamily="34" charset="-120"/>
                <a:cs typeface="Arial" charset="0"/>
              </a:rPr>
              <a:t> 專案中加入</a:t>
            </a:r>
            <a:r>
              <a:rPr lang="en-US" altLang="zh-TW" sz="2400">
                <a:latin typeface="Arial" charset="0"/>
                <a:ea typeface="微軟正黑體" pitchFamily="34" charset="-120"/>
                <a:cs typeface="Arial" charset="0"/>
              </a:rPr>
              <a:t>HTML</a:t>
            </a:r>
            <a:r>
              <a:rPr lang="zh-TW" altLang="en-US" sz="2400">
                <a:latin typeface="Arial" charset="0"/>
                <a:ea typeface="微軟正黑體" pitchFamily="34" charset="-120"/>
                <a:cs typeface="Arial" charset="0"/>
              </a:rPr>
              <a:t>網頁</a:t>
            </a:r>
            <a:endParaRPr lang="en-US" altLang="zh-TW" sz="2400">
              <a:latin typeface="Arial" charset="0"/>
              <a:ea typeface="微軟正黑體" pitchFamily="34" charset="-120"/>
              <a:cs typeface="Arial" charset="0"/>
            </a:endParaRPr>
          </a:p>
          <a:p>
            <a:pPr eaLnBrk="1" hangingPunct="1">
              <a:spcAft>
                <a:spcPts val="1200"/>
              </a:spcAft>
            </a:pPr>
            <a:r>
              <a:rPr lang="zh-TW" altLang="en-US" sz="2400">
                <a:latin typeface="Arial" charset="0"/>
                <a:ea typeface="微軟正黑體" pitchFamily="34" charset="-120"/>
                <a:cs typeface="Arial" charset="0"/>
              </a:rPr>
              <a:t> 從網頁加入</a:t>
            </a:r>
            <a:r>
              <a:rPr lang="en-US" altLang="zh-TW" sz="2400">
                <a:latin typeface="Arial" charset="0"/>
                <a:ea typeface="微軟正黑體" pitchFamily="34" charset="-120"/>
                <a:cs typeface="Arial" charset="0"/>
              </a:rPr>
              <a:t>javascript</a:t>
            </a:r>
            <a:r>
              <a:rPr lang="zh-TW" altLang="en-US" sz="2400">
                <a:latin typeface="Arial" charset="0"/>
                <a:ea typeface="微軟正黑體" pitchFamily="34" charset="-120"/>
                <a:cs typeface="Arial" charset="0"/>
              </a:rPr>
              <a:t>程式並加入</a:t>
            </a:r>
            <a:r>
              <a:rPr lang="en-US" altLang="zh-TW" sz="2400">
                <a:latin typeface="Arial" charset="0"/>
                <a:ea typeface="微軟正黑體" pitchFamily="34" charset="-120"/>
                <a:cs typeface="Arial" charset="0"/>
              </a:rPr>
              <a:t>jQuery</a:t>
            </a:r>
            <a:r>
              <a:rPr lang="zh-TW" altLang="en-US" sz="2400">
                <a:latin typeface="Arial" charset="0"/>
                <a:ea typeface="微軟正黑體" pitchFamily="34" charset="-120"/>
                <a:cs typeface="Arial" charset="0"/>
              </a:rPr>
              <a:t>程式庫</a:t>
            </a:r>
            <a:endParaRPr lang="en-US" altLang="zh-TW" sz="2400">
              <a:latin typeface="Arial" charset="0"/>
              <a:ea typeface="微軟正黑體" pitchFamily="34" charset="-120"/>
              <a:cs typeface="Arial" charset="0"/>
            </a:endParaRPr>
          </a:p>
          <a:p>
            <a:pPr eaLnBrk="1" hangingPunct="1">
              <a:spcAft>
                <a:spcPts val="1200"/>
              </a:spcAft>
            </a:pPr>
            <a:r>
              <a:rPr lang="zh-TW" altLang="en-US" sz="2400">
                <a:latin typeface="Arial" charset="0"/>
                <a:ea typeface="微軟正黑體" pitchFamily="34" charset="-120"/>
                <a:cs typeface="Arial" charset="0"/>
              </a:rPr>
              <a:t> </a:t>
            </a:r>
            <a:r>
              <a:rPr lang="en-US" altLang="zh-TW" sz="2400">
                <a:latin typeface="Arial" charset="0"/>
                <a:ea typeface="微軟正黑體" pitchFamily="34" charset="-120"/>
                <a:cs typeface="Arial" charset="0"/>
              </a:rPr>
              <a:t>HTML</a:t>
            </a:r>
            <a:r>
              <a:rPr lang="zh-TW" altLang="en-US" sz="2400">
                <a:latin typeface="Arial" charset="0"/>
                <a:ea typeface="微軟正黑體" pitchFamily="34" charset="-120"/>
                <a:cs typeface="Arial" charset="0"/>
              </a:rPr>
              <a:t>網頁畫面加入</a:t>
            </a:r>
            <a:r>
              <a:rPr lang="en-US" altLang="zh-TW" sz="2400">
                <a:latin typeface="Arial" charset="0"/>
                <a:ea typeface="微軟正黑體" pitchFamily="34" charset="-120"/>
                <a:cs typeface="Arial" charset="0"/>
              </a:rPr>
              <a:t>&lt;div&gt;&lt;/div&gt;</a:t>
            </a:r>
          </a:p>
          <a:p>
            <a:pPr eaLnBrk="1" hangingPunct="1">
              <a:spcAft>
                <a:spcPts val="1200"/>
              </a:spcAft>
            </a:pPr>
            <a:r>
              <a:rPr lang="zh-TW" altLang="en-US" sz="2400">
                <a:latin typeface="Arial" charset="0"/>
                <a:ea typeface="微軟正黑體" pitchFamily="34" charset="-120"/>
                <a:cs typeface="Arial" charset="0"/>
              </a:rPr>
              <a:t> 在上述</a:t>
            </a:r>
            <a:r>
              <a:rPr lang="en-US" altLang="zh-TW" sz="2400">
                <a:latin typeface="Arial" charset="0"/>
                <a:ea typeface="微軟正黑體" pitchFamily="34" charset="-120"/>
                <a:cs typeface="Arial" charset="0"/>
              </a:rPr>
              <a:t>&lt;div&gt;</a:t>
            </a:r>
            <a:r>
              <a:rPr lang="zh-TW" altLang="en-US" sz="2400">
                <a:latin typeface="Arial" charset="0"/>
                <a:ea typeface="微軟正黑體" pitchFamily="34" charset="-120"/>
                <a:cs typeface="Arial" charset="0"/>
              </a:rPr>
              <a:t>加入</a:t>
            </a:r>
            <a:r>
              <a:rPr lang="en-US" altLang="zh-TW" sz="2400">
                <a:latin typeface="Arial" charset="0"/>
                <a:ea typeface="微軟正黑體" pitchFamily="34" charset="-120"/>
                <a:cs typeface="Arial" charset="0"/>
              </a:rPr>
              <a:t>mousedown hover</a:t>
            </a:r>
            <a:r>
              <a:rPr lang="zh-TW" altLang="en-US" sz="2400">
                <a:latin typeface="Arial" charset="0"/>
                <a:ea typeface="微軟正黑體" pitchFamily="34" charset="-120"/>
                <a:cs typeface="Arial" charset="0"/>
              </a:rPr>
              <a:t>事件程序</a:t>
            </a:r>
            <a:endParaRPr lang="en-US" altLang="zh-TW" sz="2400">
              <a:latin typeface="Arial" charset="0"/>
              <a:ea typeface="微軟正黑體" pitchFamily="34" charset="-120"/>
              <a:cs typeface="Arial" charset="0"/>
            </a:endParaRPr>
          </a:p>
          <a:p>
            <a:pPr eaLnBrk="1" hangingPunct="1">
              <a:spcAft>
                <a:spcPts val="1200"/>
              </a:spcAft>
            </a:pPr>
            <a:r>
              <a:rPr lang="zh-TW" altLang="en-US" sz="2400">
                <a:latin typeface="Arial" charset="0"/>
                <a:ea typeface="微軟正黑體" pitchFamily="34" charset="-120"/>
                <a:cs typeface="Arial" charset="0"/>
              </a:rPr>
              <a:t> 滑鼠進入時改變</a:t>
            </a:r>
            <a:r>
              <a:rPr lang="en-US" altLang="zh-TW" sz="2400">
                <a:latin typeface="Arial" charset="0"/>
                <a:ea typeface="微軟正黑體" pitchFamily="34" charset="-120"/>
                <a:cs typeface="Arial" charset="0"/>
              </a:rPr>
              <a:t>&lt;div&gt;</a:t>
            </a:r>
            <a:r>
              <a:rPr lang="zh-TW" altLang="en-US" sz="2400">
                <a:latin typeface="Arial" charset="0"/>
                <a:ea typeface="微軟正黑體" pitchFamily="34" charset="-120"/>
                <a:cs typeface="Arial" charset="0"/>
              </a:rPr>
              <a:t>顏色離開的時候恢復顏色</a:t>
            </a:r>
            <a:endParaRPr lang="en-US" altLang="zh-TW" sz="2400">
              <a:latin typeface="Arial" charset="0"/>
              <a:ea typeface="微軟正黑體" pitchFamily="34" charset="-120"/>
              <a:cs typeface="Arial" charset="0"/>
            </a:endParaRPr>
          </a:p>
          <a:p>
            <a:pPr eaLnBrk="1" hangingPunct="1">
              <a:spcAft>
                <a:spcPts val="1200"/>
              </a:spcAft>
            </a:pPr>
            <a:r>
              <a:rPr lang="zh-TW" altLang="en-US" sz="2400">
                <a:latin typeface="Arial" charset="0"/>
                <a:ea typeface="微軟正黑體" pitchFamily="34" charset="-120"/>
                <a:cs typeface="Arial" charset="0"/>
              </a:rPr>
              <a:t> 當滑鼠按鍵按下後</a:t>
            </a:r>
            <a:r>
              <a:rPr lang="en-US" altLang="zh-TW" sz="2400">
                <a:latin typeface="Arial" charset="0"/>
                <a:ea typeface="微軟正黑體" pitchFamily="34" charset="-120"/>
                <a:cs typeface="Arial" charset="0"/>
              </a:rPr>
              <a:t>&lt;div&gt;</a:t>
            </a:r>
            <a:r>
              <a:rPr lang="zh-TW" altLang="en-US" sz="2400">
                <a:latin typeface="Arial" charset="0"/>
                <a:ea typeface="微軟正黑體" pitchFamily="34" charset="-120"/>
                <a:cs typeface="Arial" charset="0"/>
              </a:rPr>
              <a:t>加入圖片於背景</a:t>
            </a:r>
            <a:endParaRPr lang="en-US" altLang="zh-TW" sz="2400">
              <a:latin typeface="Arial" charset="0"/>
              <a:ea typeface="微軟正黑體" pitchFamily="34" charset="-120"/>
              <a:cs typeface="Arial" charset="0"/>
            </a:endParaRPr>
          </a:p>
          <a:p>
            <a:pPr eaLnBrk="1" hangingPunct="1">
              <a:spcAft>
                <a:spcPts val="1200"/>
              </a:spcAft>
            </a:pPr>
            <a:r>
              <a:rPr lang="zh-TW" altLang="en-US" sz="2400">
                <a:latin typeface="Arial" charset="0"/>
                <a:ea typeface="微軟正黑體" pitchFamily="34" charset="-120"/>
                <a:cs typeface="Arial" charset="0"/>
              </a:rPr>
              <a:t> 執行程式測試結果</a:t>
            </a:r>
            <a:endParaRPr lang="zh-TW" altLang="en-US" sz="2400">
              <a:latin typeface="Arial" charset="0"/>
              <a:ea typeface="新細明體" charset="-120"/>
              <a:cs typeface="Arial" charset="0"/>
            </a:endParaRPr>
          </a:p>
          <a:p>
            <a:pPr eaLnBrk="1" hangingPunct="1">
              <a:spcAft>
                <a:spcPts val="1200"/>
              </a:spcAft>
            </a:pPr>
            <a:endParaRPr lang="zh-TW" altLang="en-US" sz="2400">
              <a:latin typeface="Arial" charset="0"/>
              <a:ea typeface="新細明體" charset="-120"/>
              <a:cs typeface="Arial" charset="0"/>
            </a:endParaRPr>
          </a:p>
        </p:txBody>
      </p:sp>
    </p:spTree>
  </p:cSld>
  <p:clrMapOvr>
    <a:masterClrMapping/>
  </p:clrMapOvr>
</p:sld>
</file>

<file path=ppt/theme/theme1.xml><?xml version="1.0" encoding="utf-8"?>
<a:theme xmlns:a="http://schemas.openxmlformats.org/drawingml/2006/main" name="自訂設計">
  <a:themeElements>
    <a:clrScheme name="自訂設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自訂設計">
      <a:majorFont>
        <a:latin typeface="Consolas"/>
        <a:ea typeface="華康儷中黑"/>
        <a:cs typeface=""/>
      </a:majorFont>
      <a:minorFont>
        <a:latin typeface="Consolas"/>
        <a:ea typeface="華康中黑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自訂設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自訂設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自訂設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自訂設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自訂設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自訂設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自訂設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自訂設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自訂設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自訂設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自訂設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自訂設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自訂設計">
  <a:themeElements>
    <a:clrScheme name="1_自訂設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自訂設計">
      <a:majorFont>
        <a:latin typeface="Arial"/>
        <a:ea typeface="新細明體"/>
        <a:cs typeface=""/>
      </a:majorFont>
      <a:minorFont>
        <a:latin typeface="Arial"/>
        <a:ea typeface="新細明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自訂設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自訂設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自訂設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自訂設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自訂設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自訂設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自訂設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自訂設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自訂設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自訂設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自訂設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自訂設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佈景主題">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佈景主題">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31064</TotalTime>
  <Words>11337</Words>
  <Application>Microsoft Office PowerPoint</Application>
  <PresentationFormat>如螢幕大小 (4:3)</PresentationFormat>
  <Paragraphs>2056</Paragraphs>
  <Slides>134</Slides>
  <Notes>26</Notes>
  <HiddenSlides>0</HiddenSlides>
  <MMClips>0</MMClips>
  <ScaleCrop>false</ScaleCrop>
  <HeadingPairs>
    <vt:vector size="8" baseType="variant">
      <vt:variant>
        <vt:lpstr>使用字型</vt:lpstr>
      </vt:variant>
      <vt:variant>
        <vt:i4>14</vt:i4>
      </vt:variant>
      <vt:variant>
        <vt:lpstr>佈景主題</vt:lpstr>
      </vt:variant>
      <vt:variant>
        <vt:i4>2</vt:i4>
      </vt:variant>
      <vt:variant>
        <vt:lpstr>內嵌 OLE 伺服程式</vt:lpstr>
      </vt:variant>
      <vt:variant>
        <vt:i4>1</vt:i4>
      </vt:variant>
      <vt:variant>
        <vt:lpstr>投影片標題</vt:lpstr>
      </vt:variant>
      <vt:variant>
        <vt:i4>134</vt:i4>
      </vt:variant>
    </vt:vector>
  </HeadingPairs>
  <TitlesOfParts>
    <vt:vector size="151" baseType="lpstr">
      <vt:lpstr>Arial Unicode MS</vt:lpstr>
      <vt:lpstr>Liberation Mono</vt:lpstr>
      <vt:lpstr>華康中黑體</vt:lpstr>
      <vt:lpstr>華康粗圓體</vt:lpstr>
      <vt:lpstr>華康儷中黑</vt:lpstr>
      <vt:lpstr>微軟正黑體</vt:lpstr>
      <vt:lpstr>新細明體</vt:lpstr>
      <vt:lpstr>Arial</vt:lpstr>
      <vt:lpstr>Calibri</vt:lpstr>
      <vt:lpstr>Consolas</vt:lpstr>
      <vt:lpstr>Segoe UI</vt:lpstr>
      <vt:lpstr>Symbol</vt:lpstr>
      <vt:lpstr>Times New Roman</vt:lpstr>
      <vt:lpstr>Verdana</vt:lpstr>
      <vt:lpstr>自訂設計</vt:lpstr>
      <vt:lpstr>1_自訂設計</vt:lpstr>
      <vt:lpstr>Image</vt:lpstr>
      <vt:lpstr>PowerPoint 簡報</vt:lpstr>
      <vt:lpstr>JavaScript程式設計</vt:lpstr>
      <vt:lpstr>基本HTML範例</vt:lpstr>
      <vt:lpstr>CSS 基本語法</vt:lpstr>
      <vt:lpstr>CSS 套用方法(1)</vt:lpstr>
      <vt:lpstr>CSS 套用方法(2)</vt:lpstr>
      <vt:lpstr>CSS 套用方法(3)</vt:lpstr>
      <vt:lpstr>class選擇器</vt:lpstr>
      <vt:lpstr>ID選擇器</vt:lpstr>
      <vt:lpstr>群組選擇器</vt:lpstr>
      <vt:lpstr>CSS 背景</vt:lpstr>
      <vt:lpstr>CSS 版面定位</vt:lpstr>
      <vt:lpstr>JavaScript 語言</vt:lpstr>
      <vt:lpstr>JavaScript 如何使用</vt:lpstr>
      <vt:lpstr>引用 JavaScript 檔案</vt:lpstr>
      <vt:lpstr>JavaScript 變數</vt:lpstr>
      <vt:lpstr>JavaScript 資料型態</vt:lpstr>
      <vt:lpstr>JavaScript Number </vt:lpstr>
      <vt:lpstr>型別判讀 typeof </vt:lpstr>
      <vt:lpstr>PowerPoint 簡報</vt:lpstr>
      <vt:lpstr>If 語法</vt:lpstr>
      <vt:lpstr>If 語法</vt:lpstr>
      <vt:lpstr>迴圈語法</vt:lpstr>
      <vt:lpstr>迴圈語法(1)</vt:lpstr>
      <vt:lpstr>迴圈語法(2)</vt:lpstr>
      <vt:lpstr>彈出式視窗</vt:lpstr>
      <vt:lpstr>迴圈猜數字</vt:lpstr>
      <vt:lpstr>函數表達式</vt:lpstr>
      <vt:lpstr>JavaScript Array (陣列)</vt:lpstr>
      <vt:lpstr>新增陣列元素</vt:lpstr>
      <vt:lpstr>讀取陣列中的元素</vt:lpstr>
      <vt:lpstr>刪除陣列元素</vt:lpstr>
      <vt:lpstr>陣列搜尋 indexOf() </vt:lpstr>
      <vt:lpstr>陣列 splice(1) </vt:lpstr>
      <vt:lpstr>陣列 splice(2) </vt:lpstr>
      <vt:lpstr>JavaScript Object </vt:lpstr>
      <vt:lpstr>JavaScript Object Method</vt:lpstr>
      <vt:lpstr>JavaScript BOM</vt:lpstr>
      <vt:lpstr>Window物件</vt:lpstr>
      <vt:lpstr>Location物件</vt:lpstr>
      <vt:lpstr>Timer物件</vt:lpstr>
      <vt:lpstr>Timer物件範例</vt:lpstr>
      <vt:lpstr>Cookie物件</vt:lpstr>
      <vt:lpstr>JSON資料格式</vt:lpstr>
      <vt:lpstr>製作JSON物件</vt:lpstr>
      <vt:lpstr>使用JSON定義物件陣列</vt:lpstr>
      <vt:lpstr>DOM (Document Object Model)</vt:lpstr>
      <vt:lpstr>DOM 查找元素(1)</vt:lpstr>
      <vt:lpstr>DOM 查找元素(2)</vt:lpstr>
      <vt:lpstr>getElementsByClassName(name)</vt:lpstr>
      <vt:lpstr>Node.childNodes</vt:lpstr>
      <vt:lpstr>Node.firstChild</vt:lpstr>
      <vt:lpstr>Node.lastChild</vt:lpstr>
      <vt:lpstr>nextSibling  previousSibling </vt:lpstr>
      <vt:lpstr>DOM 修改節點的操作</vt:lpstr>
      <vt:lpstr>DOM 新增節點的操作</vt:lpstr>
      <vt:lpstr>DOM新增文件標籤</vt:lpstr>
      <vt:lpstr>DOM 刪除節點的操作</vt:lpstr>
      <vt:lpstr>Node屬性-Node.nodeValue</vt:lpstr>
      <vt:lpstr>Node屬性-innerHTML</vt:lpstr>
      <vt:lpstr>Node屬性-innerText</vt:lpstr>
      <vt:lpstr>Node- appendChild</vt:lpstr>
      <vt:lpstr>Node- insertBefore</vt:lpstr>
      <vt:lpstr>insertBefore移動元素的位置</vt:lpstr>
      <vt:lpstr>removeChild 移除 DOM 節點</vt:lpstr>
      <vt:lpstr>DOM CSS </vt:lpstr>
      <vt:lpstr>DOM cssText</vt:lpstr>
      <vt:lpstr>DOM-cssProperty</vt:lpstr>
      <vt:lpstr>DOM getAttribute 屬性</vt:lpstr>
      <vt:lpstr>DOM setAttribute 屬性</vt:lpstr>
      <vt:lpstr>DOM onclick 事件</vt:lpstr>
      <vt:lpstr>DOM onclick 事件</vt:lpstr>
      <vt:lpstr>DOM addEventListener事件</vt:lpstr>
      <vt:lpstr>DOM Key 事件</vt:lpstr>
      <vt:lpstr>DOM 滑鼠事件</vt:lpstr>
      <vt:lpstr>HTML5表單清單資料元件</vt:lpstr>
      <vt:lpstr>HTML5表單清單資料元件</vt:lpstr>
      <vt:lpstr>HTML5表單輸入屬性</vt:lpstr>
      <vt:lpstr>利用JavaScript驗證輸入資料</vt:lpstr>
      <vt:lpstr>XMLHttpRequest物件存取遠端資料</vt:lpstr>
      <vt:lpstr>XMLHttpRequest非同步存取遠端資料</vt:lpstr>
      <vt:lpstr>建立 XMLHTTPRequest物件</vt:lpstr>
      <vt:lpstr>建立事件處理readystatechange程序</vt:lpstr>
      <vt:lpstr>PowerPoint 簡報</vt:lpstr>
      <vt:lpstr>XMLHttpRequest傳送資料</vt:lpstr>
      <vt:lpstr> jQuery 前端程式庫特色</vt:lpstr>
      <vt:lpstr>jQuery基本觀念</vt:lpstr>
      <vt:lpstr>jQuery Tag selector(1)</vt:lpstr>
      <vt:lpstr>jQuery class selector(2)</vt:lpstr>
      <vt:lpstr>jQuery id selector(3)</vt:lpstr>
      <vt:lpstr>挑選  jQuery的標籤元素</vt:lpstr>
      <vt:lpstr>jQuery標籤套用CSS</vt:lpstr>
      <vt:lpstr>jQuery方法與標籤</vt:lpstr>
      <vt:lpstr>使用jQuery設定標籤內容</vt:lpstr>
      <vt:lpstr>使用jQuery取得標籤內容</vt:lpstr>
      <vt:lpstr>jQuery Array $.each</vt:lpstr>
      <vt:lpstr>jQuery DOM 操作(1)</vt:lpstr>
      <vt:lpstr>jQuery DOM 操作(2)</vt:lpstr>
      <vt:lpstr>jQuery DOM 操作(3)</vt:lpstr>
      <vt:lpstr>jQuery DOM 操作(4)</vt:lpstr>
      <vt:lpstr>jQuery DOM 操作(5)</vt:lpstr>
      <vt:lpstr>jQuery DOM 操作(6)</vt:lpstr>
      <vt:lpstr>jQuery DOM 操作(7)</vt:lpstr>
      <vt:lpstr>jQuery DOM 操作(8)</vt:lpstr>
      <vt:lpstr>jQuery DOM 操作(9)</vt:lpstr>
      <vt:lpstr>jQuery DOM 操作(10)</vt:lpstr>
      <vt:lpstr>jQuery - 添加 CSS 類別</vt:lpstr>
      <vt:lpstr>jQuery – 刪除 CSS 類別</vt:lpstr>
      <vt:lpstr>jQuery - 切換 CSS </vt:lpstr>
      <vt:lpstr>jQuery - 設置 CSS 屬性</vt:lpstr>
      <vt:lpstr>jQuery - 設置多個 CSS 屬性</vt:lpstr>
      <vt:lpstr>jQuery find Css</vt:lpstr>
      <vt:lpstr>jQuery 事件(1)</vt:lpstr>
      <vt:lpstr>jQuery 事件(2)</vt:lpstr>
      <vt:lpstr>jQuery 事件(3)</vt:lpstr>
      <vt:lpstr>jQuery 事件(4)</vt:lpstr>
      <vt:lpstr>jQuery 事件(5)</vt:lpstr>
      <vt:lpstr>jQuery 事件(6)</vt:lpstr>
      <vt:lpstr>jQuery鍵盤事件程序 keypress</vt:lpstr>
      <vt:lpstr>jQuery鍵盤事件程序 </vt:lpstr>
      <vt:lpstr>jQuery滑鼠事件程序 mousedown</vt:lpstr>
      <vt:lpstr>jQuery滑鼠事件程序 hover</vt:lpstr>
      <vt:lpstr>jQuery表單事件程序 blur, focus</vt:lpstr>
      <vt:lpstr>jQuery Form 事件</vt:lpstr>
      <vt:lpstr>jQuery Form 事件</vt:lpstr>
      <vt:lpstr>jQuery Ajax 介紹</vt:lpstr>
      <vt:lpstr>Ajax 方法 load , serialize</vt:lpstr>
      <vt:lpstr>Ajax 方法 get</vt:lpstr>
      <vt:lpstr>Ajax 方法 post</vt:lpstr>
      <vt:lpstr>jQuery讀取伺服器端JSON資料</vt:lpstr>
      <vt:lpstr>Ajax $.ajax()</vt:lpstr>
      <vt:lpstr>Ajax $.ajax() 範例</vt:lpstr>
      <vt:lpstr>常用CSS屬性</vt:lpstr>
      <vt:lpstr>jQuery滑鼠事件程序</vt:lpstr>
    </vt:vector>
  </TitlesOfParts>
  <Company>巨匠電腦股份有限公司</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VisualBasic.NET</dc:title>
  <dc:creator>張庭禎</dc:creator>
  <cp:lastModifiedBy>student</cp:lastModifiedBy>
  <cp:revision>237</cp:revision>
  <cp:lastPrinted>2022-10-14T04:31:43Z</cp:lastPrinted>
  <dcterms:created xsi:type="dcterms:W3CDTF">2004-04-15T01:51:44Z</dcterms:created>
  <dcterms:modified xsi:type="dcterms:W3CDTF">2024-09-25T03:37:41Z</dcterms:modified>
</cp:coreProperties>
</file>